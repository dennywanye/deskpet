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handoutMasterIdLst>
    <p:handoutMasterId r:id="rId22"/>
  </p:handoutMasterIdLst>
  <p:sldIdLst>
    <p:sldId id="256" r:id="rId3"/>
    <p:sldId id="258" r:id="rId4"/>
    <p:sldId id="257" r:id="rId5"/>
    <p:sldId id="259" r:id="rId6"/>
    <p:sldId id="260" r:id="rId7"/>
    <p:sldId id="261" r:id="rId8"/>
    <p:sldId id="262" r:id="rId9"/>
    <p:sldId id="263" r:id="rId10"/>
    <p:sldId id="264" r:id="rId11"/>
    <p:sldId id="265" r:id="rId12"/>
    <p:sldId id="266" r:id="rId13"/>
    <p:sldId id="267" r:id="rId14"/>
    <p:sldId id="274" r:id="rId15"/>
    <p:sldId id="272" r:id="rId16"/>
    <p:sldId id="270" r:id="rId17"/>
    <p:sldId id="276" r:id="rId18"/>
    <p:sldId id="275" r:id="rId19"/>
    <p:sldId id="268" r:id="rId20"/>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5631"/>
    <a:srgbClr val="2B464D"/>
    <a:srgbClr val="D08370"/>
    <a:srgbClr val="2A4348"/>
    <a:srgbClr val="284146"/>
    <a:srgbClr val="334C5B"/>
    <a:srgbClr val="365060"/>
    <a:srgbClr val="29424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02" d="100"/>
          <a:sy n="102" d="100"/>
        </p:scale>
        <p:origin x="138" y="3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gs" Target="tags/tag1.xml"/><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handoutMaster" Target="handoutMasters/handoutMaster1.xml"/><Relationship Id="rId21" Type="http://schemas.openxmlformats.org/officeDocument/2006/relationships/notesMaster" Target="notesMasters/notesMaster1.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AD86B2DE-0193-4436-9A3D-E28D7BAC7084}"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DAD8BC2-71BC-4B46-BC4D-D0A8919E870D}"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86B2DE-0193-4436-9A3D-E28D7BAC7084}"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AD8BC2-71BC-4B46-BC4D-D0A8919E870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5.jpeg"/><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jpeg"/><Relationship Id="rId1" Type="http://schemas.openxmlformats.org/officeDocument/2006/relationships/image" Target="../media/image6.jpe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9.jpeg"/><Relationship Id="rId1" Type="http://schemas.openxmlformats.org/officeDocument/2006/relationships/image" Target="../media/image8.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jpeg"/><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5.jpeg"/><Relationship Id="rId1" Type="http://schemas.openxmlformats.org/officeDocument/2006/relationships/image" Target="../media/image14.jpe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jpe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0.jpeg"/><Relationship Id="rId1" Type="http://schemas.openxmlformats.org/officeDocument/2006/relationships/image" Target="../media/image19.jpe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image" Target="../media/image21.jpe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2.xml"/><Relationship Id="rId1" Type="http://schemas.openxmlformats.org/officeDocument/2006/relationships/image" Target="../media/image24.jpe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xml"/><Relationship Id="rId2" Type="http://schemas.openxmlformats.org/officeDocument/2006/relationships/image" Target="../media/image26.jpeg"/><Relationship Id="rId1" Type="http://schemas.openxmlformats.org/officeDocument/2006/relationships/image" Target="../media/image25.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png"/><Relationship Id="rId1"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4146"/>
        </a:solidFill>
        <a:effectLst/>
      </p:bgPr>
    </p:bg>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392697" y="331963"/>
            <a:ext cx="11406605" cy="6194073"/>
          </a:xfrm>
          <a:prstGeom prst="rect">
            <a:avLst/>
          </a:prstGeom>
        </p:spPr>
      </p:pic>
      <p:sp>
        <p:nvSpPr>
          <p:cNvPr id="11" name="文本框 10"/>
          <p:cNvSpPr txBox="1"/>
          <p:nvPr/>
        </p:nvSpPr>
        <p:spPr>
          <a:xfrm>
            <a:off x="1021035" y="816914"/>
            <a:ext cx="1976165" cy="737235"/>
          </a:xfrm>
          <a:prstGeom prst="rect">
            <a:avLst/>
          </a:prstGeom>
          <a:noFill/>
          <a:ln w="9525">
            <a:noFill/>
          </a:ln>
        </p:spPr>
        <p:txBody>
          <a:bodyPr wrap="square">
            <a:spAutoFit/>
          </a:bodyPr>
          <a:lstStyle/>
          <a:p>
            <a:pPr indent="0">
              <a:lnSpc>
                <a:spcPct val="200000"/>
              </a:lnSpc>
            </a:pPr>
            <a:r>
              <a:rPr lang="en-US" sz="1050" b="0" dirty="0">
                <a:solidFill>
                  <a:schemeClr val="bg1"/>
                </a:solidFill>
                <a:latin typeface="等线" panose="02010600030101010101" charset="-122"/>
                <a:ea typeface="等线" panose="02010600030101010101" charset="-122"/>
                <a:cs typeface="..黑体UI-韩语" pitchFamily="2" charset="-128"/>
              </a:rPr>
              <a:t>I WALKED THROUGH </a:t>
            </a:r>
            <a:r>
              <a:rPr lang="en-US" sz="1050" b="0">
                <a:solidFill>
                  <a:schemeClr val="bg1"/>
                </a:solidFill>
                <a:latin typeface="等线" panose="02010600030101010101" charset="-122"/>
                <a:ea typeface="等线" panose="02010600030101010101" charset="-122"/>
                <a:cs typeface="..黑体UI-韩语" pitchFamily="2" charset="-128"/>
              </a:rPr>
              <a:t>MANY MOUNTAINS</a:t>
            </a:r>
            <a:endParaRPr lang="zh-CN" altLang="en-US" dirty="0">
              <a:solidFill>
                <a:schemeClr val="bg1"/>
              </a:solidFill>
              <a:latin typeface="等线" panose="02010600030101010101" charset="-122"/>
              <a:ea typeface="等线" panose="02010600030101010101" charset="-122"/>
              <a:cs typeface="..黑体UI-韩语" pitchFamily="2" charset="-128"/>
            </a:endParaRPr>
          </a:p>
        </p:txBody>
      </p:sp>
      <p:pic>
        <p:nvPicPr>
          <p:cNvPr id="13" name="图片 12"/>
          <p:cNvPicPr>
            <a:picLocks noChangeAspect="1"/>
          </p:cNvPicPr>
          <p:nvPr/>
        </p:nvPicPr>
        <p:blipFill>
          <a:blip r:embed="rId2" cstate="screen"/>
          <a:stretch>
            <a:fillRect/>
          </a:stretch>
        </p:blipFill>
        <p:spPr>
          <a:xfrm>
            <a:off x="4791077" y="5682709"/>
            <a:ext cx="2609844" cy="843327"/>
          </a:xfrm>
          <a:prstGeom prst="rect">
            <a:avLst/>
          </a:prstGeom>
        </p:spPr>
      </p:pic>
      <p:sp>
        <p:nvSpPr>
          <p:cNvPr id="10" name="文本框 9"/>
          <p:cNvSpPr txBox="1"/>
          <p:nvPr/>
        </p:nvSpPr>
        <p:spPr>
          <a:xfrm>
            <a:off x="3333205" y="3937958"/>
            <a:ext cx="5525588" cy="1106805"/>
          </a:xfrm>
          <a:prstGeom prst="rect">
            <a:avLst/>
          </a:prstGeom>
          <a:noFill/>
        </p:spPr>
        <p:txBody>
          <a:bodyPr wrap="square" rtlCol="0">
            <a:spAutoFit/>
          </a:bodyPr>
          <a:lstStyle/>
          <a:p>
            <a:pPr algn="dist"/>
            <a:r>
              <a:rPr lang="en-US" altLang="zh-CN" sz="6600" dirty="0" err="1">
                <a:solidFill>
                  <a:schemeClr val="bg1"/>
                </a:solidFill>
                <a:latin typeface="等线" panose="02010600030101010101" charset="-122"/>
                <a:ea typeface="等线" panose="02010600030101010101" charset="-122"/>
                <a:cs typeface="..黑体UI-韩语" pitchFamily="2" charset="-128"/>
              </a:rPr>
              <a:t>Morandi</a:t>
            </a:r>
            <a:endParaRPr lang="en-US" altLang="zh-CN" sz="6600" dirty="0" err="1">
              <a:solidFill>
                <a:schemeClr val="bg1"/>
              </a:solidFill>
              <a:latin typeface="等线" panose="02010600030101010101" charset="-122"/>
              <a:ea typeface="等线" panose="02010600030101010101" charset="-122"/>
              <a:cs typeface="..黑体UI-韩语" pitchFamily="2" charset="-128"/>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grpSp>
        <p:nvGrpSpPr>
          <p:cNvPr id="2" name="组合 1"/>
          <p:cNvGrpSpPr/>
          <p:nvPr/>
        </p:nvGrpSpPr>
        <p:grpSpPr>
          <a:xfrm>
            <a:off x="1173090" y="2276662"/>
            <a:ext cx="6391420" cy="2870731"/>
            <a:chOff x="978197" y="2294637"/>
            <a:chExt cx="6391420" cy="2870731"/>
          </a:xfrm>
        </p:grpSpPr>
        <p:grpSp>
          <p:nvGrpSpPr>
            <p:cNvPr id="3" name="组合 2"/>
            <p:cNvGrpSpPr/>
            <p:nvPr/>
          </p:nvGrpSpPr>
          <p:grpSpPr>
            <a:xfrm>
              <a:off x="978197" y="2294637"/>
              <a:ext cx="6173371" cy="856973"/>
              <a:chOff x="978197" y="2016482"/>
              <a:chExt cx="6173371" cy="856973"/>
            </a:xfrm>
          </p:grpSpPr>
          <p:grpSp>
            <p:nvGrpSpPr>
              <p:cNvPr id="13" name="组合 12"/>
              <p:cNvGrpSpPr/>
              <p:nvPr/>
            </p:nvGrpSpPr>
            <p:grpSpPr>
              <a:xfrm>
                <a:off x="978197" y="2017183"/>
                <a:ext cx="2475914" cy="357136"/>
                <a:chOff x="7315200" y="998806"/>
                <a:chExt cx="2475914" cy="357136"/>
              </a:xfrm>
            </p:grpSpPr>
            <p:sp>
              <p:nvSpPr>
                <p:cNvPr id="19" name="文本框 18"/>
                <p:cNvSpPr txBox="1"/>
                <p:nvPr/>
              </p:nvSpPr>
              <p:spPr>
                <a:xfrm>
                  <a:off x="7596554" y="998806"/>
                  <a:ext cx="2194560" cy="357136"/>
                </a:xfrm>
                <a:prstGeom prst="rect">
                  <a:avLst/>
                </a:prstGeom>
                <a:noFill/>
              </p:spPr>
              <p:txBody>
                <a:bodyPr wrap="square" rtlCol="0">
                  <a:spAutoFit/>
                </a:bodyPr>
                <a:lstStyle/>
                <a:p>
                  <a:r>
                    <a:rPr lang="zh-CN" altLang="en-US">
                      <a:solidFill>
                        <a:schemeClr val="bg1"/>
                      </a:solidFill>
                      <a:latin typeface="等线" panose="02010600030101010101" charset="-122"/>
                      <a:ea typeface="等线" panose="02010600030101010101" charset="-122"/>
                      <a:cs typeface="..黑体UI-韩语" pitchFamily="2" charset="-128"/>
                    </a:rPr>
                    <a:t>选题的背景与意义</a:t>
                  </a:r>
                  <a:endParaRPr lang="zh-CN" altLang="en-US">
                    <a:solidFill>
                      <a:schemeClr val="bg1"/>
                    </a:solidFill>
                    <a:latin typeface="等线" panose="02010600030101010101" charset="-122"/>
                    <a:ea typeface="等线" panose="02010600030101010101" charset="-122"/>
                    <a:cs typeface="..黑体UI-韩语" pitchFamily="2" charset="-128"/>
                  </a:endParaRPr>
                </a:p>
              </p:txBody>
            </p:sp>
            <p:sp>
              <p:nvSpPr>
                <p:cNvPr id="20" name="矩形 19"/>
                <p:cNvSpPr/>
                <p:nvPr/>
              </p:nvSpPr>
              <p:spPr>
                <a:xfrm>
                  <a:off x="7315200" y="1084888"/>
                  <a:ext cx="281354" cy="253219"/>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等线" panose="02010600030101010101" charset="-122"/>
                    <a:ea typeface="等线" panose="02010600030101010101" charset="-122"/>
                  </a:endParaRPr>
                </a:p>
              </p:txBody>
            </p:sp>
          </p:grpSp>
          <p:grpSp>
            <p:nvGrpSpPr>
              <p:cNvPr id="14" name="组合 13"/>
              <p:cNvGrpSpPr/>
              <p:nvPr/>
            </p:nvGrpSpPr>
            <p:grpSpPr>
              <a:xfrm>
                <a:off x="4457605" y="2016482"/>
                <a:ext cx="2475914" cy="369332"/>
                <a:chOff x="7315200" y="998806"/>
                <a:chExt cx="2475914" cy="369332"/>
              </a:xfrm>
            </p:grpSpPr>
            <p:sp>
              <p:nvSpPr>
                <p:cNvPr id="17" name="文本框 16"/>
                <p:cNvSpPr txBox="1"/>
                <p:nvPr/>
              </p:nvSpPr>
              <p:spPr>
                <a:xfrm>
                  <a:off x="7596554" y="998806"/>
                  <a:ext cx="2194560" cy="369332"/>
                </a:xfrm>
                <a:prstGeom prst="rect">
                  <a:avLst/>
                </a:prstGeom>
                <a:noFill/>
              </p:spPr>
              <p:txBody>
                <a:bodyPr wrap="square" rtlCol="0">
                  <a:spAutoFit/>
                </a:bodyPr>
                <a:lstStyle/>
                <a:p>
                  <a:r>
                    <a:rPr lang="zh-CN" altLang="en-US">
                      <a:solidFill>
                        <a:schemeClr val="bg1"/>
                      </a:solidFill>
                      <a:latin typeface="等线" panose="02010600030101010101" charset="-122"/>
                      <a:ea typeface="等线" panose="02010600030101010101" charset="-122"/>
                      <a:cs typeface="..黑体UI-韩语" pitchFamily="2" charset="-128"/>
                    </a:rPr>
                    <a:t>研究的过程和方法</a:t>
                  </a:r>
                  <a:endParaRPr lang="zh-CN" altLang="en-US">
                    <a:solidFill>
                      <a:schemeClr val="bg1"/>
                    </a:solidFill>
                    <a:latin typeface="等线" panose="02010600030101010101" charset="-122"/>
                    <a:ea typeface="等线" panose="02010600030101010101" charset="-122"/>
                    <a:cs typeface="..黑体UI-韩语" pitchFamily="2" charset="-128"/>
                  </a:endParaRPr>
                </a:p>
              </p:txBody>
            </p:sp>
            <p:sp>
              <p:nvSpPr>
                <p:cNvPr id="18" name="矩形 17"/>
                <p:cNvSpPr/>
                <p:nvPr/>
              </p:nvSpPr>
              <p:spPr>
                <a:xfrm>
                  <a:off x="7315200" y="1084888"/>
                  <a:ext cx="281354" cy="253219"/>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等线" panose="02010600030101010101" charset="-122"/>
                    <a:ea typeface="等线" panose="02010600030101010101" charset="-122"/>
                  </a:endParaRPr>
                </a:p>
              </p:txBody>
            </p:sp>
          </p:grpSp>
          <p:sp>
            <p:nvSpPr>
              <p:cNvPr id="15" name="文本框 14"/>
              <p:cNvSpPr txBox="1"/>
              <p:nvPr/>
            </p:nvSpPr>
            <p:spPr>
              <a:xfrm>
                <a:off x="1259551" y="2418996"/>
                <a:ext cx="2498257" cy="426784"/>
              </a:xfrm>
              <a:prstGeom prst="rect">
                <a:avLst/>
              </a:prstGeom>
              <a:noFill/>
            </p:spPr>
            <p:txBody>
              <a:bodyPr wrap="square" rtlCol="0" anchor="t">
                <a:spAutoFit/>
              </a:bodyPr>
              <a:lstStyle/>
              <a:p>
                <a:pPr fontAlgn="auto">
                  <a:lnSpc>
                    <a:spcPct val="130000"/>
                  </a:lnSpc>
                </a:pPr>
                <a:r>
                  <a:rPr lang="zh-CN" altLang="en-US" sz="900" dirty="0">
                    <a:solidFill>
                      <a:schemeClr val="bg1"/>
                    </a:solidFill>
                    <a:latin typeface="等线" panose="02010600030101010101" charset="-122"/>
                    <a:ea typeface="等线" panose="02010600030101010101" charset="-122"/>
                    <a:cs typeface="..黑体UI-韩语" pitchFamily="2" charset="-128"/>
                  </a:rPr>
                  <a:t>I walked through many mountains, walked through </a:t>
                </a:r>
                <a:r>
                  <a:rPr lang="zh-CN" altLang="en-US" sz="900">
                    <a:solidFill>
                      <a:schemeClr val="bg1"/>
                    </a:solidFill>
                    <a:latin typeface="等线" panose="02010600030101010101" charset="-122"/>
                    <a:ea typeface="等线" panose="02010600030101010101" charset="-122"/>
                    <a:cs typeface="..黑体UI-韩语" pitchFamily="2" charset="-128"/>
                  </a:rPr>
                  <a:t>many waters</a:t>
                </a:r>
                <a:endParaRPr lang="zh-CN" altLang="en-US" sz="900" dirty="0">
                  <a:solidFill>
                    <a:schemeClr val="bg1"/>
                  </a:solidFill>
                  <a:latin typeface="等线" panose="02010600030101010101" charset="-122"/>
                  <a:ea typeface="等线" panose="02010600030101010101" charset="-122"/>
                  <a:cs typeface="..黑体UI-韩语" pitchFamily="2" charset="-128"/>
                </a:endParaRPr>
              </a:p>
            </p:txBody>
          </p:sp>
          <p:sp>
            <p:nvSpPr>
              <p:cNvPr id="16" name="文本框 15"/>
              <p:cNvSpPr txBox="1"/>
              <p:nvPr/>
            </p:nvSpPr>
            <p:spPr>
              <a:xfrm>
                <a:off x="4653311" y="2446671"/>
                <a:ext cx="2498257" cy="426784"/>
              </a:xfrm>
              <a:prstGeom prst="rect">
                <a:avLst/>
              </a:prstGeom>
              <a:noFill/>
            </p:spPr>
            <p:txBody>
              <a:bodyPr wrap="square" rtlCol="0" anchor="t">
                <a:spAutoFit/>
              </a:bodyPr>
              <a:lstStyle/>
              <a:p>
                <a:pPr fontAlgn="auto">
                  <a:lnSpc>
                    <a:spcPct val="130000"/>
                  </a:lnSpc>
                </a:pPr>
                <a:r>
                  <a:rPr lang="zh-CN" altLang="en-US" sz="900" dirty="0">
                    <a:solidFill>
                      <a:schemeClr val="bg1"/>
                    </a:solidFill>
                    <a:latin typeface="等线" panose="02010600030101010101" charset="-122"/>
                    <a:ea typeface="等线" panose="02010600030101010101" charset="-122"/>
                    <a:cs typeface="..黑体UI-韩语" pitchFamily="2" charset="-128"/>
                  </a:rPr>
                  <a:t>I walked through many mountains, walked through </a:t>
                </a:r>
                <a:r>
                  <a:rPr lang="zh-CN" altLang="en-US" sz="900">
                    <a:solidFill>
                      <a:schemeClr val="bg1"/>
                    </a:solidFill>
                    <a:latin typeface="等线" panose="02010600030101010101" charset="-122"/>
                    <a:ea typeface="等线" panose="02010600030101010101" charset="-122"/>
                    <a:cs typeface="..黑体UI-韩语" pitchFamily="2" charset="-128"/>
                  </a:rPr>
                  <a:t>many waters</a:t>
                </a:r>
                <a:endParaRPr lang="zh-CN" altLang="en-US" sz="900" dirty="0">
                  <a:solidFill>
                    <a:schemeClr val="bg1"/>
                  </a:solidFill>
                  <a:latin typeface="等线" panose="02010600030101010101" charset="-122"/>
                  <a:ea typeface="等线" panose="02010600030101010101" charset="-122"/>
                  <a:cs typeface="..黑体UI-韩语" pitchFamily="2" charset="-128"/>
                </a:endParaRPr>
              </a:p>
            </p:txBody>
          </p:sp>
        </p:grpSp>
        <p:grpSp>
          <p:nvGrpSpPr>
            <p:cNvPr id="4" name="组合 3"/>
            <p:cNvGrpSpPr/>
            <p:nvPr/>
          </p:nvGrpSpPr>
          <p:grpSpPr>
            <a:xfrm>
              <a:off x="978197" y="4271977"/>
              <a:ext cx="6391420" cy="893391"/>
              <a:chOff x="978197" y="4271977"/>
              <a:chExt cx="6391420" cy="893391"/>
            </a:xfrm>
          </p:grpSpPr>
          <p:grpSp>
            <p:nvGrpSpPr>
              <p:cNvPr id="5" name="组合 4"/>
              <p:cNvGrpSpPr/>
              <p:nvPr/>
            </p:nvGrpSpPr>
            <p:grpSpPr>
              <a:xfrm>
                <a:off x="978197" y="4302008"/>
                <a:ext cx="2912012" cy="369332"/>
                <a:chOff x="7315200" y="998806"/>
                <a:chExt cx="2912012" cy="369332"/>
              </a:xfrm>
            </p:grpSpPr>
            <p:sp>
              <p:nvSpPr>
                <p:cNvPr id="11" name="文本框 10"/>
                <p:cNvSpPr txBox="1"/>
                <p:nvPr/>
              </p:nvSpPr>
              <p:spPr>
                <a:xfrm>
                  <a:off x="7596554" y="998806"/>
                  <a:ext cx="2630658" cy="369332"/>
                </a:xfrm>
                <a:prstGeom prst="rect">
                  <a:avLst/>
                </a:prstGeom>
                <a:noFill/>
              </p:spPr>
              <p:txBody>
                <a:bodyPr wrap="square" rtlCol="0">
                  <a:spAutoFit/>
                </a:bodyPr>
                <a:lstStyle/>
                <a:p>
                  <a:r>
                    <a:rPr lang="zh-CN" altLang="en-US">
                      <a:solidFill>
                        <a:schemeClr val="bg1"/>
                      </a:solidFill>
                      <a:latin typeface="等线" panose="02010600030101010101" charset="-122"/>
                      <a:ea typeface="等线" panose="02010600030101010101" charset="-122"/>
                      <a:cs typeface="..黑体UI-韩语" pitchFamily="2" charset="-128"/>
                    </a:rPr>
                    <a:t>研究的成果及应用展示</a:t>
                  </a:r>
                  <a:endParaRPr lang="zh-CN" altLang="en-US">
                    <a:solidFill>
                      <a:schemeClr val="bg1"/>
                    </a:solidFill>
                    <a:latin typeface="等线" panose="02010600030101010101" charset="-122"/>
                    <a:ea typeface="等线" panose="02010600030101010101" charset="-122"/>
                    <a:cs typeface="..黑体UI-韩语" pitchFamily="2" charset="-128"/>
                  </a:endParaRPr>
                </a:p>
              </p:txBody>
            </p:sp>
            <p:sp>
              <p:nvSpPr>
                <p:cNvPr id="12" name="矩形 11"/>
                <p:cNvSpPr/>
                <p:nvPr/>
              </p:nvSpPr>
              <p:spPr>
                <a:xfrm>
                  <a:off x="7315200" y="1084888"/>
                  <a:ext cx="281354" cy="253219"/>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等线" panose="02010600030101010101" charset="-122"/>
                    <a:ea typeface="等线" panose="02010600030101010101" charset="-122"/>
                  </a:endParaRPr>
                </a:p>
              </p:txBody>
            </p:sp>
          </p:grpSp>
          <p:grpSp>
            <p:nvGrpSpPr>
              <p:cNvPr id="6" name="组合 5"/>
              <p:cNvGrpSpPr/>
              <p:nvPr/>
            </p:nvGrpSpPr>
            <p:grpSpPr>
              <a:xfrm>
                <a:off x="4457605" y="4271977"/>
                <a:ext cx="2912012" cy="369332"/>
                <a:chOff x="7315200" y="998806"/>
                <a:chExt cx="2912012" cy="369332"/>
              </a:xfrm>
            </p:grpSpPr>
            <p:sp>
              <p:nvSpPr>
                <p:cNvPr id="9" name="文本框 8"/>
                <p:cNvSpPr txBox="1"/>
                <p:nvPr/>
              </p:nvSpPr>
              <p:spPr>
                <a:xfrm>
                  <a:off x="7596554" y="998806"/>
                  <a:ext cx="2630658" cy="369332"/>
                </a:xfrm>
                <a:prstGeom prst="rect">
                  <a:avLst/>
                </a:prstGeom>
                <a:noFill/>
              </p:spPr>
              <p:txBody>
                <a:bodyPr wrap="square" rtlCol="0">
                  <a:spAutoFit/>
                </a:bodyPr>
                <a:lstStyle/>
                <a:p>
                  <a:r>
                    <a:rPr lang="zh-CN" altLang="en-US">
                      <a:solidFill>
                        <a:schemeClr val="bg1"/>
                      </a:solidFill>
                      <a:latin typeface="等线" panose="02010600030101010101" charset="-122"/>
                      <a:ea typeface="等线" panose="02010600030101010101" charset="-122"/>
                      <a:cs typeface="..黑体UI-韩语" pitchFamily="2" charset="-128"/>
                    </a:rPr>
                    <a:t>论文总结致谢</a:t>
                  </a:r>
                  <a:endParaRPr lang="zh-CN" altLang="en-US">
                    <a:solidFill>
                      <a:schemeClr val="bg1"/>
                    </a:solidFill>
                    <a:latin typeface="等线" panose="02010600030101010101" charset="-122"/>
                    <a:ea typeface="等线" panose="02010600030101010101" charset="-122"/>
                    <a:cs typeface="..黑体UI-韩语" pitchFamily="2" charset="-128"/>
                  </a:endParaRPr>
                </a:p>
              </p:txBody>
            </p:sp>
            <p:sp>
              <p:nvSpPr>
                <p:cNvPr id="10" name="矩形 9"/>
                <p:cNvSpPr/>
                <p:nvPr/>
              </p:nvSpPr>
              <p:spPr>
                <a:xfrm>
                  <a:off x="7315200" y="1084888"/>
                  <a:ext cx="281354" cy="253219"/>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等线" panose="02010600030101010101" charset="-122"/>
                    <a:ea typeface="等线" panose="02010600030101010101" charset="-122"/>
                  </a:endParaRPr>
                </a:p>
              </p:txBody>
            </p:sp>
          </p:grpSp>
          <p:sp>
            <p:nvSpPr>
              <p:cNvPr id="7" name="文本框 6"/>
              <p:cNvSpPr txBox="1"/>
              <p:nvPr/>
            </p:nvSpPr>
            <p:spPr>
              <a:xfrm>
                <a:off x="1259551" y="4738584"/>
                <a:ext cx="2498257" cy="426784"/>
              </a:xfrm>
              <a:prstGeom prst="rect">
                <a:avLst/>
              </a:prstGeom>
              <a:noFill/>
            </p:spPr>
            <p:txBody>
              <a:bodyPr wrap="square" rtlCol="0" anchor="t">
                <a:spAutoFit/>
              </a:bodyPr>
              <a:lstStyle/>
              <a:p>
                <a:pPr fontAlgn="auto">
                  <a:lnSpc>
                    <a:spcPct val="130000"/>
                  </a:lnSpc>
                </a:pPr>
                <a:r>
                  <a:rPr lang="zh-CN" altLang="en-US" sz="900" dirty="0">
                    <a:solidFill>
                      <a:schemeClr val="bg1"/>
                    </a:solidFill>
                    <a:latin typeface="等线" panose="02010600030101010101" charset="-122"/>
                    <a:ea typeface="等线" panose="02010600030101010101" charset="-122"/>
                    <a:cs typeface="..黑体UI-韩语" pitchFamily="2" charset="-128"/>
                  </a:rPr>
                  <a:t>I walked through many mountains, walked through </a:t>
                </a:r>
                <a:r>
                  <a:rPr lang="zh-CN" altLang="en-US" sz="900">
                    <a:solidFill>
                      <a:schemeClr val="bg1"/>
                    </a:solidFill>
                    <a:latin typeface="等线" panose="02010600030101010101" charset="-122"/>
                    <a:ea typeface="等线" panose="02010600030101010101" charset="-122"/>
                    <a:cs typeface="..黑体UI-韩语" pitchFamily="2" charset="-128"/>
                  </a:rPr>
                  <a:t>many waters</a:t>
                </a:r>
                <a:endParaRPr lang="zh-CN" altLang="en-US" sz="900" dirty="0">
                  <a:solidFill>
                    <a:schemeClr val="bg1"/>
                  </a:solidFill>
                  <a:latin typeface="等线" panose="02010600030101010101" charset="-122"/>
                  <a:ea typeface="等线" panose="02010600030101010101" charset="-122"/>
                  <a:cs typeface="..黑体UI-韩语" pitchFamily="2" charset="-128"/>
                </a:endParaRPr>
              </a:p>
            </p:txBody>
          </p:sp>
          <p:sp>
            <p:nvSpPr>
              <p:cNvPr id="8" name="文本框 7"/>
              <p:cNvSpPr txBox="1"/>
              <p:nvPr/>
            </p:nvSpPr>
            <p:spPr>
              <a:xfrm>
                <a:off x="4532633" y="4738584"/>
                <a:ext cx="2836984" cy="426784"/>
              </a:xfrm>
              <a:prstGeom prst="rect">
                <a:avLst/>
              </a:prstGeom>
              <a:noFill/>
            </p:spPr>
            <p:txBody>
              <a:bodyPr wrap="square" rtlCol="0" anchor="t">
                <a:spAutoFit/>
              </a:bodyPr>
              <a:lstStyle/>
              <a:p>
                <a:pPr fontAlgn="auto">
                  <a:lnSpc>
                    <a:spcPct val="130000"/>
                  </a:lnSpc>
                </a:pPr>
                <a:r>
                  <a:rPr lang="zh-CN" altLang="en-US" sz="900" dirty="0">
                    <a:solidFill>
                      <a:schemeClr val="bg1"/>
                    </a:solidFill>
                    <a:latin typeface="等线" panose="02010600030101010101" charset="-122"/>
                    <a:ea typeface="等线" panose="02010600030101010101" charset="-122"/>
                    <a:cs typeface="..黑体UI-韩语" pitchFamily="2" charset="-128"/>
                  </a:rPr>
                  <a:t>I walked through many mountains, walked through </a:t>
                </a:r>
                <a:r>
                  <a:rPr lang="zh-CN" altLang="en-US" sz="900">
                    <a:solidFill>
                      <a:schemeClr val="bg1"/>
                    </a:solidFill>
                    <a:latin typeface="等线" panose="02010600030101010101" charset="-122"/>
                    <a:ea typeface="等线" panose="02010600030101010101" charset="-122"/>
                    <a:cs typeface="..黑体UI-韩语" pitchFamily="2" charset="-128"/>
                  </a:rPr>
                  <a:t>many waters</a:t>
                </a:r>
                <a:endParaRPr lang="zh-CN" altLang="en-US" sz="900" dirty="0">
                  <a:solidFill>
                    <a:schemeClr val="bg1"/>
                  </a:solidFill>
                  <a:latin typeface="等线" panose="02010600030101010101" charset="-122"/>
                  <a:ea typeface="等线" panose="02010600030101010101" charset="-122"/>
                  <a:cs typeface="..黑体UI-韩语" pitchFamily="2" charset="-128"/>
                </a:endParaRPr>
              </a:p>
            </p:txBody>
          </p:sp>
        </p:grpSp>
      </p:grpSp>
      <p:sp>
        <p:nvSpPr>
          <p:cNvPr id="21" name="矩形 20"/>
          <p:cNvSpPr/>
          <p:nvPr/>
        </p:nvSpPr>
        <p:spPr>
          <a:xfrm>
            <a:off x="7977162" y="914276"/>
            <a:ext cx="4214838" cy="5257800"/>
          </a:xfrm>
          <a:prstGeom prst="rect">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13316" y="571177"/>
            <a:ext cx="2420411" cy="584775"/>
            <a:chOff x="335489" y="633300"/>
            <a:chExt cx="2420411" cy="584775"/>
          </a:xfrm>
        </p:grpSpPr>
        <p:sp>
          <p:nvSpPr>
            <p:cNvPr id="23" name="矩形 22"/>
            <p:cNvSpPr/>
            <p:nvPr/>
          </p:nvSpPr>
          <p:spPr>
            <a:xfrm>
              <a:off x="444500" y="990600"/>
              <a:ext cx="2311400" cy="227475"/>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sp>
          <p:nvSpPr>
            <p:cNvPr id="22" name="文本框 21"/>
            <p:cNvSpPr txBox="1"/>
            <p:nvPr/>
          </p:nvSpPr>
          <p:spPr>
            <a:xfrm>
              <a:off x="335489" y="633300"/>
              <a:ext cx="2420411" cy="584775"/>
            </a:xfrm>
            <a:prstGeom prst="rect">
              <a:avLst/>
            </a:prstGeom>
            <a:noFill/>
          </p:spPr>
          <p:txBody>
            <a:bodyPr wrap="square" rtlCol="0">
              <a:spAutoFit/>
            </a:bodyPr>
            <a:lstStyle/>
            <a:p>
              <a:pPr algn="dist"/>
              <a:r>
                <a:rPr lang="en-US" altLang="zh-CN" sz="3200">
                  <a:solidFill>
                    <a:schemeClr val="bg1"/>
                  </a:solidFill>
                  <a:latin typeface="等线" panose="02010600030101010101" charset="-122"/>
                  <a:ea typeface="等线" panose="02010600030101010101" charset="-122"/>
                  <a:cs typeface="..黑体UI-韩语" pitchFamily="2" charset="-128"/>
                </a:rPr>
                <a:t>CONTENTS</a:t>
              </a:r>
              <a:endParaRPr lang="en-US" altLang="zh-CN" sz="3200">
                <a:solidFill>
                  <a:schemeClr val="bg1"/>
                </a:solidFill>
                <a:latin typeface="等线" panose="02010600030101010101" charset="-122"/>
                <a:ea typeface="等线" panose="02010600030101010101" charset="-122"/>
                <a:cs typeface="..黑体UI-韩语" pitchFamily="2" charset="-128"/>
              </a:endParaRPr>
            </a:p>
          </p:txBody>
        </p:sp>
      </p:grpSp>
      <p:sp>
        <p:nvSpPr>
          <p:cNvPr id="25" name="椭圆 24"/>
          <p:cNvSpPr/>
          <p:nvPr/>
        </p:nvSpPr>
        <p:spPr>
          <a:xfrm>
            <a:off x="2085218" y="384912"/>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4" name="矩形 3"/>
          <p:cNvSpPr/>
          <p:nvPr/>
        </p:nvSpPr>
        <p:spPr>
          <a:xfrm>
            <a:off x="0" y="0"/>
            <a:ext cx="1167131" cy="6858000"/>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p:cNvSpPr/>
          <p:nvPr/>
        </p:nvSpPr>
        <p:spPr>
          <a:xfrm>
            <a:off x="1936377" y="1254211"/>
            <a:ext cx="3707027" cy="3830594"/>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p:cNvSpPr/>
          <p:nvPr/>
        </p:nvSpPr>
        <p:spPr>
          <a:xfrm>
            <a:off x="5807676" y="1254211"/>
            <a:ext cx="3707027" cy="3830594"/>
          </a:xfrm>
          <a:prstGeom prst="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 name="组合 9"/>
          <p:cNvGrpSpPr/>
          <p:nvPr/>
        </p:nvGrpSpPr>
        <p:grpSpPr>
          <a:xfrm>
            <a:off x="1936377" y="5295438"/>
            <a:ext cx="3707130" cy="1443355"/>
            <a:chOff x="12736" y="7168"/>
            <a:chExt cx="5838" cy="2273"/>
          </a:xfrm>
        </p:grpSpPr>
        <p:sp>
          <p:nvSpPr>
            <p:cNvPr id="11" name="Google Shape;395;p53"/>
            <p:cNvSpPr txBox="1"/>
            <p:nvPr/>
          </p:nvSpPr>
          <p:spPr>
            <a:xfrm>
              <a:off x="12736" y="7707"/>
              <a:ext cx="5838" cy="1734"/>
            </a:xfrm>
            <a:prstGeom prst="rect">
              <a:avLst/>
            </a:prstGeom>
            <a:noFill/>
            <a:ln>
              <a:noFill/>
            </a:ln>
          </p:spPr>
          <p:txBody>
            <a:bodyPr spcFirstLastPara="1" wrap="square" lIns="0" tIns="45700" rIns="0" bIns="45700" anchor="t" anchorCtr="0">
              <a:noAutofit/>
            </a:bodyPr>
            <a:lstStyle/>
            <a:p>
              <a:pPr algn="l" fontAlgn="auto">
                <a:lnSpc>
                  <a:spcPct val="130000"/>
                </a:lnSpc>
              </a:pPr>
              <a:r>
                <a:rPr lang="zh-CN" altLang="en-US" sz="9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a:t>
              </a:r>
              <a:endParaRPr lang="zh-CN" altLang="en-US" sz="900">
                <a:solidFill>
                  <a:schemeClr val="bg1"/>
                </a:solidFill>
                <a:latin typeface="等线" panose="02010600030101010101" charset="-122"/>
                <a:ea typeface="等线" panose="02010600030101010101" charset="-122"/>
                <a:cs typeface="..黑体UI-韩语" pitchFamily="2" charset="-128"/>
                <a:sym typeface="+mn-ea"/>
              </a:endParaRPr>
            </a:p>
          </p:txBody>
        </p:sp>
        <p:sp>
          <p:nvSpPr>
            <p:cNvPr id="12" name="Google Shape;396;p53"/>
            <p:cNvSpPr txBox="1"/>
            <p:nvPr/>
          </p:nvSpPr>
          <p:spPr>
            <a:xfrm>
              <a:off x="12784" y="7168"/>
              <a:ext cx="1838" cy="4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065">
                  <a:solidFill>
                    <a:schemeClr val="bg1"/>
                  </a:solidFill>
                  <a:latin typeface="等线" panose="02010600030101010101" charset="-122"/>
                  <a:ea typeface="等线" panose="02010600030101010101" charset="-122"/>
                  <a:cs typeface="..黑体UI-韩语" pitchFamily="2" charset="-128"/>
                  <a:sym typeface="Montserrat Medium" panose="00000600000000000000"/>
                </a:rPr>
                <a:t>VIEW MORE</a:t>
              </a:r>
              <a:endParaRPr lang="en-GB" sz="1065">
                <a:solidFill>
                  <a:schemeClr val="bg1"/>
                </a:solidFill>
                <a:latin typeface="等线" panose="02010600030101010101" charset="-122"/>
                <a:ea typeface="等线" panose="02010600030101010101" charset="-122"/>
                <a:cs typeface="..黑体UI-韩语" pitchFamily="2" charset="-128"/>
                <a:sym typeface="Montserrat Medium" panose="00000600000000000000"/>
              </a:endParaRPr>
            </a:p>
          </p:txBody>
        </p:sp>
        <p:sp>
          <p:nvSpPr>
            <p:cNvPr id="13" name="Google Shape;397;p53"/>
            <p:cNvSpPr/>
            <p:nvPr/>
          </p:nvSpPr>
          <p:spPr>
            <a:xfrm>
              <a:off x="14761" y="7217"/>
              <a:ext cx="300" cy="300"/>
            </a:xfrm>
            <a:custGeom>
              <a:avLst/>
              <a:gdLst/>
              <a:ahLst/>
              <a:cxnLst/>
              <a:rect l="l" t="t"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9674" y="5053"/>
                  </a:moveTo>
                  <a:cubicBezTo>
                    <a:pt x="9585" y="4965"/>
                    <a:pt x="9462" y="4909"/>
                    <a:pt x="9327" y="4909"/>
                  </a:cubicBezTo>
                  <a:cubicBezTo>
                    <a:pt x="9056" y="4909"/>
                    <a:pt x="8836" y="5130"/>
                    <a:pt x="8836" y="5400"/>
                  </a:cubicBezTo>
                  <a:cubicBezTo>
                    <a:pt x="8836" y="5536"/>
                    <a:pt x="8891" y="5659"/>
                    <a:pt x="8980" y="5747"/>
                  </a:cubicBezTo>
                  <a:lnTo>
                    <a:pt x="13574" y="10800"/>
                  </a:lnTo>
                  <a:lnTo>
                    <a:pt x="8980" y="15853"/>
                  </a:lnTo>
                  <a:cubicBezTo>
                    <a:pt x="8891" y="15942"/>
                    <a:pt x="8836" y="16065"/>
                    <a:pt x="8836" y="16200"/>
                  </a:cubicBezTo>
                  <a:cubicBezTo>
                    <a:pt x="8836" y="16471"/>
                    <a:pt x="9056" y="16691"/>
                    <a:pt x="9327" y="16691"/>
                  </a:cubicBezTo>
                  <a:cubicBezTo>
                    <a:pt x="9462" y="16691"/>
                    <a:pt x="9585" y="16636"/>
                    <a:pt x="9674" y="16547"/>
                  </a:cubicBezTo>
                  <a:lnTo>
                    <a:pt x="14583" y="11147"/>
                  </a:lnTo>
                  <a:cubicBezTo>
                    <a:pt x="14673" y="11059"/>
                    <a:pt x="14727" y="10936"/>
                    <a:pt x="14727" y="10800"/>
                  </a:cubicBezTo>
                  <a:cubicBezTo>
                    <a:pt x="14727" y="10665"/>
                    <a:pt x="14673" y="10542"/>
                    <a:pt x="14583" y="10453"/>
                  </a:cubicBezTo>
                  <a:cubicBezTo>
                    <a:pt x="14583" y="10453"/>
                    <a:pt x="9674" y="5053"/>
                    <a:pt x="9674" y="5053"/>
                  </a:cubicBezTo>
                  <a:close/>
                </a:path>
              </a:pathLst>
            </a:custGeom>
            <a:solidFill>
              <a:schemeClr val="bg1"/>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65">
                <a:solidFill>
                  <a:schemeClr val="bg1"/>
                </a:solidFill>
                <a:latin typeface="等线" panose="02010600030101010101" charset="-122"/>
                <a:ea typeface="等线" panose="02010600030101010101" charset="-122"/>
                <a:cs typeface="..黑体UI-韩语" pitchFamily="2" charset="-128"/>
                <a:sym typeface="Montserrat Light"/>
              </a:endParaRPr>
            </a:p>
          </p:txBody>
        </p:sp>
      </p:grpSp>
      <p:grpSp>
        <p:nvGrpSpPr>
          <p:cNvPr id="14" name="组合 13"/>
          <p:cNvGrpSpPr/>
          <p:nvPr/>
        </p:nvGrpSpPr>
        <p:grpSpPr>
          <a:xfrm>
            <a:off x="5807676" y="5264359"/>
            <a:ext cx="3707130" cy="1443355"/>
            <a:chOff x="12736" y="7168"/>
            <a:chExt cx="5838" cy="2273"/>
          </a:xfrm>
        </p:grpSpPr>
        <p:sp>
          <p:nvSpPr>
            <p:cNvPr id="15" name="Google Shape;395;p53"/>
            <p:cNvSpPr txBox="1"/>
            <p:nvPr/>
          </p:nvSpPr>
          <p:spPr>
            <a:xfrm>
              <a:off x="12736" y="7707"/>
              <a:ext cx="5838" cy="1734"/>
            </a:xfrm>
            <a:prstGeom prst="rect">
              <a:avLst/>
            </a:prstGeom>
            <a:noFill/>
            <a:ln>
              <a:noFill/>
            </a:ln>
          </p:spPr>
          <p:txBody>
            <a:bodyPr spcFirstLastPara="1" wrap="square" lIns="0" tIns="45700" rIns="0" bIns="45700" anchor="t" anchorCtr="0">
              <a:noAutofit/>
            </a:bodyPr>
            <a:lstStyle/>
            <a:p>
              <a:pPr algn="l" fontAlgn="auto">
                <a:lnSpc>
                  <a:spcPct val="130000"/>
                </a:lnSpc>
              </a:pPr>
              <a:r>
                <a:rPr lang="zh-CN" altLang="en-US" sz="9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a:t>
              </a:r>
              <a:endParaRPr lang="zh-CN" altLang="en-US" sz="900">
                <a:solidFill>
                  <a:schemeClr val="bg1"/>
                </a:solidFill>
                <a:latin typeface="等线" panose="02010600030101010101" charset="-122"/>
                <a:ea typeface="等线" panose="02010600030101010101" charset="-122"/>
                <a:cs typeface="..黑体UI-韩语" pitchFamily="2" charset="-128"/>
                <a:sym typeface="+mn-ea"/>
              </a:endParaRPr>
            </a:p>
          </p:txBody>
        </p:sp>
        <p:sp>
          <p:nvSpPr>
            <p:cNvPr id="16" name="Google Shape;396;p53"/>
            <p:cNvSpPr txBox="1"/>
            <p:nvPr/>
          </p:nvSpPr>
          <p:spPr>
            <a:xfrm>
              <a:off x="12784" y="7168"/>
              <a:ext cx="1838" cy="4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065">
                  <a:solidFill>
                    <a:schemeClr val="bg1"/>
                  </a:solidFill>
                  <a:latin typeface="等线" panose="02010600030101010101" charset="-122"/>
                  <a:ea typeface="等线" panose="02010600030101010101" charset="-122"/>
                  <a:cs typeface="..黑体UI-韩语" pitchFamily="2" charset="-128"/>
                  <a:sym typeface="Montserrat Medium" panose="00000600000000000000"/>
                </a:rPr>
                <a:t>VIEW MORE</a:t>
              </a:r>
              <a:endParaRPr lang="en-GB" sz="1065">
                <a:solidFill>
                  <a:schemeClr val="bg1"/>
                </a:solidFill>
                <a:latin typeface="等线" panose="02010600030101010101" charset="-122"/>
                <a:ea typeface="等线" panose="02010600030101010101" charset="-122"/>
                <a:cs typeface="..黑体UI-韩语" pitchFamily="2" charset="-128"/>
                <a:sym typeface="Montserrat Medium" panose="00000600000000000000"/>
              </a:endParaRPr>
            </a:p>
          </p:txBody>
        </p:sp>
        <p:sp>
          <p:nvSpPr>
            <p:cNvPr id="17" name="Google Shape;397;p53"/>
            <p:cNvSpPr/>
            <p:nvPr/>
          </p:nvSpPr>
          <p:spPr>
            <a:xfrm>
              <a:off x="14761" y="7217"/>
              <a:ext cx="300" cy="300"/>
            </a:xfrm>
            <a:custGeom>
              <a:avLst/>
              <a:gdLst/>
              <a:ahLst/>
              <a:cxnLst/>
              <a:rect l="l" t="t"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9674" y="5053"/>
                  </a:moveTo>
                  <a:cubicBezTo>
                    <a:pt x="9585" y="4965"/>
                    <a:pt x="9462" y="4909"/>
                    <a:pt x="9327" y="4909"/>
                  </a:cubicBezTo>
                  <a:cubicBezTo>
                    <a:pt x="9056" y="4909"/>
                    <a:pt x="8836" y="5130"/>
                    <a:pt x="8836" y="5400"/>
                  </a:cubicBezTo>
                  <a:cubicBezTo>
                    <a:pt x="8836" y="5536"/>
                    <a:pt x="8891" y="5659"/>
                    <a:pt x="8980" y="5747"/>
                  </a:cubicBezTo>
                  <a:lnTo>
                    <a:pt x="13574" y="10800"/>
                  </a:lnTo>
                  <a:lnTo>
                    <a:pt x="8980" y="15853"/>
                  </a:lnTo>
                  <a:cubicBezTo>
                    <a:pt x="8891" y="15942"/>
                    <a:pt x="8836" y="16065"/>
                    <a:pt x="8836" y="16200"/>
                  </a:cubicBezTo>
                  <a:cubicBezTo>
                    <a:pt x="8836" y="16471"/>
                    <a:pt x="9056" y="16691"/>
                    <a:pt x="9327" y="16691"/>
                  </a:cubicBezTo>
                  <a:cubicBezTo>
                    <a:pt x="9462" y="16691"/>
                    <a:pt x="9585" y="16636"/>
                    <a:pt x="9674" y="16547"/>
                  </a:cubicBezTo>
                  <a:lnTo>
                    <a:pt x="14583" y="11147"/>
                  </a:lnTo>
                  <a:cubicBezTo>
                    <a:pt x="14673" y="11059"/>
                    <a:pt x="14727" y="10936"/>
                    <a:pt x="14727" y="10800"/>
                  </a:cubicBezTo>
                  <a:cubicBezTo>
                    <a:pt x="14727" y="10665"/>
                    <a:pt x="14673" y="10542"/>
                    <a:pt x="14583" y="10453"/>
                  </a:cubicBezTo>
                  <a:cubicBezTo>
                    <a:pt x="14583" y="10453"/>
                    <a:pt x="9674" y="5053"/>
                    <a:pt x="9674" y="5053"/>
                  </a:cubicBezTo>
                  <a:close/>
                </a:path>
              </a:pathLst>
            </a:custGeom>
            <a:solidFill>
              <a:schemeClr val="bg1"/>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65">
                <a:solidFill>
                  <a:schemeClr val="bg1"/>
                </a:solidFill>
                <a:latin typeface="等线" panose="02010600030101010101" charset="-122"/>
                <a:ea typeface="等线" panose="02010600030101010101" charset="-122"/>
                <a:cs typeface="..黑体UI-韩语" pitchFamily="2" charset="-128"/>
                <a:sym typeface="Montserrat Light"/>
              </a:endParaRPr>
            </a:p>
          </p:txBody>
        </p:sp>
      </p:grpSp>
      <p:grpSp>
        <p:nvGrpSpPr>
          <p:cNvPr id="20" name="组合 19"/>
          <p:cNvGrpSpPr/>
          <p:nvPr/>
        </p:nvGrpSpPr>
        <p:grpSpPr>
          <a:xfrm>
            <a:off x="9203526" y="1445745"/>
            <a:ext cx="2365452" cy="736141"/>
            <a:chOff x="8970418" y="1102845"/>
            <a:chExt cx="2365452" cy="736141"/>
          </a:xfrm>
        </p:grpSpPr>
        <p:sp>
          <p:nvSpPr>
            <p:cNvPr id="8" name="文本框 7"/>
            <p:cNvSpPr txBox="1"/>
            <p:nvPr/>
          </p:nvSpPr>
          <p:spPr>
            <a:xfrm>
              <a:off x="8970418" y="1254211"/>
              <a:ext cx="2237909" cy="58477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sp>
          <p:nvSpPr>
            <p:cNvPr id="18" name="椭圆 17"/>
            <p:cNvSpPr/>
            <p:nvPr/>
          </p:nvSpPr>
          <p:spPr>
            <a:xfrm>
              <a:off x="10892117" y="1102845"/>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sp>
          <p:nvSpPr>
            <p:cNvPr id="19" name="椭圆 18"/>
            <p:cNvSpPr/>
            <p:nvPr/>
          </p:nvSpPr>
          <p:spPr>
            <a:xfrm>
              <a:off x="10139638" y="123323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grpSp>
      <p:sp>
        <p:nvSpPr>
          <p:cNvPr id="21" name="文本框 20"/>
          <p:cNvSpPr txBox="1"/>
          <p:nvPr/>
        </p:nvSpPr>
        <p:spPr>
          <a:xfrm>
            <a:off x="1813725" y="189318"/>
            <a:ext cx="1976165" cy="737235"/>
          </a:xfrm>
          <a:prstGeom prst="rect">
            <a:avLst/>
          </a:prstGeom>
          <a:noFill/>
          <a:ln w="9525">
            <a:noFill/>
          </a:ln>
        </p:spPr>
        <p:txBody>
          <a:bodyPr wrap="square">
            <a:spAutoFit/>
          </a:bodyPr>
          <a:lstStyle/>
          <a:p>
            <a:pPr indent="0">
              <a:lnSpc>
                <a:spcPct val="200000"/>
              </a:lnSpc>
            </a:pPr>
            <a:r>
              <a:rPr lang="en-US" sz="1050" b="0" dirty="0">
                <a:solidFill>
                  <a:schemeClr val="bg1"/>
                </a:solidFill>
                <a:latin typeface="等线" panose="02010600030101010101" charset="-122"/>
                <a:ea typeface="等线" panose="02010600030101010101" charset="-122"/>
                <a:cs typeface="..黑体UI-韩语" pitchFamily="2" charset="-128"/>
              </a:rPr>
              <a:t>I WALKED THROUGH </a:t>
            </a:r>
            <a:r>
              <a:rPr lang="en-US" sz="1050" b="0">
                <a:solidFill>
                  <a:schemeClr val="bg1"/>
                </a:solidFill>
                <a:latin typeface="等线" panose="02010600030101010101" charset="-122"/>
                <a:ea typeface="等线" panose="02010600030101010101" charset="-122"/>
                <a:cs typeface="..黑体UI-韩语" pitchFamily="2" charset="-128"/>
              </a:rPr>
              <a:t>MANY MOUNTAINS</a:t>
            </a:r>
            <a:endParaRPr lang="zh-CN" altLang="en-US" dirty="0">
              <a:solidFill>
                <a:schemeClr val="bg1"/>
              </a:solidFill>
              <a:latin typeface="等线" panose="02010600030101010101" charset="-122"/>
              <a:ea typeface="等线" panose="02010600030101010101" charset="-122"/>
              <a:cs typeface="..黑体UI-韩语" pitchFamily="2" charset="-128"/>
            </a:endParaRPr>
          </a:p>
        </p:txBody>
      </p:sp>
      <p:sp>
        <p:nvSpPr>
          <p:cNvPr id="22" name="Google Shape;395;p53"/>
          <p:cNvSpPr txBox="1"/>
          <p:nvPr/>
        </p:nvSpPr>
        <p:spPr>
          <a:xfrm>
            <a:off x="9136668" y="2681829"/>
            <a:ext cx="2237909" cy="1101090"/>
          </a:xfrm>
          <a:prstGeom prst="rect">
            <a:avLst/>
          </a:prstGeom>
          <a:noFill/>
          <a:ln>
            <a:noFill/>
          </a:ln>
        </p:spPr>
        <p:txBody>
          <a:bodyPr spcFirstLastPara="1" wrap="square" lIns="0" tIns="45700" rIns="0" bIns="45700" anchor="t" anchorCtr="0">
            <a:noAutofit/>
          </a:bodyPr>
          <a:lstStyle/>
          <a:p>
            <a:pPr algn="r" fontAlgn="auto">
              <a:lnSpc>
                <a:spcPct val="130000"/>
              </a:lnSpc>
            </a:pPr>
            <a:r>
              <a:rPr lang="zh-CN" altLang="en-US" sz="9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a:t>
            </a:r>
            <a:endParaRPr lang="zh-CN" altLang="en-US" sz="900">
              <a:solidFill>
                <a:schemeClr val="bg1"/>
              </a:solidFill>
              <a:latin typeface="等线" panose="02010600030101010101" charset="-122"/>
              <a:ea typeface="等线" panose="02010600030101010101" charset="-122"/>
              <a:cs typeface="..黑体UI-韩语" pitchFamily="2" charset="-128"/>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2" name="矩形 1"/>
          <p:cNvSpPr/>
          <p:nvPr/>
        </p:nvSpPr>
        <p:spPr>
          <a:xfrm>
            <a:off x="0" y="0"/>
            <a:ext cx="12192000" cy="3706586"/>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8878570" y="588010"/>
            <a:ext cx="3313430" cy="2367915"/>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矩形 3"/>
          <p:cNvSpPr/>
          <p:nvPr/>
        </p:nvSpPr>
        <p:spPr>
          <a:xfrm>
            <a:off x="4932680" y="588010"/>
            <a:ext cx="3313430" cy="2367915"/>
          </a:xfrm>
          <a:prstGeom prst="rect">
            <a:avLst/>
          </a:prstGeom>
          <a:blipFill dpi="0" rotWithShape="1">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730704" y="1296579"/>
            <a:ext cx="3241040" cy="1443355"/>
            <a:chOff x="12736" y="7168"/>
            <a:chExt cx="5104" cy="2273"/>
          </a:xfrm>
        </p:grpSpPr>
        <p:sp>
          <p:nvSpPr>
            <p:cNvPr id="6" name="Google Shape;395;p53"/>
            <p:cNvSpPr txBox="1"/>
            <p:nvPr/>
          </p:nvSpPr>
          <p:spPr>
            <a:xfrm>
              <a:off x="12736" y="7707"/>
              <a:ext cx="5104" cy="1734"/>
            </a:xfrm>
            <a:prstGeom prst="rect">
              <a:avLst/>
            </a:prstGeom>
            <a:noFill/>
            <a:ln>
              <a:noFill/>
            </a:ln>
          </p:spPr>
          <p:txBody>
            <a:bodyPr spcFirstLastPara="1" wrap="square" lIns="0" tIns="45700" rIns="0" bIns="45700" anchor="t" anchorCtr="0">
              <a:noAutofit/>
            </a:bodyPr>
            <a:lstStyle/>
            <a:p>
              <a:pPr algn="l" fontAlgn="auto">
                <a:lnSpc>
                  <a:spcPct val="130000"/>
                </a:lnSpc>
              </a:pPr>
              <a:r>
                <a:rPr lang="zh-CN" altLang="en-US" sz="106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1060">
                <a:solidFill>
                  <a:schemeClr val="bg1"/>
                </a:solidFill>
                <a:latin typeface="等线" panose="02010600030101010101" charset="-122"/>
                <a:ea typeface="等线" panose="02010600030101010101" charset="-122"/>
                <a:cs typeface="..黑体UI-韩语" pitchFamily="2" charset="-128"/>
                <a:sym typeface="+mn-ea"/>
              </a:endParaRPr>
            </a:p>
          </p:txBody>
        </p:sp>
        <p:sp>
          <p:nvSpPr>
            <p:cNvPr id="7" name="Google Shape;396;p53"/>
            <p:cNvSpPr txBox="1"/>
            <p:nvPr/>
          </p:nvSpPr>
          <p:spPr>
            <a:xfrm>
              <a:off x="12784" y="7168"/>
              <a:ext cx="1838" cy="4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065">
                  <a:solidFill>
                    <a:schemeClr val="bg1"/>
                  </a:solidFill>
                  <a:latin typeface="等线" panose="02010600030101010101" charset="-122"/>
                  <a:ea typeface="等线" panose="02010600030101010101" charset="-122"/>
                  <a:cs typeface="..黑体UI-韩语" pitchFamily="2" charset="-128"/>
                  <a:sym typeface="Montserrat Medium" panose="00000600000000000000"/>
                </a:rPr>
                <a:t>VIEW MORE</a:t>
              </a:r>
              <a:endParaRPr lang="en-GB" sz="1065">
                <a:solidFill>
                  <a:schemeClr val="bg1"/>
                </a:solidFill>
                <a:latin typeface="等线" panose="02010600030101010101" charset="-122"/>
                <a:ea typeface="等线" panose="02010600030101010101" charset="-122"/>
                <a:cs typeface="..黑体UI-韩语" pitchFamily="2" charset="-128"/>
                <a:sym typeface="Montserrat Medium" panose="00000600000000000000"/>
              </a:endParaRPr>
            </a:p>
          </p:txBody>
        </p:sp>
        <p:sp>
          <p:nvSpPr>
            <p:cNvPr id="8" name="Google Shape;397;p53"/>
            <p:cNvSpPr/>
            <p:nvPr/>
          </p:nvSpPr>
          <p:spPr>
            <a:xfrm>
              <a:off x="14761" y="7217"/>
              <a:ext cx="300" cy="300"/>
            </a:xfrm>
            <a:custGeom>
              <a:avLst/>
              <a:gdLst/>
              <a:ahLst/>
              <a:cxnLst/>
              <a:rect l="l" t="t" r="r" b="b"/>
              <a:pathLst>
                <a:path w="21600" h="21600" extrusionOk="0">
                  <a:moveTo>
                    <a:pt x="10800" y="20618"/>
                  </a:moveTo>
                  <a:cubicBezTo>
                    <a:pt x="5377" y="20618"/>
                    <a:pt x="982" y="16223"/>
                    <a:pt x="982" y="10800"/>
                  </a:cubicBezTo>
                  <a:cubicBezTo>
                    <a:pt x="982" y="5378"/>
                    <a:pt x="5377" y="982"/>
                    <a:pt x="10800" y="982"/>
                  </a:cubicBezTo>
                  <a:cubicBezTo>
                    <a:pt x="16223" y="982"/>
                    <a:pt x="20618" y="5378"/>
                    <a:pt x="20618" y="10800"/>
                  </a:cubicBezTo>
                  <a:cubicBezTo>
                    <a:pt x="20618" y="16223"/>
                    <a:pt x="16223" y="20618"/>
                    <a:pt x="10800" y="20618"/>
                  </a:cubicBezTo>
                  <a:moveTo>
                    <a:pt x="10800" y="0"/>
                  </a:moveTo>
                  <a:cubicBezTo>
                    <a:pt x="4835" y="0"/>
                    <a:pt x="0" y="4835"/>
                    <a:pt x="0" y="10800"/>
                  </a:cubicBezTo>
                  <a:cubicBezTo>
                    <a:pt x="0" y="16765"/>
                    <a:pt x="4835" y="21600"/>
                    <a:pt x="10800" y="21600"/>
                  </a:cubicBezTo>
                  <a:cubicBezTo>
                    <a:pt x="16765" y="21600"/>
                    <a:pt x="21600" y="16765"/>
                    <a:pt x="21600" y="10800"/>
                  </a:cubicBezTo>
                  <a:cubicBezTo>
                    <a:pt x="21600" y="4835"/>
                    <a:pt x="16765" y="0"/>
                    <a:pt x="10800" y="0"/>
                  </a:cubicBezTo>
                  <a:moveTo>
                    <a:pt x="9674" y="5053"/>
                  </a:moveTo>
                  <a:cubicBezTo>
                    <a:pt x="9585" y="4965"/>
                    <a:pt x="9462" y="4909"/>
                    <a:pt x="9327" y="4909"/>
                  </a:cubicBezTo>
                  <a:cubicBezTo>
                    <a:pt x="9056" y="4909"/>
                    <a:pt x="8836" y="5130"/>
                    <a:pt x="8836" y="5400"/>
                  </a:cubicBezTo>
                  <a:cubicBezTo>
                    <a:pt x="8836" y="5536"/>
                    <a:pt x="8891" y="5659"/>
                    <a:pt x="8980" y="5747"/>
                  </a:cubicBezTo>
                  <a:lnTo>
                    <a:pt x="13574" y="10800"/>
                  </a:lnTo>
                  <a:lnTo>
                    <a:pt x="8980" y="15853"/>
                  </a:lnTo>
                  <a:cubicBezTo>
                    <a:pt x="8891" y="15942"/>
                    <a:pt x="8836" y="16065"/>
                    <a:pt x="8836" y="16200"/>
                  </a:cubicBezTo>
                  <a:cubicBezTo>
                    <a:pt x="8836" y="16471"/>
                    <a:pt x="9056" y="16691"/>
                    <a:pt x="9327" y="16691"/>
                  </a:cubicBezTo>
                  <a:cubicBezTo>
                    <a:pt x="9462" y="16691"/>
                    <a:pt x="9585" y="16636"/>
                    <a:pt x="9674" y="16547"/>
                  </a:cubicBezTo>
                  <a:lnTo>
                    <a:pt x="14583" y="11147"/>
                  </a:lnTo>
                  <a:cubicBezTo>
                    <a:pt x="14673" y="11059"/>
                    <a:pt x="14727" y="10936"/>
                    <a:pt x="14727" y="10800"/>
                  </a:cubicBezTo>
                  <a:cubicBezTo>
                    <a:pt x="14727" y="10665"/>
                    <a:pt x="14673" y="10542"/>
                    <a:pt x="14583" y="10453"/>
                  </a:cubicBezTo>
                  <a:cubicBezTo>
                    <a:pt x="14583" y="10453"/>
                    <a:pt x="9674" y="5053"/>
                    <a:pt x="9674" y="5053"/>
                  </a:cubicBezTo>
                  <a:close/>
                </a:path>
              </a:pathLst>
            </a:custGeom>
            <a:solidFill>
              <a:schemeClr val="bg1"/>
            </a:solidFill>
            <a:ln>
              <a:noFill/>
            </a:ln>
          </p:spPr>
          <p:txBody>
            <a:bodyPr spcFirstLastPara="1" wrap="square" lIns="38100" tIns="38100" rIns="38100" bIns="38100" anchor="ctr" anchorCtr="0">
              <a:noAutofit/>
            </a:bodyPr>
            <a:lstStyle/>
            <a:p>
              <a:pPr marL="0" marR="0" lvl="0" indent="0" algn="l" rtl="0">
                <a:spcBef>
                  <a:spcPts val="0"/>
                </a:spcBef>
                <a:spcAft>
                  <a:spcPts val="0"/>
                </a:spcAft>
                <a:buNone/>
              </a:pPr>
              <a:endParaRPr sz="1865">
                <a:solidFill>
                  <a:schemeClr val="bg1"/>
                </a:solidFill>
                <a:latin typeface="等线" panose="02010600030101010101" charset="-122"/>
                <a:ea typeface="等线" panose="02010600030101010101" charset="-122"/>
                <a:cs typeface="..黑体UI-韩语" pitchFamily="2" charset="-128"/>
                <a:sym typeface="Montserrat Light"/>
              </a:endParaRPr>
            </a:p>
          </p:txBody>
        </p:sp>
      </p:grpSp>
      <p:grpSp>
        <p:nvGrpSpPr>
          <p:cNvPr id="9" name="组合 8"/>
          <p:cNvGrpSpPr/>
          <p:nvPr/>
        </p:nvGrpSpPr>
        <p:grpSpPr>
          <a:xfrm>
            <a:off x="730704" y="4744762"/>
            <a:ext cx="2237909" cy="605748"/>
            <a:chOff x="8970418" y="1233238"/>
            <a:chExt cx="2237909" cy="605748"/>
          </a:xfrm>
        </p:grpSpPr>
        <p:sp>
          <p:nvSpPr>
            <p:cNvPr id="10" name="文本框 9"/>
            <p:cNvSpPr txBox="1"/>
            <p:nvPr/>
          </p:nvSpPr>
          <p:spPr>
            <a:xfrm>
              <a:off x="8970418" y="1254211"/>
              <a:ext cx="2237909" cy="58477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sp>
          <p:nvSpPr>
            <p:cNvPr id="11" name="椭圆 10"/>
            <p:cNvSpPr/>
            <p:nvPr/>
          </p:nvSpPr>
          <p:spPr>
            <a:xfrm>
              <a:off x="10764574" y="1263879"/>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sp>
          <p:nvSpPr>
            <p:cNvPr id="12" name="椭圆 11"/>
            <p:cNvSpPr/>
            <p:nvPr/>
          </p:nvSpPr>
          <p:spPr>
            <a:xfrm>
              <a:off x="10139638" y="123323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grpSp>
      <p:grpSp>
        <p:nvGrpSpPr>
          <p:cNvPr id="22" name="组合 21"/>
          <p:cNvGrpSpPr/>
          <p:nvPr/>
        </p:nvGrpSpPr>
        <p:grpSpPr>
          <a:xfrm>
            <a:off x="4012810" y="4836245"/>
            <a:ext cx="7448486" cy="1281430"/>
            <a:chOff x="4012810" y="4547800"/>
            <a:chExt cx="7448486" cy="1281430"/>
          </a:xfrm>
        </p:grpSpPr>
        <p:grpSp>
          <p:nvGrpSpPr>
            <p:cNvPr id="13" name="组合 12"/>
            <p:cNvGrpSpPr/>
            <p:nvPr/>
          </p:nvGrpSpPr>
          <p:grpSpPr>
            <a:xfrm>
              <a:off x="4012810" y="4547800"/>
              <a:ext cx="2273935" cy="1281430"/>
              <a:chOff x="11445" y="554"/>
              <a:chExt cx="3581" cy="2018"/>
            </a:xfrm>
          </p:grpSpPr>
          <p:sp>
            <p:nvSpPr>
              <p:cNvPr id="14" name="文本框 13"/>
              <p:cNvSpPr txBox="1"/>
              <p:nvPr/>
            </p:nvSpPr>
            <p:spPr>
              <a:xfrm>
                <a:off x="11445" y="1202"/>
                <a:ext cx="3581" cy="1370"/>
              </a:xfrm>
              <a:prstGeom prst="rect">
                <a:avLst/>
              </a:prstGeom>
              <a:noFill/>
            </p:spPr>
            <p:txBody>
              <a:bodyPr wrap="square" rtlCol="0" anchor="t">
                <a:spAutoFit/>
              </a:bodyPr>
              <a:lstStyle/>
              <a:p>
                <a:pPr algn="ctr" fontAlgn="auto">
                  <a:lnSpc>
                    <a:spcPct val="130000"/>
                  </a:lnSpc>
                </a:pPr>
                <a:r>
                  <a:rPr lang="zh-CN" altLang="en-US" sz="800">
                    <a:solidFill>
                      <a:schemeClr val="bg1"/>
                    </a:solidFill>
                    <a:latin typeface="等线" panose="02010600030101010101" charset="-122"/>
                    <a:ea typeface="等线" panose="02010600030101010101" charset="-122"/>
                    <a:cs typeface="..黑体UI-韩语" pitchFamily="2" charset="-128"/>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黑体UI-韩语" pitchFamily="2" charset="-128"/>
                </a:endParaRPr>
              </a:p>
            </p:txBody>
          </p:sp>
          <p:sp>
            <p:nvSpPr>
              <p:cNvPr id="15" name="文本框 14"/>
              <p:cNvSpPr txBox="1"/>
              <p:nvPr/>
            </p:nvSpPr>
            <p:spPr>
              <a:xfrm>
                <a:off x="11561" y="554"/>
                <a:ext cx="3348" cy="483"/>
              </a:xfrm>
              <a:prstGeom prst="rect">
                <a:avLst/>
              </a:prstGeom>
              <a:noFill/>
            </p:spPr>
            <p:txBody>
              <a:bodyPr wrap="square" rtlCol="0">
                <a:spAutoFit/>
              </a:bodyPr>
              <a:lstStyle/>
              <a:p>
                <a:pPr algn="ctr"/>
                <a:r>
                  <a:rPr lang="zh-CN" altLang="en-US" sz="1400">
                    <a:solidFill>
                      <a:schemeClr val="bg1"/>
                    </a:solidFill>
                    <a:latin typeface="等线" panose="02010600030101010101" charset="-122"/>
                    <a:ea typeface="等线" panose="02010600030101010101" charset="-122"/>
                    <a:cs typeface="..黑体UI-韩语" pitchFamily="2" charset="-128"/>
                    <a:sym typeface="+mn-ea"/>
                  </a:rPr>
                  <a:t>添加此处原有标题</a:t>
                </a:r>
                <a:endParaRPr lang="zh-CN" altLang="en-US" sz="1400">
                  <a:solidFill>
                    <a:schemeClr val="bg1"/>
                  </a:solidFill>
                  <a:latin typeface="等线" panose="02010600030101010101" charset="-122"/>
                  <a:ea typeface="等线" panose="02010600030101010101" charset="-122"/>
                  <a:cs typeface="..黑体UI-韩语" pitchFamily="2" charset="-128"/>
                  <a:sym typeface="+mn-ea"/>
                </a:endParaRPr>
              </a:p>
            </p:txBody>
          </p:sp>
        </p:grpSp>
        <p:grpSp>
          <p:nvGrpSpPr>
            <p:cNvPr id="16" name="组合 15"/>
            <p:cNvGrpSpPr/>
            <p:nvPr/>
          </p:nvGrpSpPr>
          <p:grpSpPr>
            <a:xfrm>
              <a:off x="6674063" y="4547800"/>
              <a:ext cx="2273935" cy="1281430"/>
              <a:chOff x="11445" y="554"/>
              <a:chExt cx="3581" cy="2018"/>
            </a:xfrm>
          </p:grpSpPr>
          <p:sp>
            <p:nvSpPr>
              <p:cNvPr id="17" name="文本框 16"/>
              <p:cNvSpPr txBox="1"/>
              <p:nvPr/>
            </p:nvSpPr>
            <p:spPr>
              <a:xfrm>
                <a:off x="11445" y="1202"/>
                <a:ext cx="3581" cy="1370"/>
              </a:xfrm>
              <a:prstGeom prst="rect">
                <a:avLst/>
              </a:prstGeom>
              <a:noFill/>
            </p:spPr>
            <p:txBody>
              <a:bodyPr wrap="square" rtlCol="0" anchor="t">
                <a:spAutoFit/>
              </a:bodyPr>
              <a:lstStyle/>
              <a:p>
                <a:pPr algn="ctr" fontAlgn="auto">
                  <a:lnSpc>
                    <a:spcPct val="130000"/>
                  </a:lnSpc>
                </a:pPr>
                <a:r>
                  <a:rPr lang="zh-CN" altLang="en-US" sz="800">
                    <a:solidFill>
                      <a:schemeClr val="bg1"/>
                    </a:solidFill>
                    <a:latin typeface="等线" panose="02010600030101010101" charset="-122"/>
                    <a:ea typeface="等线" panose="02010600030101010101" charset="-122"/>
                    <a:cs typeface="..黑体UI-韩语" pitchFamily="2" charset="-128"/>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黑体UI-韩语" pitchFamily="2" charset="-128"/>
                </a:endParaRPr>
              </a:p>
            </p:txBody>
          </p:sp>
          <p:sp>
            <p:nvSpPr>
              <p:cNvPr id="18" name="文本框 17"/>
              <p:cNvSpPr txBox="1"/>
              <p:nvPr/>
            </p:nvSpPr>
            <p:spPr>
              <a:xfrm>
                <a:off x="11561" y="554"/>
                <a:ext cx="3348" cy="483"/>
              </a:xfrm>
              <a:prstGeom prst="rect">
                <a:avLst/>
              </a:prstGeom>
              <a:noFill/>
            </p:spPr>
            <p:txBody>
              <a:bodyPr wrap="square" rtlCol="0">
                <a:spAutoFit/>
              </a:bodyPr>
              <a:lstStyle/>
              <a:p>
                <a:pPr algn="ctr"/>
                <a:r>
                  <a:rPr lang="zh-CN" altLang="en-US" sz="1400">
                    <a:solidFill>
                      <a:schemeClr val="bg1"/>
                    </a:solidFill>
                    <a:latin typeface="等线" panose="02010600030101010101" charset="-122"/>
                    <a:ea typeface="等线" panose="02010600030101010101" charset="-122"/>
                    <a:cs typeface="..黑体UI-韩语" pitchFamily="2" charset="-128"/>
                    <a:sym typeface="+mn-ea"/>
                  </a:rPr>
                  <a:t>添加此处原有标题</a:t>
                </a:r>
                <a:endParaRPr lang="zh-CN" altLang="en-US" sz="1400">
                  <a:solidFill>
                    <a:schemeClr val="bg1"/>
                  </a:solidFill>
                  <a:latin typeface="等线" panose="02010600030101010101" charset="-122"/>
                  <a:ea typeface="等线" panose="02010600030101010101" charset="-122"/>
                  <a:cs typeface="..黑体UI-韩语" pitchFamily="2" charset="-128"/>
                  <a:sym typeface="+mn-ea"/>
                </a:endParaRPr>
              </a:p>
            </p:txBody>
          </p:sp>
        </p:grpSp>
        <p:grpSp>
          <p:nvGrpSpPr>
            <p:cNvPr id="19" name="组合 18"/>
            <p:cNvGrpSpPr/>
            <p:nvPr/>
          </p:nvGrpSpPr>
          <p:grpSpPr>
            <a:xfrm>
              <a:off x="9187361" y="4547800"/>
              <a:ext cx="2273935" cy="1281430"/>
              <a:chOff x="11445" y="554"/>
              <a:chExt cx="3581" cy="2018"/>
            </a:xfrm>
          </p:grpSpPr>
          <p:sp>
            <p:nvSpPr>
              <p:cNvPr id="20" name="文本框 19"/>
              <p:cNvSpPr txBox="1"/>
              <p:nvPr/>
            </p:nvSpPr>
            <p:spPr>
              <a:xfrm>
                <a:off x="11445" y="1202"/>
                <a:ext cx="3581" cy="1370"/>
              </a:xfrm>
              <a:prstGeom prst="rect">
                <a:avLst/>
              </a:prstGeom>
              <a:noFill/>
            </p:spPr>
            <p:txBody>
              <a:bodyPr wrap="square" rtlCol="0" anchor="t">
                <a:spAutoFit/>
              </a:bodyPr>
              <a:lstStyle/>
              <a:p>
                <a:pPr algn="ctr" fontAlgn="auto">
                  <a:lnSpc>
                    <a:spcPct val="130000"/>
                  </a:lnSpc>
                </a:pPr>
                <a:r>
                  <a:rPr lang="zh-CN" altLang="en-US" sz="800">
                    <a:solidFill>
                      <a:schemeClr val="bg1"/>
                    </a:solidFill>
                    <a:latin typeface="等线" panose="02010600030101010101" charset="-122"/>
                    <a:ea typeface="等线" panose="02010600030101010101" charset="-122"/>
                    <a:cs typeface="..黑体UI-韩语" pitchFamily="2" charset="-128"/>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黑体UI-韩语" pitchFamily="2" charset="-128"/>
                </a:endParaRPr>
              </a:p>
            </p:txBody>
          </p:sp>
          <p:sp>
            <p:nvSpPr>
              <p:cNvPr id="21" name="文本框 20"/>
              <p:cNvSpPr txBox="1"/>
              <p:nvPr/>
            </p:nvSpPr>
            <p:spPr>
              <a:xfrm>
                <a:off x="11561" y="554"/>
                <a:ext cx="3348" cy="483"/>
              </a:xfrm>
              <a:prstGeom prst="rect">
                <a:avLst/>
              </a:prstGeom>
              <a:noFill/>
            </p:spPr>
            <p:txBody>
              <a:bodyPr wrap="square" rtlCol="0">
                <a:spAutoFit/>
              </a:bodyPr>
              <a:lstStyle/>
              <a:p>
                <a:pPr algn="ctr"/>
                <a:r>
                  <a:rPr lang="zh-CN" altLang="en-US" sz="1400">
                    <a:solidFill>
                      <a:schemeClr val="bg1"/>
                    </a:solidFill>
                    <a:latin typeface="等线" panose="02010600030101010101" charset="-122"/>
                    <a:ea typeface="等线" panose="02010600030101010101" charset="-122"/>
                    <a:cs typeface="..黑体UI-韩语" pitchFamily="2" charset="-128"/>
                    <a:sym typeface="+mn-ea"/>
                  </a:rPr>
                  <a:t>添加此处原有标题</a:t>
                </a:r>
                <a:endParaRPr lang="zh-CN" altLang="en-US" sz="1400">
                  <a:solidFill>
                    <a:schemeClr val="bg1"/>
                  </a:solidFill>
                  <a:latin typeface="等线" panose="02010600030101010101" charset="-122"/>
                  <a:ea typeface="等线" panose="02010600030101010101" charset="-122"/>
                  <a:cs typeface="..黑体UI-韩语" pitchFamily="2" charset="-128"/>
                  <a:sym typeface="+mn-ea"/>
                </a:endParaRPr>
              </a:p>
            </p:txBody>
          </p:sp>
        </p:grpSp>
      </p:grpSp>
      <p:sp>
        <p:nvSpPr>
          <p:cNvPr id="23" name="椭圆 22"/>
          <p:cNvSpPr/>
          <p:nvPr/>
        </p:nvSpPr>
        <p:spPr>
          <a:xfrm>
            <a:off x="4927583" y="426234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7588836" y="4254767"/>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10102134" y="431295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55631"/>
        </a:solidFill>
        <a:effectLst/>
      </p:bgPr>
    </p:bg>
    <p:spTree>
      <p:nvGrpSpPr>
        <p:cNvPr id="1" name=""/>
        <p:cNvGrpSpPr/>
        <p:nvPr/>
      </p:nvGrpSpPr>
      <p:grpSpPr>
        <a:xfrm>
          <a:off x="0" y="0"/>
          <a:ext cx="0" cy="0"/>
          <a:chOff x="0" y="0"/>
          <a:chExt cx="0" cy="0"/>
        </a:xfrm>
      </p:grpSpPr>
      <p:sp>
        <p:nvSpPr>
          <p:cNvPr id="2" name="矩形 1"/>
          <p:cNvSpPr/>
          <p:nvPr/>
        </p:nvSpPr>
        <p:spPr>
          <a:xfrm>
            <a:off x="874642" y="755374"/>
            <a:ext cx="11317357" cy="6102626"/>
          </a:xfrm>
          <a:prstGeom prst="rect">
            <a:avLst/>
          </a:prstGeom>
          <a:solidFill>
            <a:srgbClr val="2B46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874395" y="755650"/>
            <a:ext cx="3637915" cy="4089400"/>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Google Shape;395;p53"/>
          <p:cNvSpPr txBox="1"/>
          <p:nvPr/>
        </p:nvSpPr>
        <p:spPr>
          <a:xfrm>
            <a:off x="1271325" y="5400769"/>
            <a:ext cx="3241040" cy="1101090"/>
          </a:xfrm>
          <a:prstGeom prst="rect">
            <a:avLst/>
          </a:prstGeom>
          <a:noFill/>
          <a:ln>
            <a:noFill/>
          </a:ln>
        </p:spPr>
        <p:txBody>
          <a:bodyPr spcFirstLastPara="1" wrap="square" lIns="0" tIns="45700" rIns="0" bIns="45700" anchor="t" anchorCtr="0">
            <a:noAutofit/>
          </a:bodyPr>
          <a:lstStyle/>
          <a:p>
            <a:pPr algn="l" fontAlgn="auto">
              <a:lnSpc>
                <a:spcPct val="130000"/>
              </a:lnSpc>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grpSp>
        <p:nvGrpSpPr>
          <p:cNvPr id="5" name="组合 4"/>
          <p:cNvGrpSpPr/>
          <p:nvPr/>
        </p:nvGrpSpPr>
        <p:grpSpPr>
          <a:xfrm>
            <a:off x="3858091" y="1623876"/>
            <a:ext cx="2237909" cy="604538"/>
            <a:chOff x="8970418" y="1233238"/>
            <a:chExt cx="2237909" cy="604538"/>
          </a:xfrm>
        </p:grpSpPr>
        <p:sp>
          <p:nvSpPr>
            <p:cNvPr id="6" name="文本框 5"/>
            <p:cNvSpPr txBox="1"/>
            <p:nvPr/>
          </p:nvSpPr>
          <p:spPr>
            <a:xfrm>
              <a:off x="8970418" y="1254211"/>
              <a:ext cx="2237909" cy="58356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sp>
          <p:nvSpPr>
            <p:cNvPr id="7" name="椭圆 6"/>
            <p:cNvSpPr/>
            <p:nvPr/>
          </p:nvSpPr>
          <p:spPr>
            <a:xfrm>
              <a:off x="10764574" y="1263879"/>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sp>
          <p:nvSpPr>
            <p:cNvPr id="8" name="椭圆 7"/>
            <p:cNvSpPr/>
            <p:nvPr/>
          </p:nvSpPr>
          <p:spPr>
            <a:xfrm>
              <a:off x="10139638" y="123323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grpSp>
      <p:sp>
        <p:nvSpPr>
          <p:cNvPr id="9" name="矩形 8"/>
          <p:cNvSpPr/>
          <p:nvPr/>
        </p:nvSpPr>
        <p:spPr>
          <a:xfrm>
            <a:off x="7352907" y="755374"/>
            <a:ext cx="4839091" cy="6102625"/>
          </a:xfrm>
          <a:prstGeom prst="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Google Shape;395;p53"/>
          <p:cNvSpPr txBox="1"/>
          <p:nvPr/>
        </p:nvSpPr>
        <p:spPr>
          <a:xfrm>
            <a:off x="6894476" y="38681"/>
            <a:ext cx="4611758" cy="1101090"/>
          </a:xfrm>
          <a:prstGeom prst="rect">
            <a:avLst/>
          </a:prstGeom>
          <a:noFill/>
          <a:ln>
            <a:noFill/>
          </a:ln>
        </p:spPr>
        <p:txBody>
          <a:bodyPr spcFirstLastPara="1" wrap="square" lIns="0" tIns="45700" rIns="0" bIns="45700" anchor="t" anchorCtr="0">
            <a:noAutofit/>
          </a:bodyPr>
          <a:lstStyle/>
          <a:p>
            <a:pPr algn="l" fontAlgn="auto">
              <a:lnSpc>
                <a:spcPct val="130000"/>
              </a:lnSpc>
            </a:pPr>
            <a:r>
              <a:rPr lang="zh-CN" altLang="en-US" sz="1000" dirty="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dirty="0">
              <a:solidFill>
                <a:schemeClr val="bg1"/>
              </a:solidFill>
              <a:latin typeface="等线" panose="02010600030101010101" charset="-122"/>
              <a:ea typeface="等线" panose="02010600030101010101" charset="-122"/>
              <a:cs typeface="..黑体UI-韩语" pitchFamily="2" charset="-128"/>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55631"/>
        </a:solidFill>
        <a:effectLst/>
      </p:bgPr>
    </p:bg>
    <p:spTree>
      <p:nvGrpSpPr>
        <p:cNvPr id="1" name=""/>
        <p:cNvGrpSpPr/>
        <p:nvPr/>
      </p:nvGrpSpPr>
      <p:grpSpPr>
        <a:xfrm>
          <a:off x="0" y="0"/>
          <a:ext cx="0" cy="0"/>
          <a:chOff x="0" y="0"/>
          <a:chExt cx="0" cy="0"/>
        </a:xfrm>
      </p:grpSpPr>
      <p:sp>
        <p:nvSpPr>
          <p:cNvPr id="2" name="矩形 1"/>
          <p:cNvSpPr/>
          <p:nvPr/>
        </p:nvSpPr>
        <p:spPr>
          <a:xfrm>
            <a:off x="974035" y="0"/>
            <a:ext cx="11217965" cy="6858000"/>
          </a:xfrm>
          <a:prstGeom prst="rect">
            <a:avLst/>
          </a:prstGeom>
          <a:solidFill>
            <a:srgbClr val="2B464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959087" y="805069"/>
            <a:ext cx="4273826" cy="5247861"/>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Google Shape;395;p53"/>
          <p:cNvSpPr txBox="1"/>
          <p:nvPr/>
        </p:nvSpPr>
        <p:spPr>
          <a:xfrm>
            <a:off x="1549621" y="1763047"/>
            <a:ext cx="2942866" cy="1101090"/>
          </a:xfrm>
          <a:prstGeom prst="rect">
            <a:avLst/>
          </a:prstGeom>
          <a:noFill/>
          <a:ln>
            <a:noFill/>
          </a:ln>
        </p:spPr>
        <p:txBody>
          <a:bodyPr spcFirstLastPara="1" wrap="square" lIns="0" tIns="45700" rIns="0" bIns="45700" anchor="t" anchorCtr="0">
            <a:noAutofit/>
          </a:bodyPr>
          <a:lstStyle/>
          <a:p>
            <a:pPr algn="l" fontAlgn="auto">
              <a:lnSpc>
                <a:spcPct val="130000"/>
              </a:lnSpc>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grpSp>
        <p:nvGrpSpPr>
          <p:cNvPr id="10" name="组合 9"/>
          <p:cNvGrpSpPr/>
          <p:nvPr/>
        </p:nvGrpSpPr>
        <p:grpSpPr>
          <a:xfrm>
            <a:off x="8742319" y="3737651"/>
            <a:ext cx="2940274" cy="2158253"/>
            <a:chOff x="8668630" y="2823251"/>
            <a:chExt cx="2940274" cy="2158253"/>
          </a:xfrm>
        </p:grpSpPr>
        <p:grpSp>
          <p:nvGrpSpPr>
            <p:cNvPr id="5" name="组合 4"/>
            <p:cNvGrpSpPr/>
            <p:nvPr/>
          </p:nvGrpSpPr>
          <p:grpSpPr>
            <a:xfrm>
              <a:off x="8668630" y="2823251"/>
              <a:ext cx="2237909" cy="605748"/>
              <a:chOff x="8970418" y="1233238"/>
              <a:chExt cx="2237909" cy="605748"/>
            </a:xfrm>
          </p:grpSpPr>
          <p:sp>
            <p:nvSpPr>
              <p:cNvPr id="6" name="文本框 5"/>
              <p:cNvSpPr txBox="1"/>
              <p:nvPr/>
            </p:nvSpPr>
            <p:spPr>
              <a:xfrm>
                <a:off x="8970418" y="1254211"/>
                <a:ext cx="2237909" cy="58477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sp>
            <p:nvSpPr>
              <p:cNvPr id="7" name="椭圆 6"/>
              <p:cNvSpPr/>
              <p:nvPr/>
            </p:nvSpPr>
            <p:spPr>
              <a:xfrm>
                <a:off x="10764574" y="1263879"/>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sp>
            <p:nvSpPr>
              <p:cNvPr id="8" name="椭圆 7"/>
              <p:cNvSpPr/>
              <p:nvPr/>
            </p:nvSpPr>
            <p:spPr>
              <a:xfrm>
                <a:off x="10139638" y="123323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grpSp>
        <p:sp>
          <p:nvSpPr>
            <p:cNvPr id="9" name="Google Shape;395;p53"/>
            <p:cNvSpPr txBox="1"/>
            <p:nvPr/>
          </p:nvSpPr>
          <p:spPr>
            <a:xfrm>
              <a:off x="8735086" y="3880414"/>
              <a:ext cx="2873818" cy="1101090"/>
            </a:xfrm>
            <a:prstGeom prst="rect">
              <a:avLst/>
            </a:prstGeom>
            <a:noFill/>
            <a:ln>
              <a:noFill/>
            </a:ln>
          </p:spPr>
          <p:txBody>
            <a:bodyPr spcFirstLastPara="1" wrap="square" lIns="0" tIns="45700" rIns="0" bIns="45700" anchor="t" anchorCtr="0">
              <a:noAutofit/>
            </a:bodyPr>
            <a:lstStyle/>
            <a:p>
              <a:pPr algn="l" fontAlgn="auto">
                <a:lnSpc>
                  <a:spcPct val="200000"/>
                </a:lnSpc>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2" name="矩形 1"/>
          <p:cNvSpPr/>
          <p:nvPr/>
        </p:nvSpPr>
        <p:spPr>
          <a:xfrm>
            <a:off x="0" y="0"/>
            <a:ext cx="4035287" cy="6858000"/>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9878" y="0"/>
            <a:ext cx="2743201" cy="2686878"/>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294058" y="3449973"/>
            <a:ext cx="2940274" cy="2137280"/>
            <a:chOff x="8668630" y="2844224"/>
            <a:chExt cx="2940274" cy="2137280"/>
          </a:xfrm>
        </p:grpSpPr>
        <p:sp>
          <p:nvSpPr>
            <p:cNvPr id="7" name="文本框 6"/>
            <p:cNvSpPr txBox="1"/>
            <p:nvPr/>
          </p:nvSpPr>
          <p:spPr>
            <a:xfrm>
              <a:off x="8668630" y="2844224"/>
              <a:ext cx="2237909" cy="58477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sp>
          <p:nvSpPr>
            <p:cNvPr id="6" name="Google Shape;395;p53"/>
            <p:cNvSpPr txBox="1"/>
            <p:nvPr/>
          </p:nvSpPr>
          <p:spPr>
            <a:xfrm>
              <a:off x="8735086" y="3880414"/>
              <a:ext cx="2873818" cy="1101090"/>
            </a:xfrm>
            <a:prstGeom prst="rect">
              <a:avLst/>
            </a:prstGeom>
            <a:noFill/>
            <a:ln>
              <a:noFill/>
            </a:ln>
          </p:spPr>
          <p:txBody>
            <a:bodyPr spcFirstLastPara="1" wrap="square" lIns="0" tIns="45700" rIns="0" bIns="45700" anchor="t" anchorCtr="0">
              <a:noAutofit/>
            </a:bodyPr>
            <a:lstStyle/>
            <a:p>
              <a:pPr algn="l" fontAlgn="auto">
                <a:lnSpc>
                  <a:spcPct val="200000"/>
                </a:lnSpc>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grpSp>
      <p:sp>
        <p:nvSpPr>
          <p:cNvPr id="10" name="矩形 9"/>
          <p:cNvSpPr/>
          <p:nvPr/>
        </p:nvSpPr>
        <p:spPr>
          <a:xfrm>
            <a:off x="6596743" y="827314"/>
            <a:ext cx="5595257" cy="3875315"/>
          </a:xfrm>
          <a:prstGeom prst="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Google Shape;395;p53"/>
          <p:cNvSpPr txBox="1"/>
          <p:nvPr/>
        </p:nvSpPr>
        <p:spPr>
          <a:xfrm>
            <a:off x="6596743" y="4929596"/>
            <a:ext cx="5033594" cy="1101090"/>
          </a:xfrm>
          <a:prstGeom prst="rect">
            <a:avLst/>
          </a:prstGeom>
          <a:noFill/>
          <a:ln>
            <a:noFill/>
          </a:ln>
        </p:spPr>
        <p:txBody>
          <a:bodyPr spcFirstLastPara="1" wrap="square" lIns="0" tIns="45700" rIns="0" bIns="45700" anchor="t" anchorCtr="0">
            <a:noAutofit/>
          </a:bodyPr>
          <a:lstStyle/>
          <a:p>
            <a:pPr algn="l" fontAlgn="auto">
              <a:lnSpc>
                <a:spcPct val="200000"/>
              </a:lnSpc>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55631"/>
        </a:solidFill>
        <a:effectLst/>
      </p:bgPr>
    </p:bg>
    <p:spTree>
      <p:nvGrpSpPr>
        <p:cNvPr id="1" name=""/>
        <p:cNvGrpSpPr/>
        <p:nvPr/>
      </p:nvGrpSpPr>
      <p:grpSpPr>
        <a:xfrm>
          <a:off x="0" y="0"/>
          <a:ext cx="0" cy="0"/>
          <a:chOff x="0" y="0"/>
          <a:chExt cx="0" cy="0"/>
        </a:xfrm>
      </p:grpSpPr>
      <p:sp>
        <p:nvSpPr>
          <p:cNvPr id="2" name="矩形 1"/>
          <p:cNvSpPr/>
          <p:nvPr/>
        </p:nvSpPr>
        <p:spPr>
          <a:xfrm>
            <a:off x="892629" y="0"/>
            <a:ext cx="5203371" cy="6858000"/>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3940629" y="3875314"/>
            <a:ext cx="8251371" cy="2982686"/>
          </a:xfrm>
          <a:prstGeom prst="rect">
            <a:avLst/>
          </a:prstGeom>
          <a:solidFill>
            <a:srgbClr val="2B464D"/>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Google Shape;395;p53"/>
          <p:cNvSpPr txBox="1"/>
          <p:nvPr/>
        </p:nvSpPr>
        <p:spPr>
          <a:xfrm>
            <a:off x="6767618" y="4929596"/>
            <a:ext cx="5033594" cy="1101090"/>
          </a:xfrm>
          <a:prstGeom prst="rect">
            <a:avLst/>
          </a:prstGeom>
          <a:noFill/>
          <a:ln>
            <a:noFill/>
          </a:ln>
        </p:spPr>
        <p:txBody>
          <a:bodyPr spcFirstLastPara="1" wrap="square" lIns="0" tIns="45700" rIns="0" bIns="45700" anchor="t" anchorCtr="0">
            <a:noAutofit/>
          </a:bodyPr>
          <a:lstStyle/>
          <a:p>
            <a:pPr algn="l" fontAlgn="auto">
              <a:lnSpc>
                <a:spcPct val="200000"/>
              </a:lnSpc>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sp>
        <p:nvSpPr>
          <p:cNvPr id="5" name="文本框 4"/>
          <p:cNvSpPr txBox="1"/>
          <p:nvPr/>
        </p:nvSpPr>
        <p:spPr>
          <a:xfrm>
            <a:off x="4138922" y="5074269"/>
            <a:ext cx="2237909" cy="58477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grpSp>
        <p:nvGrpSpPr>
          <p:cNvPr id="6" name="Group 30"/>
          <p:cNvGrpSpPr/>
          <p:nvPr/>
        </p:nvGrpSpPr>
        <p:grpSpPr>
          <a:xfrm>
            <a:off x="7181337" y="827314"/>
            <a:ext cx="4206156" cy="2361058"/>
            <a:chOff x="1194090" y="2230520"/>
            <a:chExt cx="4206156" cy="2361058"/>
          </a:xfrm>
        </p:grpSpPr>
        <p:grpSp>
          <p:nvGrpSpPr>
            <p:cNvPr id="7" name="Group 31"/>
            <p:cNvGrpSpPr/>
            <p:nvPr/>
          </p:nvGrpSpPr>
          <p:grpSpPr>
            <a:xfrm>
              <a:off x="1194090" y="2230520"/>
              <a:ext cx="4206156" cy="559964"/>
              <a:chOff x="1194090" y="2230520"/>
              <a:chExt cx="4206156" cy="559964"/>
            </a:xfrm>
          </p:grpSpPr>
          <p:grpSp>
            <p:nvGrpSpPr>
              <p:cNvPr id="18" name="Group 59"/>
              <p:cNvGrpSpPr/>
              <p:nvPr/>
            </p:nvGrpSpPr>
            <p:grpSpPr>
              <a:xfrm>
                <a:off x="1194090" y="2230520"/>
                <a:ext cx="559964" cy="559964"/>
                <a:chOff x="1107006" y="2230520"/>
                <a:chExt cx="559964" cy="559964"/>
              </a:xfrm>
            </p:grpSpPr>
            <p:sp>
              <p:nvSpPr>
                <p:cNvPr id="20" name="Oval 61"/>
                <p:cNvSpPr/>
                <p:nvPr/>
              </p:nvSpPr>
              <p:spPr>
                <a:xfrm>
                  <a:off x="1107006" y="2230520"/>
                  <a:ext cx="559964" cy="5599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等线" panose="02010600030101010101" charset="-122"/>
                    <a:ea typeface="等线" panose="02010600030101010101" charset="-122"/>
                  </a:endParaRPr>
                </a:p>
              </p:txBody>
            </p:sp>
            <p:sp>
              <p:nvSpPr>
                <p:cNvPr id="21" name="TextBox 62"/>
                <p:cNvSpPr txBox="1"/>
                <p:nvPr/>
              </p:nvSpPr>
              <p:spPr>
                <a:xfrm>
                  <a:off x="1128660" y="2310447"/>
                  <a:ext cx="516656" cy="398780"/>
                </a:xfrm>
                <a:prstGeom prst="rect">
                  <a:avLst/>
                </a:prstGeom>
                <a:noFill/>
              </p:spPr>
              <p:txBody>
                <a:bodyPr wrap="square" rtlCol="0">
                  <a:spAutoFit/>
                </a:bodyPr>
                <a:lstStyle/>
                <a:p>
                  <a:pPr algn="ctr"/>
                  <a:r>
                    <a:rPr lang="en-US" sz="2000" dirty="0">
                      <a:solidFill>
                        <a:schemeClr val="tx1">
                          <a:lumMod val="95000"/>
                          <a:lumOff val="5000"/>
                        </a:schemeClr>
                      </a:solidFill>
                      <a:latin typeface="等线" panose="02010600030101010101" charset="-122"/>
                      <a:ea typeface="等线" panose="02010600030101010101" charset="-122"/>
                      <a:cs typeface="思源黑体 CN Regular" panose="020B0500000000000000" charset="-122"/>
                    </a:rPr>
                    <a:t>01</a:t>
                  </a:r>
                  <a:endParaRPr lang="en-US" sz="2000" dirty="0">
                    <a:solidFill>
                      <a:schemeClr val="tx1">
                        <a:lumMod val="95000"/>
                        <a:lumOff val="5000"/>
                      </a:schemeClr>
                    </a:solidFill>
                    <a:latin typeface="等线" panose="02010600030101010101" charset="-122"/>
                    <a:ea typeface="等线" panose="02010600030101010101" charset="-122"/>
                    <a:cs typeface="思源黑体 CN Regular" panose="020B0500000000000000" charset="-122"/>
                  </a:endParaRPr>
                </a:p>
              </p:txBody>
            </p:sp>
          </p:grpSp>
          <p:sp>
            <p:nvSpPr>
              <p:cNvPr id="19" name="Subtitle 6"/>
              <p:cNvSpPr txBox="1"/>
              <p:nvPr/>
            </p:nvSpPr>
            <p:spPr>
              <a:xfrm>
                <a:off x="1997863" y="2230976"/>
                <a:ext cx="3402383" cy="559052"/>
              </a:xfrm>
              <a:prstGeom prst="rect">
                <a:avLst/>
              </a:prstGeom>
            </p:spPr>
            <p:txBody>
              <a:bodyPr vert="horz" lIns="91440" tIns="45720" rIns="91440" bIns="45720" numCol="1" spcCol="365760" rtlCol="0" anchor="ctr">
                <a:no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charset="0"/>
                    <a:ea typeface="Montserrat Light" charset="0"/>
                    <a:cs typeface="Montserrat Light"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charset="0"/>
                    <a:ea typeface="Montserrat Light" charset="0"/>
                    <a:cs typeface="Montserrat Light"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charset="0"/>
                    <a:ea typeface="Montserrat Light" charset="0"/>
                    <a:cs typeface="Montserrat Light"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charset="0"/>
                    <a:ea typeface="Montserrat Light" charset="0"/>
                    <a:cs typeface="Montserrat Light"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charset="0"/>
                    <a:ea typeface="Montserrat Light" charset="0"/>
                    <a:cs typeface="Montserrat Light"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ts val="2000"/>
                  </a:lnSpc>
                </a:pPr>
                <a:r>
                  <a:rPr lang="en-US" sz="900" dirty="0">
                    <a:solidFill>
                      <a:schemeClr val="bg1"/>
                    </a:solidFill>
                    <a:latin typeface="等线" panose="02010600030101010101" charset="-122"/>
                    <a:ea typeface="等线" panose="02010600030101010101" charset="-122"/>
                    <a:cs typeface="Montserrat" panose="00000500000000000000" charset="0"/>
                  </a:rPr>
                  <a:t>Lorem Ipsum, you need to be sure there isn't anything embarrassing hidden in the middle of text.</a:t>
                </a:r>
                <a:endParaRPr lang="en-US" sz="900" dirty="0">
                  <a:solidFill>
                    <a:schemeClr val="bg1"/>
                  </a:solidFill>
                  <a:latin typeface="等线" panose="02010600030101010101" charset="-122"/>
                  <a:ea typeface="等线" panose="02010600030101010101" charset="-122"/>
                  <a:cs typeface="Montserrat" panose="00000500000000000000" charset="0"/>
                </a:endParaRPr>
              </a:p>
            </p:txBody>
          </p:sp>
        </p:grpSp>
        <p:grpSp>
          <p:nvGrpSpPr>
            <p:cNvPr id="8" name="Group 33"/>
            <p:cNvGrpSpPr/>
            <p:nvPr/>
          </p:nvGrpSpPr>
          <p:grpSpPr>
            <a:xfrm>
              <a:off x="1194090" y="3117405"/>
              <a:ext cx="4206156" cy="587287"/>
              <a:chOff x="1194090" y="3189205"/>
              <a:chExt cx="4206156" cy="587287"/>
            </a:xfrm>
          </p:grpSpPr>
          <p:sp>
            <p:nvSpPr>
              <p:cNvPr id="14" name="Subtitle 6"/>
              <p:cNvSpPr txBox="1"/>
              <p:nvPr/>
            </p:nvSpPr>
            <p:spPr>
              <a:xfrm>
                <a:off x="1997863" y="3189205"/>
                <a:ext cx="3402383" cy="559052"/>
              </a:xfrm>
              <a:prstGeom prst="rect">
                <a:avLst/>
              </a:prstGeom>
            </p:spPr>
            <p:txBody>
              <a:bodyPr vert="horz" lIns="91440" tIns="45720" rIns="91440" bIns="45720" numCol="1" spcCol="365760" rtlCol="0" anchor="ctr">
                <a:no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charset="0"/>
                    <a:ea typeface="Montserrat Light" charset="0"/>
                    <a:cs typeface="Montserrat Light"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charset="0"/>
                    <a:ea typeface="Montserrat Light" charset="0"/>
                    <a:cs typeface="Montserrat Light"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charset="0"/>
                    <a:ea typeface="Montserrat Light" charset="0"/>
                    <a:cs typeface="Montserrat Light"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charset="0"/>
                    <a:ea typeface="Montserrat Light" charset="0"/>
                    <a:cs typeface="Montserrat Light"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charset="0"/>
                    <a:ea typeface="Montserrat Light" charset="0"/>
                    <a:cs typeface="Montserrat Light"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ts val="2000"/>
                  </a:lnSpc>
                </a:pPr>
                <a:r>
                  <a:rPr lang="en-US" sz="900" dirty="0">
                    <a:solidFill>
                      <a:schemeClr val="bg1"/>
                    </a:solidFill>
                    <a:latin typeface="等线" panose="02010600030101010101" charset="-122"/>
                    <a:ea typeface="等线" panose="02010600030101010101" charset="-122"/>
                    <a:cs typeface="Montserrat" panose="00000500000000000000" charset="0"/>
                  </a:rPr>
                  <a:t>Lorem Ipsum, you need to be sure there isn't anything embarrassing hidden in the middle of text.</a:t>
                </a:r>
                <a:endParaRPr lang="en-US" sz="900" dirty="0">
                  <a:solidFill>
                    <a:schemeClr val="bg1"/>
                  </a:solidFill>
                  <a:latin typeface="等线" panose="02010600030101010101" charset="-122"/>
                  <a:ea typeface="等线" panose="02010600030101010101" charset="-122"/>
                  <a:cs typeface="Montserrat" panose="00000500000000000000" charset="0"/>
                </a:endParaRPr>
              </a:p>
            </p:txBody>
          </p:sp>
          <p:grpSp>
            <p:nvGrpSpPr>
              <p:cNvPr id="15" name="Group 56"/>
              <p:cNvGrpSpPr/>
              <p:nvPr/>
            </p:nvGrpSpPr>
            <p:grpSpPr>
              <a:xfrm>
                <a:off x="1194090" y="3216528"/>
                <a:ext cx="559964" cy="559964"/>
                <a:chOff x="1107006" y="2230520"/>
                <a:chExt cx="559964" cy="559964"/>
              </a:xfrm>
            </p:grpSpPr>
            <p:sp>
              <p:nvSpPr>
                <p:cNvPr id="16" name="Oval 57"/>
                <p:cNvSpPr/>
                <p:nvPr/>
              </p:nvSpPr>
              <p:spPr>
                <a:xfrm>
                  <a:off x="1107006" y="2230520"/>
                  <a:ext cx="559964" cy="5599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等线" panose="02010600030101010101" charset="-122"/>
                    <a:ea typeface="等线" panose="02010600030101010101" charset="-122"/>
                  </a:endParaRPr>
                </a:p>
              </p:txBody>
            </p:sp>
            <p:sp>
              <p:nvSpPr>
                <p:cNvPr id="17" name="TextBox 58"/>
                <p:cNvSpPr txBox="1"/>
                <p:nvPr/>
              </p:nvSpPr>
              <p:spPr>
                <a:xfrm>
                  <a:off x="1128660" y="2310447"/>
                  <a:ext cx="516656" cy="400110"/>
                </a:xfrm>
                <a:prstGeom prst="rect">
                  <a:avLst/>
                </a:prstGeom>
                <a:noFill/>
              </p:spPr>
              <p:txBody>
                <a:bodyPr wrap="square" rtlCol="0">
                  <a:spAutoFit/>
                </a:bodyPr>
                <a:lstStyle/>
                <a:p>
                  <a:pPr algn="ctr"/>
                  <a:r>
                    <a:rPr lang="en-US" sz="2000">
                      <a:solidFill>
                        <a:schemeClr val="tx1">
                          <a:lumMod val="95000"/>
                          <a:lumOff val="5000"/>
                        </a:schemeClr>
                      </a:solidFill>
                      <a:latin typeface="等线" panose="02010600030101010101" charset="-122"/>
                      <a:ea typeface="等线" panose="02010600030101010101" charset="-122"/>
                      <a:cs typeface="思源黑体 CN Regular" panose="020B0500000000000000" charset="-122"/>
                    </a:rPr>
                    <a:t>02</a:t>
                  </a:r>
                  <a:endParaRPr lang="en-US" sz="2000" dirty="0">
                    <a:solidFill>
                      <a:schemeClr val="tx1">
                        <a:lumMod val="95000"/>
                        <a:lumOff val="5000"/>
                      </a:schemeClr>
                    </a:solidFill>
                    <a:latin typeface="等线" panose="02010600030101010101" charset="-122"/>
                    <a:ea typeface="等线" panose="02010600030101010101" charset="-122"/>
                    <a:cs typeface="思源黑体 CN Regular" panose="020B0500000000000000" charset="-122"/>
                  </a:endParaRPr>
                </a:p>
              </p:txBody>
            </p:sp>
          </p:grpSp>
        </p:grpSp>
        <p:grpSp>
          <p:nvGrpSpPr>
            <p:cNvPr id="9" name="Group 34"/>
            <p:cNvGrpSpPr/>
            <p:nvPr/>
          </p:nvGrpSpPr>
          <p:grpSpPr>
            <a:xfrm>
              <a:off x="1194090" y="4031614"/>
              <a:ext cx="4206156" cy="559964"/>
              <a:chOff x="1194090" y="4176757"/>
              <a:chExt cx="4206156" cy="559964"/>
            </a:xfrm>
          </p:grpSpPr>
          <p:sp>
            <p:nvSpPr>
              <p:cNvPr id="10" name="Subtitle 6"/>
              <p:cNvSpPr txBox="1"/>
              <p:nvPr/>
            </p:nvSpPr>
            <p:spPr>
              <a:xfrm>
                <a:off x="1997863" y="4176757"/>
                <a:ext cx="3402383" cy="559052"/>
              </a:xfrm>
              <a:prstGeom prst="rect">
                <a:avLst/>
              </a:prstGeom>
            </p:spPr>
            <p:txBody>
              <a:bodyPr vert="horz" lIns="91440" tIns="45720" rIns="91440" bIns="45720" numCol="1" spcCol="365760" rtlCol="0" anchor="ctr">
                <a:noAutofit/>
              </a:bodyPr>
              <a:lstStyle>
                <a:lvl1pPr marL="0" indent="0" algn="ctr" defTabSz="914400" rtl="0" eaLnBrk="1" latinLnBrk="0" hangingPunct="1">
                  <a:lnSpc>
                    <a:spcPct val="90000"/>
                  </a:lnSpc>
                  <a:spcBef>
                    <a:spcPts val="1000"/>
                  </a:spcBef>
                  <a:buFont typeface="Arial" panose="020B0604020202020204"/>
                  <a:buNone/>
                  <a:defRPr sz="1200" b="0" i="0" kern="1200">
                    <a:solidFill>
                      <a:schemeClr val="accent1"/>
                    </a:solidFill>
                    <a:latin typeface="Montserrat Light" charset="0"/>
                    <a:ea typeface="Montserrat Light" charset="0"/>
                    <a:cs typeface="Montserrat Light" charset="0"/>
                  </a:defRPr>
                </a:lvl1pPr>
                <a:lvl2pPr marL="457200" indent="0" algn="ctr" defTabSz="914400" rtl="0" eaLnBrk="1" latinLnBrk="0" hangingPunct="1">
                  <a:lnSpc>
                    <a:spcPct val="90000"/>
                  </a:lnSpc>
                  <a:spcBef>
                    <a:spcPts val="500"/>
                  </a:spcBef>
                  <a:buFont typeface="Arial" panose="020B0604020202020204"/>
                  <a:buNone/>
                  <a:defRPr sz="2000" b="0" i="0" kern="1200">
                    <a:solidFill>
                      <a:schemeClr val="tx1"/>
                    </a:solidFill>
                    <a:latin typeface="Montserrat Light" charset="0"/>
                    <a:ea typeface="Montserrat Light" charset="0"/>
                    <a:cs typeface="Montserrat Light" charset="0"/>
                  </a:defRPr>
                </a:lvl2pPr>
                <a:lvl3pPr marL="914400" indent="0" algn="ctr" defTabSz="914400" rtl="0" eaLnBrk="1" latinLnBrk="0" hangingPunct="1">
                  <a:lnSpc>
                    <a:spcPct val="90000"/>
                  </a:lnSpc>
                  <a:spcBef>
                    <a:spcPts val="500"/>
                  </a:spcBef>
                  <a:buFont typeface="Arial" panose="020B0604020202020204"/>
                  <a:buNone/>
                  <a:defRPr sz="1800" b="0" i="0" kern="1200">
                    <a:solidFill>
                      <a:schemeClr val="tx1"/>
                    </a:solidFill>
                    <a:latin typeface="Montserrat Light" charset="0"/>
                    <a:ea typeface="Montserrat Light" charset="0"/>
                    <a:cs typeface="Montserrat Light" charset="0"/>
                  </a:defRPr>
                </a:lvl3pPr>
                <a:lvl4pPr marL="13716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charset="0"/>
                    <a:ea typeface="Montserrat Light" charset="0"/>
                    <a:cs typeface="Montserrat Light" charset="0"/>
                  </a:defRPr>
                </a:lvl4pPr>
                <a:lvl5pPr marL="1828800" indent="0" algn="ctr" defTabSz="914400" rtl="0" eaLnBrk="1" latinLnBrk="0" hangingPunct="1">
                  <a:lnSpc>
                    <a:spcPct val="90000"/>
                  </a:lnSpc>
                  <a:spcBef>
                    <a:spcPts val="500"/>
                  </a:spcBef>
                  <a:buFont typeface="Arial" panose="020B0604020202020204"/>
                  <a:buNone/>
                  <a:defRPr sz="1600" b="0" i="0" kern="1200">
                    <a:solidFill>
                      <a:schemeClr val="tx1"/>
                    </a:solidFill>
                    <a:latin typeface="Montserrat Light" charset="0"/>
                    <a:ea typeface="Montserrat Light" charset="0"/>
                    <a:cs typeface="Montserrat Light" charset="0"/>
                  </a:defRPr>
                </a:lvl5pPr>
                <a:lvl6pPr marL="22860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a:buNone/>
                  <a:defRPr sz="1600" kern="1200">
                    <a:solidFill>
                      <a:schemeClr val="tx1"/>
                    </a:solidFill>
                    <a:latin typeface="+mn-lt"/>
                    <a:ea typeface="+mn-ea"/>
                    <a:cs typeface="+mn-cs"/>
                  </a:defRPr>
                </a:lvl9pPr>
              </a:lstStyle>
              <a:p>
                <a:pPr algn="l">
                  <a:lnSpc>
                    <a:spcPts val="2000"/>
                  </a:lnSpc>
                </a:pPr>
                <a:r>
                  <a:rPr lang="en-US" sz="900" dirty="0">
                    <a:solidFill>
                      <a:schemeClr val="bg1"/>
                    </a:solidFill>
                    <a:latin typeface="等线" panose="02010600030101010101" charset="-122"/>
                    <a:ea typeface="等线" panose="02010600030101010101" charset="-122"/>
                    <a:cs typeface="Montserrat" panose="00000500000000000000" charset="0"/>
                  </a:rPr>
                  <a:t>Lorem Ipsum, you need to be sure there isn't anything embarrassing hidden in the middle of text.</a:t>
                </a:r>
                <a:endParaRPr lang="en-US" sz="900" dirty="0">
                  <a:solidFill>
                    <a:schemeClr val="bg1"/>
                  </a:solidFill>
                  <a:latin typeface="等线" panose="02010600030101010101" charset="-122"/>
                  <a:ea typeface="等线" panose="02010600030101010101" charset="-122"/>
                  <a:cs typeface="Montserrat" panose="00000500000000000000" charset="0"/>
                </a:endParaRPr>
              </a:p>
            </p:txBody>
          </p:sp>
          <p:grpSp>
            <p:nvGrpSpPr>
              <p:cNvPr id="11" name="Group 36"/>
              <p:cNvGrpSpPr/>
              <p:nvPr/>
            </p:nvGrpSpPr>
            <p:grpSpPr>
              <a:xfrm>
                <a:off x="1194090" y="4176757"/>
                <a:ext cx="559964" cy="559964"/>
                <a:chOff x="1107006" y="2230520"/>
                <a:chExt cx="559964" cy="559964"/>
              </a:xfrm>
            </p:grpSpPr>
            <p:sp>
              <p:nvSpPr>
                <p:cNvPr id="12" name="Oval 42"/>
                <p:cNvSpPr/>
                <p:nvPr/>
              </p:nvSpPr>
              <p:spPr>
                <a:xfrm>
                  <a:off x="1107006" y="2230520"/>
                  <a:ext cx="559964" cy="559964"/>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latin typeface="等线" panose="02010600030101010101" charset="-122"/>
                    <a:ea typeface="等线" panose="02010600030101010101" charset="-122"/>
                  </a:endParaRPr>
                </a:p>
              </p:txBody>
            </p:sp>
            <p:sp>
              <p:nvSpPr>
                <p:cNvPr id="13" name="TextBox 43"/>
                <p:cNvSpPr txBox="1"/>
                <p:nvPr/>
              </p:nvSpPr>
              <p:spPr>
                <a:xfrm>
                  <a:off x="1128660" y="2310447"/>
                  <a:ext cx="516656" cy="400110"/>
                </a:xfrm>
                <a:prstGeom prst="rect">
                  <a:avLst/>
                </a:prstGeom>
                <a:noFill/>
              </p:spPr>
              <p:txBody>
                <a:bodyPr wrap="square" rtlCol="0">
                  <a:spAutoFit/>
                </a:bodyPr>
                <a:lstStyle/>
                <a:p>
                  <a:pPr algn="ctr"/>
                  <a:r>
                    <a:rPr lang="en-US" sz="2000">
                      <a:solidFill>
                        <a:schemeClr val="tx1">
                          <a:lumMod val="95000"/>
                          <a:lumOff val="5000"/>
                        </a:schemeClr>
                      </a:solidFill>
                      <a:latin typeface="等线" panose="02010600030101010101" charset="-122"/>
                      <a:ea typeface="等线" panose="02010600030101010101" charset="-122"/>
                      <a:cs typeface="思源黑体 CN Regular" panose="020B0500000000000000" charset="-122"/>
                    </a:rPr>
                    <a:t>03</a:t>
                  </a:r>
                  <a:endParaRPr lang="en-US" sz="2000" dirty="0">
                    <a:solidFill>
                      <a:schemeClr val="tx1">
                        <a:lumMod val="95000"/>
                        <a:lumOff val="5000"/>
                      </a:schemeClr>
                    </a:solidFill>
                    <a:latin typeface="等线" panose="02010600030101010101" charset="-122"/>
                    <a:ea typeface="等线" panose="02010600030101010101" charset="-122"/>
                    <a:cs typeface="思源黑体 CN Regular" panose="020B0500000000000000" charset="-122"/>
                  </a:endParaRPr>
                </a:p>
              </p:txBody>
            </p:sp>
          </p:grpSp>
        </p:gr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2" name="矩形 1"/>
          <p:cNvSpPr/>
          <p:nvPr/>
        </p:nvSpPr>
        <p:spPr>
          <a:xfrm>
            <a:off x="0" y="0"/>
            <a:ext cx="2198077" cy="6858000"/>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767617" y="1"/>
            <a:ext cx="5053595" cy="6858000"/>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6" name="组合 5"/>
          <p:cNvGrpSpPr/>
          <p:nvPr/>
        </p:nvGrpSpPr>
        <p:grpSpPr>
          <a:xfrm>
            <a:off x="2472308" y="1188068"/>
            <a:ext cx="3944044" cy="1874401"/>
            <a:chOff x="4346375" y="1768361"/>
            <a:chExt cx="3944044" cy="1874401"/>
          </a:xfrm>
        </p:grpSpPr>
        <p:sp>
          <p:nvSpPr>
            <p:cNvPr id="4" name="Google Shape;395;p53"/>
            <p:cNvSpPr txBox="1"/>
            <p:nvPr/>
          </p:nvSpPr>
          <p:spPr>
            <a:xfrm>
              <a:off x="4463243" y="2541672"/>
              <a:ext cx="3827176" cy="1101090"/>
            </a:xfrm>
            <a:prstGeom prst="rect">
              <a:avLst/>
            </a:prstGeom>
            <a:noFill/>
            <a:ln>
              <a:noFill/>
            </a:ln>
          </p:spPr>
          <p:txBody>
            <a:bodyPr spcFirstLastPara="1" wrap="square" lIns="0" tIns="45700" rIns="0" bIns="45700" anchor="t" anchorCtr="0">
              <a:noAutofit/>
            </a:bodyPr>
            <a:lstStyle/>
            <a:p>
              <a:pPr algn="l" fontAlgn="auto">
                <a:lnSpc>
                  <a:spcPct val="200000"/>
                </a:lnSpc>
              </a:pPr>
              <a:r>
                <a:rPr lang="zh-CN" altLang="en-US" sz="1000" dirty="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en-US" altLang="zh-CN" sz="1000" dirty="0">
                <a:solidFill>
                  <a:schemeClr val="bg1"/>
                </a:solidFill>
                <a:latin typeface="等线" panose="02010600030101010101" charset="-122"/>
                <a:ea typeface="等线" panose="02010600030101010101" charset="-122"/>
                <a:cs typeface="..黑体UI-韩语" pitchFamily="2" charset="-128"/>
                <a:sym typeface="+mn-ea"/>
              </a:endParaRPr>
            </a:p>
            <a:p>
              <a:pPr>
                <a:lnSpc>
                  <a:spcPct val="200000"/>
                </a:lnSpc>
              </a:pPr>
              <a:r>
                <a:rPr lang="zh-CN" altLang="en-US" sz="1000" dirty="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dirty="0">
                <a:solidFill>
                  <a:schemeClr val="bg1"/>
                </a:solidFill>
                <a:latin typeface="等线" panose="02010600030101010101" charset="-122"/>
                <a:ea typeface="等线" panose="02010600030101010101" charset="-122"/>
                <a:cs typeface="..黑体UI-韩语" pitchFamily="2" charset="-128"/>
                <a:sym typeface="+mn-ea"/>
              </a:endParaRPr>
            </a:p>
            <a:p>
              <a:pPr>
                <a:lnSpc>
                  <a:spcPct val="200000"/>
                </a:lnSpc>
              </a:pPr>
              <a:r>
                <a:rPr lang="zh-CN" altLang="en-US" sz="1000" dirty="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dirty="0">
                <a:solidFill>
                  <a:schemeClr val="bg1"/>
                </a:solidFill>
                <a:latin typeface="等线" panose="02010600030101010101" charset="-122"/>
                <a:ea typeface="等线" panose="02010600030101010101" charset="-122"/>
                <a:cs typeface="..黑体UI-韩语" pitchFamily="2" charset="-128"/>
                <a:sym typeface="+mn-ea"/>
              </a:endParaRPr>
            </a:p>
            <a:p>
              <a:pPr algn="l" fontAlgn="auto">
                <a:lnSpc>
                  <a:spcPct val="200000"/>
                </a:lnSpc>
              </a:pPr>
              <a:endParaRPr lang="zh-CN" altLang="en-US" sz="1000" dirty="0">
                <a:solidFill>
                  <a:schemeClr val="bg1"/>
                </a:solidFill>
                <a:latin typeface="等线" panose="02010600030101010101" charset="-122"/>
                <a:ea typeface="等线" panose="02010600030101010101" charset="-122"/>
                <a:cs typeface="..黑体UI-韩语" pitchFamily="2" charset="-128"/>
                <a:sym typeface="+mn-ea"/>
              </a:endParaRPr>
            </a:p>
          </p:txBody>
        </p:sp>
        <p:sp>
          <p:nvSpPr>
            <p:cNvPr id="5" name="文本框 4"/>
            <p:cNvSpPr txBox="1"/>
            <p:nvPr/>
          </p:nvSpPr>
          <p:spPr>
            <a:xfrm>
              <a:off x="4346375" y="1768361"/>
              <a:ext cx="2237909" cy="58477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grpSp>
      <p:sp>
        <p:nvSpPr>
          <p:cNvPr id="7" name="矩形 6"/>
          <p:cNvSpPr/>
          <p:nvPr/>
        </p:nvSpPr>
        <p:spPr>
          <a:xfrm>
            <a:off x="0" y="5222631"/>
            <a:ext cx="4255477" cy="1635369"/>
          </a:xfrm>
          <a:prstGeom prst="rect">
            <a:avLst/>
          </a:prstGeom>
          <a:blipFill>
            <a:blip r:embed="rId2"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2" name="矩形 1"/>
          <p:cNvSpPr/>
          <p:nvPr/>
        </p:nvSpPr>
        <p:spPr>
          <a:xfrm>
            <a:off x="5187462" y="0"/>
            <a:ext cx="7004538" cy="6858000"/>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6852139" y="3059723"/>
            <a:ext cx="3944815" cy="3798277"/>
          </a:xfrm>
          <a:prstGeom prst="rect">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Google Shape;395;p53"/>
          <p:cNvSpPr txBox="1"/>
          <p:nvPr/>
        </p:nvSpPr>
        <p:spPr>
          <a:xfrm>
            <a:off x="6852139" y="771672"/>
            <a:ext cx="4120661" cy="1101090"/>
          </a:xfrm>
          <a:prstGeom prst="rect">
            <a:avLst/>
          </a:prstGeom>
          <a:noFill/>
          <a:ln>
            <a:noFill/>
          </a:ln>
        </p:spPr>
        <p:txBody>
          <a:bodyPr spcFirstLastPara="1" wrap="square" lIns="0" tIns="45700" rIns="0" bIns="45700" anchor="t" anchorCtr="0">
            <a:noAutofit/>
          </a:bodyPr>
          <a:lstStyle/>
          <a:p>
            <a:pPr algn="l" fontAlgn="auto">
              <a:lnSpc>
                <a:spcPct val="200000"/>
              </a:lnSpc>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en-US" altLang="zh-CN" sz="1000">
              <a:solidFill>
                <a:schemeClr val="bg1"/>
              </a:solidFill>
              <a:latin typeface="等线" panose="02010600030101010101" charset="-122"/>
              <a:ea typeface="等线" panose="02010600030101010101" charset="-122"/>
              <a:cs typeface="..黑体UI-韩语" pitchFamily="2" charset="-128"/>
              <a:sym typeface="+mn-ea"/>
            </a:endParaRPr>
          </a:p>
          <a:p>
            <a:pPr>
              <a:lnSpc>
                <a:spcPct val="200000"/>
              </a:lnSpc>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grpSp>
        <p:nvGrpSpPr>
          <p:cNvPr id="6" name="组合 5"/>
          <p:cNvGrpSpPr/>
          <p:nvPr/>
        </p:nvGrpSpPr>
        <p:grpSpPr>
          <a:xfrm>
            <a:off x="1219200" y="1267014"/>
            <a:ext cx="2237909" cy="604538"/>
            <a:chOff x="8970418" y="1233238"/>
            <a:chExt cx="2237909" cy="604538"/>
          </a:xfrm>
        </p:grpSpPr>
        <p:sp>
          <p:nvSpPr>
            <p:cNvPr id="7" name="文本框 6"/>
            <p:cNvSpPr txBox="1"/>
            <p:nvPr/>
          </p:nvSpPr>
          <p:spPr>
            <a:xfrm>
              <a:off x="8970418" y="1254211"/>
              <a:ext cx="2237909" cy="58356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sp>
          <p:nvSpPr>
            <p:cNvPr id="8" name="椭圆 7"/>
            <p:cNvSpPr/>
            <p:nvPr/>
          </p:nvSpPr>
          <p:spPr>
            <a:xfrm>
              <a:off x="10764574" y="1263879"/>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sp>
          <p:nvSpPr>
            <p:cNvPr id="9" name="椭圆 8"/>
            <p:cNvSpPr/>
            <p:nvPr/>
          </p:nvSpPr>
          <p:spPr>
            <a:xfrm>
              <a:off x="10139638" y="123323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grpSp>
      <p:sp>
        <p:nvSpPr>
          <p:cNvPr id="10" name="Google Shape;395;p53"/>
          <p:cNvSpPr txBox="1"/>
          <p:nvPr/>
        </p:nvSpPr>
        <p:spPr>
          <a:xfrm>
            <a:off x="1219200" y="2737778"/>
            <a:ext cx="3434442" cy="3298838"/>
          </a:xfrm>
          <a:prstGeom prst="rect">
            <a:avLst/>
          </a:prstGeom>
          <a:noFill/>
          <a:ln>
            <a:noFill/>
          </a:ln>
        </p:spPr>
        <p:txBody>
          <a:bodyPr spcFirstLastPara="1" wrap="square" lIns="0" tIns="45700" rIns="0" bIns="45700" anchor="t" anchorCtr="0">
            <a:noAutofit/>
          </a:bodyPr>
          <a:lstStyle/>
          <a:p>
            <a:pPr marL="171450" indent="-171450" algn="l" fontAlgn="auto">
              <a:lnSpc>
                <a:spcPct val="200000"/>
              </a:lnSpc>
              <a:buFont typeface="Arial" panose="020B0604020202020204" pitchFamily="34" charset="0"/>
              <a:buChar char="•"/>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en-US" altLang="zh-CN" sz="1000">
              <a:solidFill>
                <a:schemeClr val="bg1"/>
              </a:solidFill>
              <a:latin typeface="等线" panose="02010600030101010101" charset="-122"/>
              <a:ea typeface="等线" panose="02010600030101010101" charset="-122"/>
              <a:cs typeface="..黑体UI-韩语" pitchFamily="2" charset="-128"/>
              <a:sym typeface="+mn-ea"/>
            </a:endParaRPr>
          </a:p>
          <a:p>
            <a:pPr marL="171450" indent="-171450">
              <a:lnSpc>
                <a:spcPct val="200000"/>
              </a:lnSpc>
              <a:buFont typeface="Arial" panose="020B0604020202020204" pitchFamily="34" charset="0"/>
              <a:buChar char="•"/>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en-US" altLang="zh-CN" sz="1000">
              <a:solidFill>
                <a:schemeClr val="bg1"/>
              </a:solidFill>
              <a:latin typeface="等线" panose="02010600030101010101" charset="-122"/>
              <a:ea typeface="等线" panose="02010600030101010101" charset="-122"/>
              <a:cs typeface="..黑体UI-韩语" pitchFamily="2" charset="-128"/>
              <a:sym typeface="+mn-ea"/>
            </a:endParaRPr>
          </a:p>
          <a:p>
            <a:pPr marL="171450" indent="-171450">
              <a:lnSpc>
                <a:spcPct val="200000"/>
              </a:lnSpc>
              <a:buFont typeface="Arial" panose="020B0604020202020204" pitchFamily="34" charset="0"/>
              <a:buChar char="•"/>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2" name="矩形 1"/>
          <p:cNvSpPr/>
          <p:nvPr/>
        </p:nvSpPr>
        <p:spPr>
          <a:xfrm>
            <a:off x="0" y="0"/>
            <a:ext cx="6096000" cy="6858000"/>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539343" y="0"/>
            <a:ext cx="5127171" cy="4767943"/>
          </a:xfrm>
          <a:prstGeom prst="rect">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 name="组合 3"/>
          <p:cNvGrpSpPr/>
          <p:nvPr/>
        </p:nvGrpSpPr>
        <p:grpSpPr>
          <a:xfrm>
            <a:off x="9105900" y="1778223"/>
            <a:ext cx="2237909" cy="605748"/>
            <a:chOff x="8970418" y="1233238"/>
            <a:chExt cx="2237909" cy="605748"/>
          </a:xfrm>
        </p:grpSpPr>
        <p:sp>
          <p:nvSpPr>
            <p:cNvPr id="5" name="文本框 4"/>
            <p:cNvSpPr txBox="1"/>
            <p:nvPr/>
          </p:nvSpPr>
          <p:spPr>
            <a:xfrm>
              <a:off x="8970418" y="1254211"/>
              <a:ext cx="2237909" cy="58477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sp>
          <p:nvSpPr>
            <p:cNvPr id="6" name="椭圆 5"/>
            <p:cNvSpPr/>
            <p:nvPr/>
          </p:nvSpPr>
          <p:spPr>
            <a:xfrm>
              <a:off x="10764574" y="1263879"/>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sp>
          <p:nvSpPr>
            <p:cNvPr id="7" name="椭圆 6"/>
            <p:cNvSpPr/>
            <p:nvPr/>
          </p:nvSpPr>
          <p:spPr>
            <a:xfrm>
              <a:off x="10139638" y="123323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grpSp>
      <p:sp>
        <p:nvSpPr>
          <p:cNvPr id="8" name="Google Shape;395;p53"/>
          <p:cNvSpPr txBox="1"/>
          <p:nvPr/>
        </p:nvSpPr>
        <p:spPr>
          <a:xfrm>
            <a:off x="800598" y="1469105"/>
            <a:ext cx="3434442" cy="3298838"/>
          </a:xfrm>
          <a:prstGeom prst="rect">
            <a:avLst/>
          </a:prstGeom>
          <a:noFill/>
          <a:ln>
            <a:noFill/>
          </a:ln>
        </p:spPr>
        <p:txBody>
          <a:bodyPr spcFirstLastPara="1" wrap="square" lIns="0" tIns="45700" rIns="0" bIns="45700" anchor="t" anchorCtr="0">
            <a:noAutofit/>
          </a:bodyPr>
          <a:lstStyle/>
          <a:p>
            <a:pPr marL="171450" indent="-171450" algn="l" fontAlgn="auto">
              <a:lnSpc>
                <a:spcPct val="200000"/>
              </a:lnSpc>
              <a:buFont typeface="Arial" panose="020B0604020202020204" pitchFamily="34" charset="0"/>
              <a:buChar char="•"/>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en-US" altLang="zh-CN" sz="1000">
              <a:solidFill>
                <a:schemeClr val="bg1"/>
              </a:solidFill>
              <a:latin typeface="等线" panose="02010600030101010101" charset="-122"/>
              <a:ea typeface="等线" panose="02010600030101010101" charset="-122"/>
              <a:cs typeface="..黑体UI-韩语" pitchFamily="2" charset="-128"/>
              <a:sym typeface="+mn-ea"/>
            </a:endParaRPr>
          </a:p>
          <a:p>
            <a:pPr marL="171450" indent="-171450" algn="l" fontAlgn="auto">
              <a:lnSpc>
                <a:spcPct val="200000"/>
              </a:lnSpc>
              <a:buFont typeface="Arial" panose="020B0604020202020204" pitchFamily="34" charset="0"/>
              <a:buChar char="•"/>
            </a:pPr>
            <a:endParaRPr lang="en-US" altLang="zh-CN" sz="1000">
              <a:solidFill>
                <a:schemeClr val="bg1"/>
              </a:solidFill>
              <a:latin typeface="等线" panose="02010600030101010101" charset="-122"/>
              <a:ea typeface="等线" panose="02010600030101010101" charset="-122"/>
              <a:cs typeface="..黑体UI-韩语" pitchFamily="2" charset="-128"/>
              <a:sym typeface="+mn-ea"/>
            </a:endParaRPr>
          </a:p>
          <a:p>
            <a:pPr marL="171450" indent="-171450">
              <a:lnSpc>
                <a:spcPct val="200000"/>
              </a:lnSpc>
              <a:buFont typeface="Arial" panose="020B0604020202020204" pitchFamily="34" charset="0"/>
              <a:buChar char="•"/>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The only thing that really makes me tempted is that you see me at the moment. </a:t>
            </a:r>
            <a:endParaRPr lang="en-US" altLang="zh-CN" sz="1000">
              <a:solidFill>
                <a:schemeClr val="bg1"/>
              </a:solidFill>
              <a:latin typeface="等线" panose="02010600030101010101" charset="-122"/>
              <a:ea typeface="等线" panose="02010600030101010101" charset="-122"/>
              <a:cs typeface="..黑体UI-韩语" pitchFamily="2" charset="-128"/>
              <a:sym typeface="+mn-ea"/>
            </a:endParaRPr>
          </a:p>
          <a:p>
            <a:pPr marL="171450" indent="-171450">
              <a:lnSpc>
                <a:spcPct val="200000"/>
              </a:lnSpc>
              <a:buFont typeface="Arial" panose="020B0604020202020204" pitchFamily="34" charset="0"/>
              <a:buChar char="•"/>
            </a:pPr>
            <a:endParaRPr lang="en-US" altLang="zh-CN" sz="1000">
              <a:solidFill>
                <a:schemeClr val="bg1"/>
              </a:solidFill>
              <a:latin typeface="等线" panose="02010600030101010101" charset="-122"/>
              <a:ea typeface="等线" panose="02010600030101010101" charset="-122"/>
              <a:cs typeface="..黑体UI-韩语" pitchFamily="2" charset="-128"/>
              <a:sym typeface="+mn-ea"/>
            </a:endParaRPr>
          </a:p>
          <a:p>
            <a:pPr marL="171450" indent="-171450">
              <a:lnSpc>
                <a:spcPct val="200000"/>
              </a:lnSpc>
              <a:buFont typeface="Arial" panose="020B0604020202020204" pitchFamily="34" charset="0"/>
              <a:buChar char="•"/>
            </a:pPr>
            <a:r>
              <a:rPr lang="zh-CN" altLang="en-US" sz="1000">
                <a:solidFill>
                  <a:schemeClr val="bg1"/>
                </a:solidFill>
                <a:latin typeface="等线" panose="02010600030101010101" charset="-122"/>
                <a:ea typeface="等线" panose="02010600030101010101" charset="-122"/>
                <a:cs typeface="..黑体UI-韩语" pitchFamily="2" charset="-128"/>
                <a:sym typeface="+mn-ea"/>
              </a:rPr>
              <a:t>I walked through many mountains, walked through many waters, and knew many people. </a:t>
            </a:r>
            <a:endParaRPr lang="zh-CN" altLang="en-US" sz="1000">
              <a:solidFill>
                <a:schemeClr val="bg1"/>
              </a:solidFill>
              <a:latin typeface="等线" panose="02010600030101010101" charset="-122"/>
              <a:ea typeface="等线" panose="02010600030101010101" charset="-122"/>
              <a:cs typeface="..黑体UI-韩语" pitchFamily="2" charset="-128"/>
              <a:sym typeface="+mn-ea"/>
            </a:endParaRPr>
          </a:p>
        </p:txBody>
      </p:sp>
      <p:sp>
        <p:nvSpPr>
          <p:cNvPr id="9" name="文本框 8"/>
          <p:cNvSpPr txBox="1"/>
          <p:nvPr/>
        </p:nvSpPr>
        <p:spPr>
          <a:xfrm>
            <a:off x="9367644" y="5619675"/>
            <a:ext cx="1976165" cy="680507"/>
          </a:xfrm>
          <a:prstGeom prst="rect">
            <a:avLst/>
          </a:prstGeom>
          <a:noFill/>
          <a:ln w="9525">
            <a:noFill/>
          </a:ln>
        </p:spPr>
        <p:txBody>
          <a:bodyPr wrap="square">
            <a:spAutoFit/>
          </a:bodyPr>
          <a:lstStyle/>
          <a:p>
            <a:pPr indent="0" algn="r">
              <a:lnSpc>
                <a:spcPct val="200000"/>
              </a:lnSpc>
            </a:pPr>
            <a:r>
              <a:rPr lang="en-US" sz="1050" b="0" dirty="0">
                <a:solidFill>
                  <a:schemeClr val="bg1"/>
                </a:solidFill>
                <a:latin typeface="等线" panose="02010600030101010101" charset="-122"/>
                <a:ea typeface="等线" panose="02010600030101010101" charset="-122"/>
                <a:cs typeface="..黑体UI-韩语" pitchFamily="2" charset="-128"/>
              </a:rPr>
              <a:t>I WALKED THROUGH </a:t>
            </a:r>
            <a:r>
              <a:rPr lang="en-US" sz="1050" b="0">
                <a:solidFill>
                  <a:schemeClr val="bg1"/>
                </a:solidFill>
                <a:latin typeface="等线" panose="02010600030101010101" charset="-122"/>
                <a:ea typeface="等线" panose="02010600030101010101" charset="-122"/>
                <a:cs typeface="..黑体UI-韩语" pitchFamily="2" charset="-128"/>
              </a:rPr>
              <a:t>MANY MOUNTAINS</a:t>
            </a:r>
            <a:endParaRPr lang="zh-CN" altLang="en-US" dirty="0">
              <a:solidFill>
                <a:schemeClr val="bg1"/>
              </a:solidFill>
              <a:latin typeface="等线" panose="02010600030101010101" charset="-122"/>
              <a:ea typeface="等线" panose="02010600030101010101" charset="-122"/>
              <a:cs typeface="..黑体UI-韩语" pitchFamily="2" charset="-128"/>
            </a:endParaRPr>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38" name="矩形 37"/>
          <p:cNvSpPr/>
          <p:nvPr/>
        </p:nvSpPr>
        <p:spPr>
          <a:xfrm>
            <a:off x="8180614" y="881743"/>
            <a:ext cx="4011386" cy="3592287"/>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Group 4"/>
          <p:cNvGrpSpPr>
            <a:grpSpLocks noChangeAspect="1"/>
          </p:cNvGrpSpPr>
          <p:nvPr/>
        </p:nvGrpSpPr>
        <p:grpSpPr bwMode="auto">
          <a:xfrm>
            <a:off x="1269884" y="1376113"/>
            <a:ext cx="582025" cy="518496"/>
            <a:chOff x="3735" y="1701"/>
            <a:chExt cx="623" cy="555"/>
          </a:xfrm>
          <a:solidFill>
            <a:srgbClr val="B55631"/>
          </a:solidFill>
        </p:grpSpPr>
        <p:sp>
          <p:nvSpPr>
            <p:cNvPr id="3" name="Freeform 6"/>
            <p:cNvSpPr/>
            <p:nvPr/>
          </p:nvSpPr>
          <p:spPr bwMode="auto">
            <a:xfrm>
              <a:off x="3909" y="1701"/>
              <a:ext cx="412" cy="285"/>
            </a:xfrm>
            <a:custGeom>
              <a:avLst/>
              <a:gdLst>
                <a:gd name="T0" fmla="*/ 1307 w 2472"/>
                <a:gd name="T1" fmla="*/ 12 h 1712"/>
                <a:gd name="T2" fmla="*/ 1392 w 2472"/>
                <a:gd name="T3" fmla="*/ 72 h 1712"/>
                <a:gd name="T4" fmla="*/ 1437 w 2472"/>
                <a:gd name="T5" fmla="*/ 165 h 1712"/>
                <a:gd name="T6" fmla="*/ 1429 w 2472"/>
                <a:gd name="T7" fmla="*/ 269 h 1712"/>
                <a:gd name="T8" fmla="*/ 1375 w 2472"/>
                <a:gd name="T9" fmla="*/ 350 h 1712"/>
                <a:gd name="T10" fmla="*/ 1642 w 2472"/>
                <a:gd name="T11" fmla="*/ 412 h 1712"/>
                <a:gd name="T12" fmla="*/ 1884 w 2472"/>
                <a:gd name="T13" fmla="*/ 530 h 1712"/>
                <a:gd name="T14" fmla="*/ 2093 w 2472"/>
                <a:gd name="T15" fmla="*/ 697 h 1712"/>
                <a:gd name="T16" fmla="*/ 2264 w 2472"/>
                <a:gd name="T17" fmla="*/ 905 h 1712"/>
                <a:gd name="T18" fmla="*/ 2387 w 2472"/>
                <a:gd name="T19" fmla="*/ 1148 h 1712"/>
                <a:gd name="T20" fmla="*/ 2457 w 2472"/>
                <a:gd name="T21" fmla="*/ 1419 h 1712"/>
                <a:gd name="T22" fmla="*/ 2471 w 2472"/>
                <a:gd name="T23" fmla="*/ 1662 h 1712"/>
                <a:gd name="T24" fmla="*/ 2121 w 2472"/>
                <a:gd name="T25" fmla="*/ 1712 h 1712"/>
                <a:gd name="T26" fmla="*/ 1643 w 2472"/>
                <a:gd name="T27" fmla="*/ 1712 h 1712"/>
                <a:gd name="T28" fmla="*/ 1189 w 2472"/>
                <a:gd name="T29" fmla="*/ 1712 h 1712"/>
                <a:gd name="T30" fmla="*/ 729 w 2472"/>
                <a:gd name="T31" fmla="*/ 1712 h 1712"/>
                <a:gd name="T32" fmla="*/ 411 w 2472"/>
                <a:gd name="T33" fmla="*/ 1663 h 1712"/>
                <a:gd name="T34" fmla="*/ 442 w 2472"/>
                <a:gd name="T35" fmla="*/ 1437 h 1712"/>
                <a:gd name="T36" fmla="*/ 491 w 2472"/>
                <a:gd name="T37" fmla="*/ 1225 h 1712"/>
                <a:gd name="T38" fmla="*/ 582 w 2472"/>
                <a:gd name="T39" fmla="*/ 998 h 1712"/>
                <a:gd name="T40" fmla="*/ 668 w 2472"/>
                <a:gd name="T41" fmla="*/ 848 h 1712"/>
                <a:gd name="T42" fmla="*/ 746 w 2472"/>
                <a:gd name="T43" fmla="*/ 750 h 1712"/>
                <a:gd name="T44" fmla="*/ 836 w 2472"/>
                <a:gd name="T45" fmla="*/ 656 h 1712"/>
                <a:gd name="T46" fmla="*/ 933 w 2472"/>
                <a:gd name="T47" fmla="*/ 570 h 1712"/>
                <a:gd name="T48" fmla="*/ 1015 w 2472"/>
                <a:gd name="T49" fmla="*/ 504 h 1712"/>
                <a:gd name="T50" fmla="*/ 1083 w 2472"/>
                <a:gd name="T51" fmla="*/ 453 h 1712"/>
                <a:gd name="T52" fmla="*/ 1116 w 2472"/>
                <a:gd name="T53" fmla="*/ 428 h 1712"/>
                <a:gd name="T54" fmla="*/ 1108 w 2472"/>
                <a:gd name="T55" fmla="*/ 430 h 1712"/>
                <a:gd name="T56" fmla="*/ 1054 w 2472"/>
                <a:gd name="T57" fmla="*/ 449 h 1712"/>
                <a:gd name="T58" fmla="*/ 965 w 2472"/>
                <a:gd name="T59" fmla="*/ 485 h 1712"/>
                <a:gd name="T60" fmla="*/ 861 w 2472"/>
                <a:gd name="T61" fmla="*/ 539 h 1712"/>
                <a:gd name="T62" fmla="*/ 740 w 2472"/>
                <a:gd name="T63" fmla="*/ 618 h 1712"/>
                <a:gd name="T64" fmla="*/ 640 w 2472"/>
                <a:gd name="T65" fmla="*/ 699 h 1712"/>
                <a:gd name="T66" fmla="*/ 529 w 2472"/>
                <a:gd name="T67" fmla="*/ 818 h 1712"/>
                <a:gd name="T68" fmla="*/ 418 w 2472"/>
                <a:gd name="T69" fmla="*/ 982 h 1712"/>
                <a:gd name="T70" fmla="*/ 308 w 2472"/>
                <a:gd name="T71" fmla="*/ 1240 h 1712"/>
                <a:gd name="T72" fmla="*/ 249 w 2472"/>
                <a:gd name="T73" fmla="*/ 1497 h 1712"/>
                <a:gd name="T74" fmla="*/ 226 w 2472"/>
                <a:gd name="T75" fmla="*/ 1712 h 1712"/>
                <a:gd name="T76" fmla="*/ 0 w 2472"/>
                <a:gd name="T77" fmla="*/ 1610 h 1712"/>
                <a:gd name="T78" fmla="*/ 31 w 2472"/>
                <a:gd name="T79" fmla="*/ 1325 h 1712"/>
                <a:gd name="T80" fmla="*/ 121 w 2472"/>
                <a:gd name="T81" fmla="*/ 1064 h 1712"/>
                <a:gd name="T82" fmla="*/ 260 w 2472"/>
                <a:gd name="T83" fmla="*/ 831 h 1712"/>
                <a:gd name="T84" fmla="*/ 444 w 2472"/>
                <a:gd name="T85" fmla="*/ 636 h 1712"/>
                <a:gd name="T86" fmla="*/ 665 w 2472"/>
                <a:gd name="T87" fmla="*/ 485 h 1712"/>
                <a:gd name="T88" fmla="*/ 916 w 2472"/>
                <a:gd name="T89" fmla="*/ 384 h 1712"/>
                <a:gd name="T90" fmla="*/ 1075 w 2472"/>
                <a:gd name="T91" fmla="*/ 326 h 1712"/>
                <a:gd name="T92" fmla="*/ 1034 w 2472"/>
                <a:gd name="T93" fmla="*/ 236 h 1712"/>
                <a:gd name="T94" fmla="*/ 1045 w 2472"/>
                <a:gd name="T95" fmla="*/ 131 h 1712"/>
                <a:gd name="T96" fmla="*/ 1105 w 2472"/>
                <a:gd name="T97" fmla="*/ 47 h 1712"/>
                <a:gd name="T98" fmla="*/ 1199 w 2472"/>
                <a:gd name="T99" fmla="*/ 3 h 17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72" h="1712">
                  <a:moveTo>
                    <a:pt x="1236" y="0"/>
                  </a:moveTo>
                  <a:lnTo>
                    <a:pt x="1273" y="3"/>
                  </a:lnTo>
                  <a:lnTo>
                    <a:pt x="1307" y="12"/>
                  </a:lnTo>
                  <a:lnTo>
                    <a:pt x="1339" y="27"/>
                  </a:lnTo>
                  <a:lnTo>
                    <a:pt x="1368" y="47"/>
                  </a:lnTo>
                  <a:lnTo>
                    <a:pt x="1392" y="72"/>
                  </a:lnTo>
                  <a:lnTo>
                    <a:pt x="1412" y="100"/>
                  </a:lnTo>
                  <a:lnTo>
                    <a:pt x="1428" y="131"/>
                  </a:lnTo>
                  <a:lnTo>
                    <a:pt x="1437" y="165"/>
                  </a:lnTo>
                  <a:lnTo>
                    <a:pt x="1441" y="202"/>
                  </a:lnTo>
                  <a:lnTo>
                    <a:pt x="1437" y="236"/>
                  </a:lnTo>
                  <a:lnTo>
                    <a:pt x="1429" y="269"/>
                  </a:lnTo>
                  <a:lnTo>
                    <a:pt x="1415" y="299"/>
                  </a:lnTo>
                  <a:lnTo>
                    <a:pt x="1397" y="326"/>
                  </a:lnTo>
                  <a:lnTo>
                    <a:pt x="1375" y="350"/>
                  </a:lnTo>
                  <a:lnTo>
                    <a:pt x="1467" y="364"/>
                  </a:lnTo>
                  <a:lnTo>
                    <a:pt x="1556" y="384"/>
                  </a:lnTo>
                  <a:lnTo>
                    <a:pt x="1642" y="412"/>
                  </a:lnTo>
                  <a:lnTo>
                    <a:pt x="1726" y="446"/>
                  </a:lnTo>
                  <a:lnTo>
                    <a:pt x="1807" y="485"/>
                  </a:lnTo>
                  <a:lnTo>
                    <a:pt x="1884" y="530"/>
                  </a:lnTo>
                  <a:lnTo>
                    <a:pt x="1957" y="580"/>
                  </a:lnTo>
                  <a:lnTo>
                    <a:pt x="2028" y="636"/>
                  </a:lnTo>
                  <a:lnTo>
                    <a:pt x="2093" y="697"/>
                  </a:lnTo>
                  <a:lnTo>
                    <a:pt x="2154" y="762"/>
                  </a:lnTo>
                  <a:lnTo>
                    <a:pt x="2212" y="831"/>
                  </a:lnTo>
                  <a:lnTo>
                    <a:pt x="2264" y="905"/>
                  </a:lnTo>
                  <a:lnTo>
                    <a:pt x="2310" y="983"/>
                  </a:lnTo>
                  <a:lnTo>
                    <a:pt x="2351" y="1064"/>
                  </a:lnTo>
                  <a:lnTo>
                    <a:pt x="2387" y="1148"/>
                  </a:lnTo>
                  <a:lnTo>
                    <a:pt x="2417" y="1235"/>
                  </a:lnTo>
                  <a:lnTo>
                    <a:pt x="2441" y="1325"/>
                  </a:lnTo>
                  <a:lnTo>
                    <a:pt x="2457" y="1419"/>
                  </a:lnTo>
                  <a:lnTo>
                    <a:pt x="2468" y="1513"/>
                  </a:lnTo>
                  <a:lnTo>
                    <a:pt x="2472" y="1610"/>
                  </a:lnTo>
                  <a:lnTo>
                    <a:pt x="2471" y="1662"/>
                  </a:lnTo>
                  <a:lnTo>
                    <a:pt x="2467" y="1712"/>
                  </a:lnTo>
                  <a:lnTo>
                    <a:pt x="2291" y="1712"/>
                  </a:lnTo>
                  <a:lnTo>
                    <a:pt x="2121" y="1712"/>
                  </a:lnTo>
                  <a:lnTo>
                    <a:pt x="1957" y="1712"/>
                  </a:lnTo>
                  <a:lnTo>
                    <a:pt x="1799" y="1712"/>
                  </a:lnTo>
                  <a:lnTo>
                    <a:pt x="1643" y="1712"/>
                  </a:lnTo>
                  <a:lnTo>
                    <a:pt x="1490" y="1712"/>
                  </a:lnTo>
                  <a:lnTo>
                    <a:pt x="1339" y="1712"/>
                  </a:lnTo>
                  <a:lnTo>
                    <a:pt x="1189" y="1712"/>
                  </a:lnTo>
                  <a:lnTo>
                    <a:pt x="1037" y="1712"/>
                  </a:lnTo>
                  <a:lnTo>
                    <a:pt x="885" y="1712"/>
                  </a:lnTo>
                  <a:lnTo>
                    <a:pt x="729" y="1712"/>
                  </a:lnTo>
                  <a:lnTo>
                    <a:pt x="571" y="1712"/>
                  </a:lnTo>
                  <a:lnTo>
                    <a:pt x="406" y="1712"/>
                  </a:lnTo>
                  <a:lnTo>
                    <a:pt x="411" y="1663"/>
                  </a:lnTo>
                  <a:lnTo>
                    <a:pt x="418" y="1614"/>
                  </a:lnTo>
                  <a:lnTo>
                    <a:pt x="428" y="1525"/>
                  </a:lnTo>
                  <a:lnTo>
                    <a:pt x="442" y="1437"/>
                  </a:lnTo>
                  <a:lnTo>
                    <a:pt x="459" y="1350"/>
                  </a:lnTo>
                  <a:lnTo>
                    <a:pt x="476" y="1287"/>
                  </a:lnTo>
                  <a:lnTo>
                    <a:pt x="491" y="1225"/>
                  </a:lnTo>
                  <a:lnTo>
                    <a:pt x="531" y="1107"/>
                  </a:lnTo>
                  <a:lnTo>
                    <a:pt x="557" y="1051"/>
                  </a:lnTo>
                  <a:lnTo>
                    <a:pt x="582" y="998"/>
                  </a:lnTo>
                  <a:lnTo>
                    <a:pt x="610" y="945"/>
                  </a:lnTo>
                  <a:lnTo>
                    <a:pt x="640" y="897"/>
                  </a:lnTo>
                  <a:lnTo>
                    <a:pt x="668" y="848"/>
                  </a:lnTo>
                  <a:lnTo>
                    <a:pt x="703" y="806"/>
                  </a:lnTo>
                  <a:lnTo>
                    <a:pt x="725" y="779"/>
                  </a:lnTo>
                  <a:lnTo>
                    <a:pt x="746" y="750"/>
                  </a:lnTo>
                  <a:lnTo>
                    <a:pt x="769" y="725"/>
                  </a:lnTo>
                  <a:lnTo>
                    <a:pt x="803" y="690"/>
                  </a:lnTo>
                  <a:lnTo>
                    <a:pt x="836" y="656"/>
                  </a:lnTo>
                  <a:lnTo>
                    <a:pt x="869" y="624"/>
                  </a:lnTo>
                  <a:lnTo>
                    <a:pt x="902" y="596"/>
                  </a:lnTo>
                  <a:lnTo>
                    <a:pt x="933" y="570"/>
                  </a:lnTo>
                  <a:lnTo>
                    <a:pt x="962" y="545"/>
                  </a:lnTo>
                  <a:lnTo>
                    <a:pt x="988" y="522"/>
                  </a:lnTo>
                  <a:lnTo>
                    <a:pt x="1015" y="504"/>
                  </a:lnTo>
                  <a:lnTo>
                    <a:pt x="1041" y="485"/>
                  </a:lnTo>
                  <a:lnTo>
                    <a:pt x="1064" y="467"/>
                  </a:lnTo>
                  <a:lnTo>
                    <a:pt x="1083" y="453"/>
                  </a:lnTo>
                  <a:lnTo>
                    <a:pt x="1099" y="441"/>
                  </a:lnTo>
                  <a:lnTo>
                    <a:pt x="1109" y="433"/>
                  </a:lnTo>
                  <a:lnTo>
                    <a:pt x="1116" y="428"/>
                  </a:lnTo>
                  <a:lnTo>
                    <a:pt x="1118" y="426"/>
                  </a:lnTo>
                  <a:lnTo>
                    <a:pt x="1116" y="426"/>
                  </a:lnTo>
                  <a:lnTo>
                    <a:pt x="1108" y="430"/>
                  </a:lnTo>
                  <a:lnTo>
                    <a:pt x="1095" y="434"/>
                  </a:lnTo>
                  <a:lnTo>
                    <a:pt x="1077" y="441"/>
                  </a:lnTo>
                  <a:lnTo>
                    <a:pt x="1054" y="449"/>
                  </a:lnTo>
                  <a:lnTo>
                    <a:pt x="1027" y="461"/>
                  </a:lnTo>
                  <a:lnTo>
                    <a:pt x="996" y="472"/>
                  </a:lnTo>
                  <a:lnTo>
                    <a:pt x="965" y="485"/>
                  </a:lnTo>
                  <a:lnTo>
                    <a:pt x="933" y="501"/>
                  </a:lnTo>
                  <a:lnTo>
                    <a:pt x="899" y="519"/>
                  </a:lnTo>
                  <a:lnTo>
                    <a:pt x="861" y="539"/>
                  </a:lnTo>
                  <a:lnTo>
                    <a:pt x="821" y="561"/>
                  </a:lnTo>
                  <a:lnTo>
                    <a:pt x="781" y="588"/>
                  </a:lnTo>
                  <a:lnTo>
                    <a:pt x="740" y="618"/>
                  </a:lnTo>
                  <a:lnTo>
                    <a:pt x="696" y="650"/>
                  </a:lnTo>
                  <a:lnTo>
                    <a:pt x="667" y="673"/>
                  </a:lnTo>
                  <a:lnTo>
                    <a:pt x="640" y="699"/>
                  </a:lnTo>
                  <a:lnTo>
                    <a:pt x="611" y="726"/>
                  </a:lnTo>
                  <a:lnTo>
                    <a:pt x="568" y="769"/>
                  </a:lnTo>
                  <a:lnTo>
                    <a:pt x="529" y="818"/>
                  </a:lnTo>
                  <a:lnTo>
                    <a:pt x="489" y="869"/>
                  </a:lnTo>
                  <a:lnTo>
                    <a:pt x="452" y="924"/>
                  </a:lnTo>
                  <a:lnTo>
                    <a:pt x="418" y="982"/>
                  </a:lnTo>
                  <a:lnTo>
                    <a:pt x="385" y="1042"/>
                  </a:lnTo>
                  <a:lnTo>
                    <a:pt x="330" y="1172"/>
                  </a:lnTo>
                  <a:lnTo>
                    <a:pt x="308" y="1240"/>
                  </a:lnTo>
                  <a:lnTo>
                    <a:pt x="287" y="1309"/>
                  </a:lnTo>
                  <a:lnTo>
                    <a:pt x="267" y="1403"/>
                  </a:lnTo>
                  <a:lnTo>
                    <a:pt x="249" y="1497"/>
                  </a:lnTo>
                  <a:lnTo>
                    <a:pt x="237" y="1592"/>
                  </a:lnTo>
                  <a:lnTo>
                    <a:pt x="230" y="1652"/>
                  </a:lnTo>
                  <a:lnTo>
                    <a:pt x="226" y="1712"/>
                  </a:lnTo>
                  <a:lnTo>
                    <a:pt x="4" y="1712"/>
                  </a:lnTo>
                  <a:lnTo>
                    <a:pt x="1" y="1660"/>
                  </a:lnTo>
                  <a:lnTo>
                    <a:pt x="0" y="1610"/>
                  </a:lnTo>
                  <a:lnTo>
                    <a:pt x="3" y="1513"/>
                  </a:lnTo>
                  <a:lnTo>
                    <a:pt x="15" y="1419"/>
                  </a:lnTo>
                  <a:lnTo>
                    <a:pt x="31" y="1325"/>
                  </a:lnTo>
                  <a:lnTo>
                    <a:pt x="55" y="1235"/>
                  </a:lnTo>
                  <a:lnTo>
                    <a:pt x="85" y="1148"/>
                  </a:lnTo>
                  <a:lnTo>
                    <a:pt x="121" y="1064"/>
                  </a:lnTo>
                  <a:lnTo>
                    <a:pt x="162" y="983"/>
                  </a:lnTo>
                  <a:lnTo>
                    <a:pt x="208" y="905"/>
                  </a:lnTo>
                  <a:lnTo>
                    <a:pt x="260" y="831"/>
                  </a:lnTo>
                  <a:lnTo>
                    <a:pt x="317" y="762"/>
                  </a:lnTo>
                  <a:lnTo>
                    <a:pt x="378" y="697"/>
                  </a:lnTo>
                  <a:lnTo>
                    <a:pt x="444" y="636"/>
                  </a:lnTo>
                  <a:lnTo>
                    <a:pt x="514" y="580"/>
                  </a:lnTo>
                  <a:lnTo>
                    <a:pt x="588" y="530"/>
                  </a:lnTo>
                  <a:lnTo>
                    <a:pt x="665" y="485"/>
                  </a:lnTo>
                  <a:lnTo>
                    <a:pt x="746" y="446"/>
                  </a:lnTo>
                  <a:lnTo>
                    <a:pt x="830" y="412"/>
                  </a:lnTo>
                  <a:lnTo>
                    <a:pt x="916" y="384"/>
                  </a:lnTo>
                  <a:lnTo>
                    <a:pt x="1006" y="364"/>
                  </a:lnTo>
                  <a:lnTo>
                    <a:pt x="1097" y="350"/>
                  </a:lnTo>
                  <a:lnTo>
                    <a:pt x="1075" y="326"/>
                  </a:lnTo>
                  <a:lnTo>
                    <a:pt x="1056" y="299"/>
                  </a:lnTo>
                  <a:lnTo>
                    <a:pt x="1044" y="269"/>
                  </a:lnTo>
                  <a:lnTo>
                    <a:pt x="1034" y="236"/>
                  </a:lnTo>
                  <a:lnTo>
                    <a:pt x="1032" y="202"/>
                  </a:lnTo>
                  <a:lnTo>
                    <a:pt x="1036" y="165"/>
                  </a:lnTo>
                  <a:lnTo>
                    <a:pt x="1045" y="131"/>
                  </a:lnTo>
                  <a:lnTo>
                    <a:pt x="1060" y="100"/>
                  </a:lnTo>
                  <a:lnTo>
                    <a:pt x="1079" y="72"/>
                  </a:lnTo>
                  <a:lnTo>
                    <a:pt x="1105" y="47"/>
                  </a:lnTo>
                  <a:lnTo>
                    <a:pt x="1133" y="27"/>
                  </a:lnTo>
                  <a:lnTo>
                    <a:pt x="1164" y="12"/>
                  </a:lnTo>
                  <a:lnTo>
                    <a:pt x="1199" y="3"/>
                  </a:lnTo>
                  <a:lnTo>
                    <a:pt x="123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4" name="Rectangle 7"/>
            <p:cNvSpPr>
              <a:spLocks noChangeArrowheads="1"/>
            </p:cNvSpPr>
            <p:nvPr/>
          </p:nvSpPr>
          <p:spPr bwMode="auto">
            <a:xfrm>
              <a:off x="3871" y="1999"/>
              <a:ext cx="487" cy="43"/>
            </a:xfrm>
            <a:prstGeom prst="rect">
              <a:avLst/>
            </a:prstGeom>
            <a:grpFill/>
            <a:ln w="0">
              <a:noFill/>
              <a:prstDash val="solid"/>
              <a:miter lim="800000"/>
            </a:ln>
          </p:spPr>
          <p:txBody>
            <a:bodyPr vert="horz" wrap="square" lIns="91440" tIns="45720" rIns="91440" bIns="45720" numCol="1" anchor="t" anchorCtr="0" compatLnSpc="1"/>
            <a:lstStyle/>
            <a:p>
              <a:endParaRPr lang="en-US"/>
            </a:p>
          </p:txBody>
        </p:sp>
        <p:sp>
          <p:nvSpPr>
            <p:cNvPr id="5" name="Freeform 8"/>
            <p:cNvSpPr/>
            <p:nvPr/>
          </p:nvSpPr>
          <p:spPr bwMode="auto">
            <a:xfrm>
              <a:off x="3832" y="2057"/>
              <a:ext cx="354" cy="151"/>
            </a:xfrm>
            <a:custGeom>
              <a:avLst/>
              <a:gdLst>
                <a:gd name="T0" fmla="*/ 1193 w 2122"/>
                <a:gd name="T1" fmla="*/ 7 h 904"/>
                <a:gd name="T2" fmla="*/ 1228 w 2122"/>
                <a:gd name="T3" fmla="*/ 40 h 904"/>
                <a:gd name="T4" fmla="*/ 1244 w 2122"/>
                <a:gd name="T5" fmla="*/ 88 h 904"/>
                <a:gd name="T6" fmla="*/ 1233 w 2122"/>
                <a:gd name="T7" fmla="*/ 137 h 904"/>
                <a:gd name="T8" fmla="*/ 1187 w 2122"/>
                <a:gd name="T9" fmla="*/ 174 h 904"/>
                <a:gd name="T10" fmla="*/ 1110 w 2122"/>
                <a:gd name="T11" fmla="*/ 194 h 904"/>
                <a:gd name="T12" fmla="*/ 1012 w 2122"/>
                <a:gd name="T13" fmla="*/ 219 h 904"/>
                <a:gd name="T14" fmla="*/ 904 w 2122"/>
                <a:gd name="T15" fmla="*/ 247 h 904"/>
                <a:gd name="T16" fmla="*/ 803 w 2122"/>
                <a:gd name="T17" fmla="*/ 275 h 904"/>
                <a:gd name="T18" fmla="*/ 722 w 2122"/>
                <a:gd name="T19" fmla="*/ 296 h 904"/>
                <a:gd name="T20" fmla="*/ 680 w 2122"/>
                <a:gd name="T21" fmla="*/ 308 h 904"/>
                <a:gd name="T22" fmla="*/ 1292 w 2122"/>
                <a:gd name="T23" fmla="*/ 345 h 904"/>
                <a:gd name="T24" fmla="*/ 1336 w 2122"/>
                <a:gd name="T25" fmla="*/ 329 h 904"/>
                <a:gd name="T26" fmla="*/ 1418 w 2122"/>
                <a:gd name="T27" fmla="*/ 300 h 904"/>
                <a:gd name="T28" fmla="*/ 1527 w 2122"/>
                <a:gd name="T29" fmla="*/ 260 h 904"/>
                <a:gd name="T30" fmla="*/ 1649 w 2122"/>
                <a:gd name="T31" fmla="*/ 214 h 904"/>
                <a:gd name="T32" fmla="*/ 1770 w 2122"/>
                <a:gd name="T33" fmla="*/ 167 h 904"/>
                <a:gd name="T34" fmla="*/ 1877 w 2122"/>
                <a:gd name="T35" fmla="*/ 125 h 904"/>
                <a:gd name="T36" fmla="*/ 1955 w 2122"/>
                <a:gd name="T37" fmla="*/ 90 h 904"/>
                <a:gd name="T38" fmla="*/ 2034 w 2122"/>
                <a:gd name="T39" fmla="*/ 74 h 904"/>
                <a:gd name="T40" fmla="*/ 2089 w 2122"/>
                <a:gd name="T41" fmla="*/ 99 h 904"/>
                <a:gd name="T42" fmla="*/ 2118 w 2122"/>
                <a:gd name="T43" fmla="*/ 148 h 904"/>
                <a:gd name="T44" fmla="*/ 2120 w 2122"/>
                <a:gd name="T45" fmla="*/ 203 h 904"/>
                <a:gd name="T46" fmla="*/ 2090 w 2122"/>
                <a:gd name="T47" fmla="*/ 245 h 904"/>
                <a:gd name="T48" fmla="*/ 2039 w 2122"/>
                <a:gd name="T49" fmla="*/ 278 h 904"/>
                <a:gd name="T50" fmla="*/ 1952 w 2122"/>
                <a:gd name="T51" fmla="*/ 337 h 904"/>
                <a:gd name="T52" fmla="*/ 1839 w 2122"/>
                <a:gd name="T53" fmla="*/ 413 h 904"/>
                <a:gd name="T54" fmla="*/ 1710 w 2122"/>
                <a:gd name="T55" fmla="*/ 496 h 904"/>
                <a:gd name="T56" fmla="*/ 1579 w 2122"/>
                <a:gd name="T57" fmla="*/ 579 h 904"/>
                <a:gd name="T58" fmla="*/ 1456 w 2122"/>
                <a:gd name="T59" fmla="*/ 654 h 904"/>
                <a:gd name="T60" fmla="*/ 1352 w 2122"/>
                <a:gd name="T61" fmla="*/ 714 h 904"/>
                <a:gd name="T62" fmla="*/ 1281 w 2122"/>
                <a:gd name="T63" fmla="*/ 747 h 904"/>
                <a:gd name="T64" fmla="*/ 1221 w 2122"/>
                <a:gd name="T65" fmla="*/ 756 h 904"/>
                <a:gd name="T66" fmla="*/ 1106 w 2122"/>
                <a:gd name="T67" fmla="*/ 760 h 904"/>
                <a:gd name="T68" fmla="*/ 949 w 2122"/>
                <a:gd name="T69" fmla="*/ 760 h 904"/>
                <a:gd name="T70" fmla="*/ 773 w 2122"/>
                <a:gd name="T71" fmla="*/ 759 h 904"/>
                <a:gd name="T72" fmla="*/ 598 w 2122"/>
                <a:gd name="T73" fmla="*/ 757 h 904"/>
                <a:gd name="T74" fmla="*/ 445 w 2122"/>
                <a:gd name="T75" fmla="*/ 754 h 904"/>
                <a:gd name="T76" fmla="*/ 335 w 2122"/>
                <a:gd name="T77" fmla="*/ 752 h 904"/>
                <a:gd name="T78" fmla="*/ 274 w 2122"/>
                <a:gd name="T79" fmla="*/ 755 h 904"/>
                <a:gd name="T80" fmla="*/ 214 w 2122"/>
                <a:gd name="T81" fmla="*/ 786 h 904"/>
                <a:gd name="T82" fmla="*/ 163 w 2122"/>
                <a:gd name="T83" fmla="*/ 837 h 904"/>
                <a:gd name="T84" fmla="*/ 129 w 2122"/>
                <a:gd name="T85" fmla="*/ 884 h 904"/>
                <a:gd name="T86" fmla="*/ 115 w 2122"/>
                <a:gd name="T87" fmla="*/ 904 h 904"/>
                <a:gd name="T88" fmla="*/ 438 w 2122"/>
                <a:gd name="T89" fmla="*/ 27 h 904"/>
                <a:gd name="T90" fmla="*/ 492 w 2122"/>
                <a:gd name="T91" fmla="*/ 25 h 904"/>
                <a:gd name="T92" fmla="*/ 594 w 2122"/>
                <a:gd name="T93" fmla="*/ 20 h 904"/>
                <a:gd name="T94" fmla="*/ 725 w 2122"/>
                <a:gd name="T95" fmla="*/ 15 h 904"/>
                <a:gd name="T96" fmla="*/ 866 w 2122"/>
                <a:gd name="T97" fmla="*/ 10 h 904"/>
                <a:gd name="T98" fmla="*/ 999 w 2122"/>
                <a:gd name="T99" fmla="*/ 4 h 904"/>
                <a:gd name="T100" fmla="*/ 1105 w 2122"/>
                <a:gd name="T101" fmla="*/ 1 h 904"/>
                <a:gd name="T102" fmla="*/ 1164 w 2122"/>
                <a:gd name="T103" fmla="*/ 0 h 9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2" h="904">
                  <a:moveTo>
                    <a:pt x="1164" y="0"/>
                  </a:moveTo>
                  <a:lnTo>
                    <a:pt x="1179" y="2"/>
                  </a:lnTo>
                  <a:lnTo>
                    <a:pt x="1193" y="7"/>
                  </a:lnTo>
                  <a:lnTo>
                    <a:pt x="1206" y="16"/>
                  </a:lnTo>
                  <a:lnTo>
                    <a:pt x="1218" y="27"/>
                  </a:lnTo>
                  <a:lnTo>
                    <a:pt x="1228" y="40"/>
                  </a:lnTo>
                  <a:lnTo>
                    <a:pt x="1236" y="54"/>
                  </a:lnTo>
                  <a:lnTo>
                    <a:pt x="1241" y="72"/>
                  </a:lnTo>
                  <a:lnTo>
                    <a:pt x="1244" y="88"/>
                  </a:lnTo>
                  <a:lnTo>
                    <a:pt x="1244" y="105"/>
                  </a:lnTo>
                  <a:lnTo>
                    <a:pt x="1240" y="121"/>
                  </a:lnTo>
                  <a:lnTo>
                    <a:pt x="1233" y="137"/>
                  </a:lnTo>
                  <a:lnTo>
                    <a:pt x="1223" y="151"/>
                  </a:lnTo>
                  <a:lnTo>
                    <a:pt x="1207" y="164"/>
                  </a:lnTo>
                  <a:lnTo>
                    <a:pt x="1187" y="174"/>
                  </a:lnTo>
                  <a:lnTo>
                    <a:pt x="1163" y="181"/>
                  </a:lnTo>
                  <a:lnTo>
                    <a:pt x="1138" y="187"/>
                  </a:lnTo>
                  <a:lnTo>
                    <a:pt x="1110" y="194"/>
                  </a:lnTo>
                  <a:lnTo>
                    <a:pt x="1080" y="202"/>
                  </a:lnTo>
                  <a:lnTo>
                    <a:pt x="1047" y="210"/>
                  </a:lnTo>
                  <a:lnTo>
                    <a:pt x="1012" y="219"/>
                  </a:lnTo>
                  <a:lnTo>
                    <a:pt x="977" y="228"/>
                  </a:lnTo>
                  <a:lnTo>
                    <a:pt x="941" y="237"/>
                  </a:lnTo>
                  <a:lnTo>
                    <a:pt x="904" y="247"/>
                  </a:lnTo>
                  <a:lnTo>
                    <a:pt x="870" y="256"/>
                  </a:lnTo>
                  <a:lnTo>
                    <a:pt x="835" y="265"/>
                  </a:lnTo>
                  <a:lnTo>
                    <a:pt x="803" y="275"/>
                  </a:lnTo>
                  <a:lnTo>
                    <a:pt x="773" y="283"/>
                  </a:lnTo>
                  <a:lnTo>
                    <a:pt x="747" y="289"/>
                  </a:lnTo>
                  <a:lnTo>
                    <a:pt x="722" y="296"/>
                  </a:lnTo>
                  <a:lnTo>
                    <a:pt x="704" y="301"/>
                  </a:lnTo>
                  <a:lnTo>
                    <a:pt x="689" y="305"/>
                  </a:lnTo>
                  <a:lnTo>
                    <a:pt x="680" y="308"/>
                  </a:lnTo>
                  <a:lnTo>
                    <a:pt x="678" y="309"/>
                  </a:lnTo>
                  <a:lnTo>
                    <a:pt x="1290" y="346"/>
                  </a:lnTo>
                  <a:lnTo>
                    <a:pt x="1292" y="345"/>
                  </a:lnTo>
                  <a:lnTo>
                    <a:pt x="1301" y="342"/>
                  </a:lnTo>
                  <a:lnTo>
                    <a:pt x="1316" y="336"/>
                  </a:lnTo>
                  <a:lnTo>
                    <a:pt x="1336" y="329"/>
                  </a:lnTo>
                  <a:lnTo>
                    <a:pt x="1359" y="321"/>
                  </a:lnTo>
                  <a:lnTo>
                    <a:pt x="1387" y="311"/>
                  </a:lnTo>
                  <a:lnTo>
                    <a:pt x="1418" y="300"/>
                  </a:lnTo>
                  <a:lnTo>
                    <a:pt x="1452" y="287"/>
                  </a:lnTo>
                  <a:lnTo>
                    <a:pt x="1489" y="273"/>
                  </a:lnTo>
                  <a:lnTo>
                    <a:pt x="1527" y="260"/>
                  </a:lnTo>
                  <a:lnTo>
                    <a:pt x="1567" y="245"/>
                  </a:lnTo>
                  <a:lnTo>
                    <a:pt x="1607" y="230"/>
                  </a:lnTo>
                  <a:lnTo>
                    <a:pt x="1649" y="214"/>
                  </a:lnTo>
                  <a:lnTo>
                    <a:pt x="1689" y="198"/>
                  </a:lnTo>
                  <a:lnTo>
                    <a:pt x="1731" y="183"/>
                  </a:lnTo>
                  <a:lnTo>
                    <a:pt x="1770" y="167"/>
                  </a:lnTo>
                  <a:lnTo>
                    <a:pt x="1808" y="153"/>
                  </a:lnTo>
                  <a:lnTo>
                    <a:pt x="1843" y="139"/>
                  </a:lnTo>
                  <a:lnTo>
                    <a:pt x="1877" y="125"/>
                  </a:lnTo>
                  <a:lnTo>
                    <a:pt x="1907" y="112"/>
                  </a:lnTo>
                  <a:lnTo>
                    <a:pt x="1933" y="100"/>
                  </a:lnTo>
                  <a:lnTo>
                    <a:pt x="1955" y="90"/>
                  </a:lnTo>
                  <a:lnTo>
                    <a:pt x="1984" y="78"/>
                  </a:lnTo>
                  <a:lnTo>
                    <a:pt x="2010" y="74"/>
                  </a:lnTo>
                  <a:lnTo>
                    <a:pt x="2034" y="74"/>
                  </a:lnTo>
                  <a:lnTo>
                    <a:pt x="2055" y="78"/>
                  </a:lnTo>
                  <a:lnTo>
                    <a:pt x="2074" y="86"/>
                  </a:lnTo>
                  <a:lnTo>
                    <a:pt x="2089" y="99"/>
                  </a:lnTo>
                  <a:lnTo>
                    <a:pt x="2102" y="114"/>
                  </a:lnTo>
                  <a:lnTo>
                    <a:pt x="2112" y="130"/>
                  </a:lnTo>
                  <a:lnTo>
                    <a:pt x="2118" y="148"/>
                  </a:lnTo>
                  <a:lnTo>
                    <a:pt x="2122" y="166"/>
                  </a:lnTo>
                  <a:lnTo>
                    <a:pt x="2122" y="185"/>
                  </a:lnTo>
                  <a:lnTo>
                    <a:pt x="2120" y="203"/>
                  </a:lnTo>
                  <a:lnTo>
                    <a:pt x="2113" y="219"/>
                  </a:lnTo>
                  <a:lnTo>
                    <a:pt x="2104" y="234"/>
                  </a:lnTo>
                  <a:lnTo>
                    <a:pt x="2090" y="245"/>
                  </a:lnTo>
                  <a:lnTo>
                    <a:pt x="2078" y="253"/>
                  </a:lnTo>
                  <a:lnTo>
                    <a:pt x="2061" y="264"/>
                  </a:lnTo>
                  <a:lnTo>
                    <a:pt x="2039" y="278"/>
                  </a:lnTo>
                  <a:lnTo>
                    <a:pt x="2014" y="295"/>
                  </a:lnTo>
                  <a:lnTo>
                    <a:pt x="1985" y="316"/>
                  </a:lnTo>
                  <a:lnTo>
                    <a:pt x="1952" y="337"/>
                  </a:lnTo>
                  <a:lnTo>
                    <a:pt x="1916" y="360"/>
                  </a:lnTo>
                  <a:lnTo>
                    <a:pt x="1878" y="385"/>
                  </a:lnTo>
                  <a:lnTo>
                    <a:pt x="1839" y="413"/>
                  </a:lnTo>
                  <a:lnTo>
                    <a:pt x="1796" y="440"/>
                  </a:lnTo>
                  <a:lnTo>
                    <a:pt x="1754" y="467"/>
                  </a:lnTo>
                  <a:lnTo>
                    <a:pt x="1710" y="496"/>
                  </a:lnTo>
                  <a:lnTo>
                    <a:pt x="1666" y="524"/>
                  </a:lnTo>
                  <a:lnTo>
                    <a:pt x="1622" y="552"/>
                  </a:lnTo>
                  <a:lnTo>
                    <a:pt x="1579" y="579"/>
                  </a:lnTo>
                  <a:lnTo>
                    <a:pt x="1536" y="605"/>
                  </a:lnTo>
                  <a:lnTo>
                    <a:pt x="1495" y="630"/>
                  </a:lnTo>
                  <a:lnTo>
                    <a:pt x="1456" y="654"/>
                  </a:lnTo>
                  <a:lnTo>
                    <a:pt x="1419" y="676"/>
                  </a:lnTo>
                  <a:lnTo>
                    <a:pt x="1384" y="697"/>
                  </a:lnTo>
                  <a:lnTo>
                    <a:pt x="1352" y="714"/>
                  </a:lnTo>
                  <a:lnTo>
                    <a:pt x="1324" y="727"/>
                  </a:lnTo>
                  <a:lnTo>
                    <a:pt x="1300" y="739"/>
                  </a:lnTo>
                  <a:lnTo>
                    <a:pt x="1281" y="747"/>
                  </a:lnTo>
                  <a:lnTo>
                    <a:pt x="1265" y="751"/>
                  </a:lnTo>
                  <a:lnTo>
                    <a:pt x="1246" y="755"/>
                  </a:lnTo>
                  <a:lnTo>
                    <a:pt x="1221" y="756"/>
                  </a:lnTo>
                  <a:lnTo>
                    <a:pt x="1187" y="758"/>
                  </a:lnTo>
                  <a:lnTo>
                    <a:pt x="1149" y="759"/>
                  </a:lnTo>
                  <a:lnTo>
                    <a:pt x="1106" y="760"/>
                  </a:lnTo>
                  <a:lnTo>
                    <a:pt x="1056" y="760"/>
                  </a:lnTo>
                  <a:lnTo>
                    <a:pt x="1004" y="760"/>
                  </a:lnTo>
                  <a:lnTo>
                    <a:pt x="949" y="760"/>
                  </a:lnTo>
                  <a:lnTo>
                    <a:pt x="892" y="760"/>
                  </a:lnTo>
                  <a:lnTo>
                    <a:pt x="833" y="760"/>
                  </a:lnTo>
                  <a:lnTo>
                    <a:pt x="773" y="759"/>
                  </a:lnTo>
                  <a:lnTo>
                    <a:pt x="714" y="758"/>
                  </a:lnTo>
                  <a:lnTo>
                    <a:pt x="656" y="758"/>
                  </a:lnTo>
                  <a:lnTo>
                    <a:pt x="598" y="757"/>
                  </a:lnTo>
                  <a:lnTo>
                    <a:pt x="544" y="756"/>
                  </a:lnTo>
                  <a:lnTo>
                    <a:pt x="492" y="755"/>
                  </a:lnTo>
                  <a:lnTo>
                    <a:pt x="445" y="754"/>
                  </a:lnTo>
                  <a:lnTo>
                    <a:pt x="402" y="754"/>
                  </a:lnTo>
                  <a:lnTo>
                    <a:pt x="366" y="752"/>
                  </a:lnTo>
                  <a:lnTo>
                    <a:pt x="335" y="752"/>
                  </a:lnTo>
                  <a:lnTo>
                    <a:pt x="310" y="751"/>
                  </a:lnTo>
                  <a:lnTo>
                    <a:pt x="294" y="751"/>
                  </a:lnTo>
                  <a:lnTo>
                    <a:pt x="274" y="755"/>
                  </a:lnTo>
                  <a:lnTo>
                    <a:pt x="253" y="762"/>
                  </a:lnTo>
                  <a:lnTo>
                    <a:pt x="233" y="772"/>
                  </a:lnTo>
                  <a:lnTo>
                    <a:pt x="214" y="786"/>
                  </a:lnTo>
                  <a:lnTo>
                    <a:pt x="195" y="802"/>
                  </a:lnTo>
                  <a:lnTo>
                    <a:pt x="179" y="819"/>
                  </a:lnTo>
                  <a:lnTo>
                    <a:pt x="163" y="837"/>
                  </a:lnTo>
                  <a:lnTo>
                    <a:pt x="149" y="854"/>
                  </a:lnTo>
                  <a:lnTo>
                    <a:pt x="138" y="869"/>
                  </a:lnTo>
                  <a:lnTo>
                    <a:pt x="129" y="884"/>
                  </a:lnTo>
                  <a:lnTo>
                    <a:pt x="122" y="894"/>
                  </a:lnTo>
                  <a:lnTo>
                    <a:pt x="117" y="901"/>
                  </a:lnTo>
                  <a:lnTo>
                    <a:pt x="115" y="904"/>
                  </a:lnTo>
                  <a:lnTo>
                    <a:pt x="0" y="181"/>
                  </a:lnTo>
                  <a:lnTo>
                    <a:pt x="435" y="27"/>
                  </a:lnTo>
                  <a:lnTo>
                    <a:pt x="438" y="27"/>
                  </a:lnTo>
                  <a:lnTo>
                    <a:pt x="450" y="26"/>
                  </a:lnTo>
                  <a:lnTo>
                    <a:pt x="468" y="25"/>
                  </a:lnTo>
                  <a:lnTo>
                    <a:pt x="492" y="25"/>
                  </a:lnTo>
                  <a:lnTo>
                    <a:pt x="522" y="24"/>
                  </a:lnTo>
                  <a:lnTo>
                    <a:pt x="556" y="21"/>
                  </a:lnTo>
                  <a:lnTo>
                    <a:pt x="594" y="20"/>
                  </a:lnTo>
                  <a:lnTo>
                    <a:pt x="635" y="19"/>
                  </a:lnTo>
                  <a:lnTo>
                    <a:pt x="679" y="17"/>
                  </a:lnTo>
                  <a:lnTo>
                    <a:pt x="725" y="15"/>
                  </a:lnTo>
                  <a:lnTo>
                    <a:pt x="772" y="13"/>
                  </a:lnTo>
                  <a:lnTo>
                    <a:pt x="819" y="11"/>
                  </a:lnTo>
                  <a:lnTo>
                    <a:pt x="866" y="10"/>
                  </a:lnTo>
                  <a:lnTo>
                    <a:pt x="912" y="8"/>
                  </a:lnTo>
                  <a:lnTo>
                    <a:pt x="957" y="7"/>
                  </a:lnTo>
                  <a:lnTo>
                    <a:pt x="999" y="4"/>
                  </a:lnTo>
                  <a:lnTo>
                    <a:pt x="1038" y="3"/>
                  </a:lnTo>
                  <a:lnTo>
                    <a:pt x="1073" y="2"/>
                  </a:lnTo>
                  <a:lnTo>
                    <a:pt x="1105" y="1"/>
                  </a:lnTo>
                  <a:lnTo>
                    <a:pt x="1131" y="0"/>
                  </a:lnTo>
                  <a:lnTo>
                    <a:pt x="1151" y="0"/>
                  </a:lnTo>
                  <a:lnTo>
                    <a:pt x="1164"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6" name="Freeform 9"/>
            <p:cNvSpPr/>
            <p:nvPr/>
          </p:nvSpPr>
          <p:spPr bwMode="auto">
            <a:xfrm>
              <a:off x="3735" y="2085"/>
              <a:ext cx="111" cy="171"/>
            </a:xfrm>
            <a:custGeom>
              <a:avLst/>
              <a:gdLst>
                <a:gd name="T0" fmla="*/ 499 w 666"/>
                <a:gd name="T1" fmla="*/ 0 h 1023"/>
                <a:gd name="T2" fmla="*/ 666 w 666"/>
                <a:gd name="T3" fmla="*/ 900 h 1023"/>
                <a:gd name="T4" fmla="*/ 0 w 666"/>
                <a:gd name="T5" fmla="*/ 1023 h 1023"/>
                <a:gd name="T6" fmla="*/ 0 w 666"/>
                <a:gd name="T7" fmla="*/ 87 h 1023"/>
                <a:gd name="T8" fmla="*/ 499 w 666"/>
                <a:gd name="T9" fmla="*/ 0 h 1023"/>
              </a:gdLst>
              <a:ahLst/>
              <a:cxnLst>
                <a:cxn ang="0">
                  <a:pos x="T0" y="T1"/>
                </a:cxn>
                <a:cxn ang="0">
                  <a:pos x="T2" y="T3"/>
                </a:cxn>
                <a:cxn ang="0">
                  <a:pos x="T4" y="T5"/>
                </a:cxn>
                <a:cxn ang="0">
                  <a:pos x="T6" y="T7"/>
                </a:cxn>
                <a:cxn ang="0">
                  <a:pos x="T8" y="T9"/>
                </a:cxn>
              </a:cxnLst>
              <a:rect l="0" t="0" r="r" b="b"/>
              <a:pathLst>
                <a:path w="666" h="1023">
                  <a:moveTo>
                    <a:pt x="499" y="0"/>
                  </a:moveTo>
                  <a:lnTo>
                    <a:pt x="666" y="900"/>
                  </a:lnTo>
                  <a:lnTo>
                    <a:pt x="0" y="1023"/>
                  </a:lnTo>
                  <a:lnTo>
                    <a:pt x="0" y="87"/>
                  </a:lnTo>
                  <a:lnTo>
                    <a:pt x="499"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7" name="Group 1471"/>
          <p:cNvGrpSpPr>
            <a:grpSpLocks noChangeAspect="1"/>
          </p:cNvGrpSpPr>
          <p:nvPr/>
        </p:nvGrpSpPr>
        <p:grpSpPr bwMode="auto">
          <a:xfrm>
            <a:off x="1265355" y="3170837"/>
            <a:ext cx="521013" cy="516326"/>
            <a:chOff x="6420" y="2557"/>
            <a:chExt cx="778" cy="771"/>
          </a:xfrm>
          <a:solidFill>
            <a:srgbClr val="B55631"/>
          </a:solidFill>
        </p:grpSpPr>
        <p:sp>
          <p:nvSpPr>
            <p:cNvPr id="8" name="Freeform 1473"/>
            <p:cNvSpPr/>
            <p:nvPr/>
          </p:nvSpPr>
          <p:spPr bwMode="auto">
            <a:xfrm>
              <a:off x="6481" y="2617"/>
              <a:ext cx="656" cy="651"/>
            </a:xfrm>
            <a:custGeom>
              <a:avLst/>
              <a:gdLst>
                <a:gd name="T0" fmla="*/ 2077 w 3281"/>
                <a:gd name="T1" fmla="*/ 58 h 3251"/>
                <a:gd name="T2" fmla="*/ 2558 w 3281"/>
                <a:gd name="T3" fmla="*/ 277 h 3251"/>
                <a:gd name="T4" fmla="*/ 2940 w 3281"/>
                <a:gd name="T5" fmla="*/ 632 h 3251"/>
                <a:gd name="T6" fmla="*/ 3191 w 3281"/>
                <a:gd name="T7" fmla="*/ 1092 h 3251"/>
                <a:gd name="T8" fmla="*/ 3281 w 3281"/>
                <a:gd name="T9" fmla="*/ 1625 h 3251"/>
                <a:gd name="T10" fmla="*/ 3191 w 3281"/>
                <a:gd name="T11" fmla="*/ 2161 h 3251"/>
                <a:gd name="T12" fmla="*/ 2937 w 3281"/>
                <a:gd name="T13" fmla="*/ 2620 h 3251"/>
                <a:gd name="T14" fmla="*/ 2554 w 3281"/>
                <a:gd name="T15" fmla="*/ 2974 h 3251"/>
                <a:gd name="T16" fmla="*/ 2424 w 3281"/>
                <a:gd name="T17" fmla="*/ 2190 h 3251"/>
                <a:gd name="T18" fmla="*/ 2670 w 3281"/>
                <a:gd name="T19" fmla="*/ 2056 h 3251"/>
                <a:gd name="T20" fmla="*/ 2761 w 3281"/>
                <a:gd name="T21" fmla="*/ 1901 h 3251"/>
                <a:gd name="T22" fmla="*/ 2765 w 3281"/>
                <a:gd name="T23" fmla="*/ 1673 h 3251"/>
                <a:gd name="T24" fmla="*/ 2748 w 3281"/>
                <a:gd name="T25" fmla="*/ 1370 h 3251"/>
                <a:gd name="T26" fmla="*/ 2718 w 3281"/>
                <a:gd name="T27" fmla="*/ 1058 h 3251"/>
                <a:gd name="T28" fmla="*/ 2688 w 3281"/>
                <a:gd name="T29" fmla="*/ 806 h 3251"/>
                <a:gd name="T30" fmla="*/ 2672 w 3281"/>
                <a:gd name="T31" fmla="*/ 679 h 3251"/>
                <a:gd name="T32" fmla="*/ 2492 w 3281"/>
                <a:gd name="T33" fmla="*/ 675 h 3251"/>
                <a:gd name="T34" fmla="*/ 2166 w 3281"/>
                <a:gd name="T35" fmla="*/ 675 h 3251"/>
                <a:gd name="T36" fmla="*/ 1961 w 3281"/>
                <a:gd name="T37" fmla="*/ 679 h 3251"/>
                <a:gd name="T38" fmla="*/ 1946 w 3281"/>
                <a:gd name="T39" fmla="*/ 806 h 3251"/>
                <a:gd name="T40" fmla="*/ 1916 w 3281"/>
                <a:gd name="T41" fmla="*/ 1058 h 3251"/>
                <a:gd name="T42" fmla="*/ 1886 w 3281"/>
                <a:gd name="T43" fmla="*/ 1370 h 3251"/>
                <a:gd name="T44" fmla="*/ 1868 w 3281"/>
                <a:gd name="T45" fmla="*/ 1673 h 3251"/>
                <a:gd name="T46" fmla="*/ 1874 w 3281"/>
                <a:gd name="T47" fmla="*/ 1900 h 3251"/>
                <a:gd name="T48" fmla="*/ 1965 w 3281"/>
                <a:gd name="T49" fmla="*/ 2056 h 3251"/>
                <a:gd name="T50" fmla="*/ 2213 w 3281"/>
                <a:gd name="T51" fmla="*/ 2192 h 3251"/>
                <a:gd name="T52" fmla="*/ 1750 w 3281"/>
                <a:gd name="T53" fmla="*/ 3247 h 3251"/>
                <a:gd name="T54" fmla="*/ 1250 w 3281"/>
                <a:gd name="T55" fmla="*/ 3202 h 3251"/>
                <a:gd name="T56" fmla="*/ 1232 w 3281"/>
                <a:gd name="T57" fmla="*/ 2094 h 3251"/>
                <a:gd name="T58" fmla="*/ 1307 w 3281"/>
                <a:gd name="T59" fmla="*/ 2067 h 3251"/>
                <a:gd name="T60" fmla="*/ 1494 w 3281"/>
                <a:gd name="T61" fmla="*/ 1922 h 3251"/>
                <a:gd name="T62" fmla="*/ 1638 w 3281"/>
                <a:gd name="T63" fmla="*/ 1611 h 3251"/>
                <a:gd name="T64" fmla="*/ 1649 w 3281"/>
                <a:gd name="T65" fmla="*/ 1226 h 3251"/>
                <a:gd name="T66" fmla="*/ 1504 w 3281"/>
                <a:gd name="T67" fmla="*/ 910 h 3251"/>
                <a:gd name="T68" fmla="*/ 1259 w 3281"/>
                <a:gd name="T69" fmla="*/ 713 h 3251"/>
                <a:gd name="T70" fmla="*/ 1032 w 3281"/>
                <a:gd name="T71" fmla="*/ 680 h 3251"/>
                <a:gd name="T72" fmla="*/ 765 w 3281"/>
                <a:gd name="T73" fmla="*/ 814 h 3251"/>
                <a:gd name="T74" fmla="*/ 571 w 3281"/>
                <a:gd name="T75" fmla="*/ 1089 h 3251"/>
                <a:gd name="T76" fmla="*/ 518 w 3281"/>
                <a:gd name="T77" fmla="*/ 1455 h 3251"/>
                <a:gd name="T78" fmla="*/ 615 w 3281"/>
                <a:gd name="T79" fmla="*/ 1813 h 3251"/>
                <a:gd name="T80" fmla="*/ 818 w 3281"/>
                <a:gd name="T81" fmla="*/ 2040 h 3251"/>
                <a:gd name="T82" fmla="*/ 927 w 3281"/>
                <a:gd name="T83" fmla="*/ 2088 h 3251"/>
                <a:gd name="T84" fmla="*/ 986 w 3281"/>
                <a:gd name="T85" fmla="*/ 2108 h 3251"/>
                <a:gd name="T86" fmla="*/ 576 w 3281"/>
                <a:gd name="T87" fmla="*/ 2859 h 3251"/>
                <a:gd name="T88" fmla="*/ 233 w 3281"/>
                <a:gd name="T89" fmla="*/ 2458 h 3251"/>
                <a:gd name="T90" fmla="*/ 35 w 3281"/>
                <a:gd name="T91" fmla="*/ 1959 h 3251"/>
                <a:gd name="T92" fmla="*/ 15 w 3281"/>
                <a:gd name="T93" fmla="*/ 1404 h 3251"/>
                <a:gd name="T94" fmla="*/ 174 w 3281"/>
                <a:gd name="T95" fmla="*/ 897 h 3251"/>
                <a:gd name="T96" fmla="*/ 482 w 3281"/>
                <a:gd name="T97" fmla="*/ 476 h 3251"/>
                <a:gd name="T98" fmla="*/ 907 w 3281"/>
                <a:gd name="T99" fmla="*/ 171 h 3251"/>
                <a:gd name="T100" fmla="*/ 1419 w 3281"/>
                <a:gd name="T101" fmla="*/ 15 h 3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281" h="3251">
                  <a:moveTo>
                    <a:pt x="1642" y="0"/>
                  </a:moveTo>
                  <a:lnTo>
                    <a:pt x="1753" y="4"/>
                  </a:lnTo>
                  <a:lnTo>
                    <a:pt x="1864" y="15"/>
                  </a:lnTo>
                  <a:lnTo>
                    <a:pt x="1972" y="33"/>
                  </a:lnTo>
                  <a:lnTo>
                    <a:pt x="2077" y="58"/>
                  </a:lnTo>
                  <a:lnTo>
                    <a:pt x="2180" y="90"/>
                  </a:lnTo>
                  <a:lnTo>
                    <a:pt x="2279" y="127"/>
                  </a:lnTo>
                  <a:lnTo>
                    <a:pt x="2376" y="171"/>
                  </a:lnTo>
                  <a:lnTo>
                    <a:pt x="2470" y="222"/>
                  </a:lnTo>
                  <a:lnTo>
                    <a:pt x="2558" y="277"/>
                  </a:lnTo>
                  <a:lnTo>
                    <a:pt x="2644" y="339"/>
                  </a:lnTo>
                  <a:lnTo>
                    <a:pt x="2724" y="404"/>
                  </a:lnTo>
                  <a:lnTo>
                    <a:pt x="2802" y="476"/>
                  </a:lnTo>
                  <a:lnTo>
                    <a:pt x="2872" y="552"/>
                  </a:lnTo>
                  <a:lnTo>
                    <a:pt x="2940" y="632"/>
                  </a:lnTo>
                  <a:lnTo>
                    <a:pt x="3002" y="717"/>
                  </a:lnTo>
                  <a:lnTo>
                    <a:pt x="3058" y="805"/>
                  </a:lnTo>
                  <a:lnTo>
                    <a:pt x="3109" y="897"/>
                  </a:lnTo>
                  <a:lnTo>
                    <a:pt x="3152" y="993"/>
                  </a:lnTo>
                  <a:lnTo>
                    <a:pt x="3191" y="1092"/>
                  </a:lnTo>
                  <a:lnTo>
                    <a:pt x="3223" y="1194"/>
                  </a:lnTo>
                  <a:lnTo>
                    <a:pt x="3248" y="1297"/>
                  </a:lnTo>
                  <a:lnTo>
                    <a:pt x="3267" y="1404"/>
                  </a:lnTo>
                  <a:lnTo>
                    <a:pt x="3278" y="1514"/>
                  </a:lnTo>
                  <a:lnTo>
                    <a:pt x="3281" y="1625"/>
                  </a:lnTo>
                  <a:lnTo>
                    <a:pt x="3278" y="1737"/>
                  </a:lnTo>
                  <a:lnTo>
                    <a:pt x="3267" y="1847"/>
                  </a:lnTo>
                  <a:lnTo>
                    <a:pt x="3248" y="1954"/>
                  </a:lnTo>
                  <a:lnTo>
                    <a:pt x="3223" y="2059"/>
                  </a:lnTo>
                  <a:lnTo>
                    <a:pt x="3191" y="2161"/>
                  </a:lnTo>
                  <a:lnTo>
                    <a:pt x="3152" y="2259"/>
                  </a:lnTo>
                  <a:lnTo>
                    <a:pt x="3107" y="2355"/>
                  </a:lnTo>
                  <a:lnTo>
                    <a:pt x="3056" y="2448"/>
                  </a:lnTo>
                  <a:lnTo>
                    <a:pt x="2999" y="2536"/>
                  </a:lnTo>
                  <a:lnTo>
                    <a:pt x="2937" y="2620"/>
                  </a:lnTo>
                  <a:lnTo>
                    <a:pt x="2870" y="2700"/>
                  </a:lnTo>
                  <a:lnTo>
                    <a:pt x="2798" y="2777"/>
                  </a:lnTo>
                  <a:lnTo>
                    <a:pt x="2721" y="2847"/>
                  </a:lnTo>
                  <a:lnTo>
                    <a:pt x="2639" y="2913"/>
                  </a:lnTo>
                  <a:lnTo>
                    <a:pt x="2554" y="2974"/>
                  </a:lnTo>
                  <a:lnTo>
                    <a:pt x="2463" y="3030"/>
                  </a:lnTo>
                  <a:lnTo>
                    <a:pt x="2420" y="2193"/>
                  </a:lnTo>
                  <a:lnTo>
                    <a:pt x="2421" y="2192"/>
                  </a:lnTo>
                  <a:lnTo>
                    <a:pt x="2422" y="2192"/>
                  </a:lnTo>
                  <a:lnTo>
                    <a:pt x="2424" y="2190"/>
                  </a:lnTo>
                  <a:lnTo>
                    <a:pt x="2480" y="2174"/>
                  </a:lnTo>
                  <a:lnTo>
                    <a:pt x="2532" y="2152"/>
                  </a:lnTo>
                  <a:lnTo>
                    <a:pt x="2581" y="2125"/>
                  </a:lnTo>
                  <a:lnTo>
                    <a:pt x="2627" y="2093"/>
                  </a:lnTo>
                  <a:lnTo>
                    <a:pt x="2670" y="2056"/>
                  </a:lnTo>
                  <a:lnTo>
                    <a:pt x="2707" y="2015"/>
                  </a:lnTo>
                  <a:lnTo>
                    <a:pt x="2741" y="1972"/>
                  </a:lnTo>
                  <a:lnTo>
                    <a:pt x="2749" y="1955"/>
                  </a:lnTo>
                  <a:lnTo>
                    <a:pt x="2756" y="1930"/>
                  </a:lnTo>
                  <a:lnTo>
                    <a:pt x="2761" y="1901"/>
                  </a:lnTo>
                  <a:lnTo>
                    <a:pt x="2764" y="1864"/>
                  </a:lnTo>
                  <a:lnTo>
                    <a:pt x="2767" y="1823"/>
                  </a:lnTo>
                  <a:lnTo>
                    <a:pt x="2768" y="1776"/>
                  </a:lnTo>
                  <a:lnTo>
                    <a:pt x="2767" y="1727"/>
                  </a:lnTo>
                  <a:lnTo>
                    <a:pt x="2765" y="1673"/>
                  </a:lnTo>
                  <a:lnTo>
                    <a:pt x="2764" y="1616"/>
                  </a:lnTo>
                  <a:lnTo>
                    <a:pt x="2761" y="1557"/>
                  </a:lnTo>
                  <a:lnTo>
                    <a:pt x="2757" y="1496"/>
                  </a:lnTo>
                  <a:lnTo>
                    <a:pt x="2753" y="1433"/>
                  </a:lnTo>
                  <a:lnTo>
                    <a:pt x="2748" y="1370"/>
                  </a:lnTo>
                  <a:lnTo>
                    <a:pt x="2742" y="1306"/>
                  </a:lnTo>
                  <a:lnTo>
                    <a:pt x="2737" y="1242"/>
                  </a:lnTo>
                  <a:lnTo>
                    <a:pt x="2731" y="1179"/>
                  </a:lnTo>
                  <a:lnTo>
                    <a:pt x="2724" y="1117"/>
                  </a:lnTo>
                  <a:lnTo>
                    <a:pt x="2718" y="1058"/>
                  </a:lnTo>
                  <a:lnTo>
                    <a:pt x="2712" y="1000"/>
                  </a:lnTo>
                  <a:lnTo>
                    <a:pt x="2706" y="946"/>
                  </a:lnTo>
                  <a:lnTo>
                    <a:pt x="2700" y="894"/>
                  </a:lnTo>
                  <a:lnTo>
                    <a:pt x="2693" y="848"/>
                  </a:lnTo>
                  <a:lnTo>
                    <a:pt x="2688" y="806"/>
                  </a:lnTo>
                  <a:lnTo>
                    <a:pt x="2685" y="768"/>
                  </a:lnTo>
                  <a:lnTo>
                    <a:pt x="2680" y="736"/>
                  </a:lnTo>
                  <a:lnTo>
                    <a:pt x="2677" y="710"/>
                  </a:lnTo>
                  <a:lnTo>
                    <a:pt x="2675" y="691"/>
                  </a:lnTo>
                  <a:lnTo>
                    <a:pt x="2672" y="679"/>
                  </a:lnTo>
                  <a:lnTo>
                    <a:pt x="2672" y="675"/>
                  </a:lnTo>
                  <a:lnTo>
                    <a:pt x="2594" y="675"/>
                  </a:lnTo>
                  <a:lnTo>
                    <a:pt x="2594" y="1768"/>
                  </a:lnTo>
                  <a:lnTo>
                    <a:pt x="2492" y="1768"/>
                  </a:lnTo>
                  <a:lnTo>
                    <a:pt x="2492" y="675"/>
                  </a:lnTo>
                  <a:lnTo>
                    <a:pt x="2378" y="675"/>
                  </a:lnTo>
                  <a:lnTo>
                    <a:pt x="2378" y="1768"/>
                  </a:lnTo>
                  <a:lnTo>
                    <a:pt x="2276" y="1768"/>
                  </a:lnTo>
                  <a:lnTo>
                    <a:pt x="2276" y="675"/>
                  </a:lnTo>
                  <a:lnTo>
                    <a:pt x="2166" y="675"/>
                  </a:lnTo>
                  <a:lnTo>
                    <a:pt x="2166" y="1768"/>
                  </a:lnTo>
                  <a:lnTo>
                    <a:pt x="2064" y="1768"/>
                  </a:lnTo>
                  <a:lnTo>
                    <a:pt x="2064" y="675"/>
                  </a:lnTo>
                  <a:lnTo>
                    <a:pt x="1962" y="675"/>
                  </a:lnTo>
                  <a:lnTo>
                    <a:pt x="1961" y="679"/>
                  </a:lnTo>
                  <a:lnTo>
                    <a:pt x="1960" y="691"/>
                  </a:lnTo>
                  <a:lnTo>
                    <a:pt x="1957" y="710"/>
                  </a:lnTo>
                  <a:lnTo>
                    <a:pt x="1955" y="736"/>
                  </a:lnTo>
                  <a:lnTo>
                    <a:pt x="1950" y="768"/>
                  </a:lnTo>
                  <a:lnTo>
                    <a:pt x="1946" y="806"/>
                  </a:lnTo>
                  <a:lnTo>
                    <a:pt x="1940" y="848"/>
                  </a:lnTo>
                  <a:lnTo>
                    <a:pt x="1935" y="894"/>
                  </a:lnTo>
                  <a:lnTo>
                    <a:pt x="1929" y="946"/>
                  </a:lnTo>
                  <a:lnTo>
                    <a:pt x="1923" y="1000"/>
                  </a:lnTo>
                  <a:lnTo>
                    <a:pt x="1916" y="1058"/>
                  </a:lnTo>
                  <a:lnTo>
                    <a:pt x="1910" y="1117"/>
                  </a:lnTo>
                  <a:lnTo>
                    <a:pt x="1904" y="1179"/>
                  </a:lnTo>
                  <a:lnTo>
                    <a:pt x="1898" y="1242"/>
                  </a:lnTo>
                  <a:lnTo>
                    <a:pt x="1891" y="1306"/>
                  </a:lnTo>
                  <a:lnTo>
                    <a:pt x="1886" y="1370"/>
                  </a:lnTo>
                  <a:lnTo>
                    <a:pt x="1881" y="1433"/>
                  </a:lnTo>
                  <a:lnTo>
                    <a:pt x="1877" y="1496"/>
                  </a:lnTo>
                  <a:lnTo>
                    <a:pt x="1873" y="1557"/>
                  </a:lnTo>
                  <a:lnTo>
                    <a:pt x="1870" y="1616"/>
                  </a:lnTo>
                  <a:lnTo>
                    <a:pt x="1868" y="1673"/>
                  </a:lnTo>
                  <a:lnTo>
                    <a:pt x="1867" y="1726"/>
                  </a:lnTo>
                  <a:lnTo>
                    <a:pt x="1867" y="1776"/>
                  </a:lnTo>
                  <a:lnTo>
                    <a:pt x="1868" y="1822"/>
                  </a:lnTo>
                  <a:lnTo>
                    <a:pt x="1870" y="1864"/>
                  </a:lnTo>
                  <a:lnTo>
                    <a:pt x="1874" y="1900"/>
                  </a:lnTo>
                  <a:lnTo>
                    <a:pt x="1879" y="1930"/>
                  </a:lnTo>
                  <a:lnTo>
                    <a:pt x="1885" y="1954"/>
                  </a:lnTo>
                  <a:lnTo>
                    <a:pt x="1894" y="1971"/>
                  </a:lnTo>
                  <a:lnTo>
                    <a:pt x="1928" y="2015"/>
                  </a:lnTo>
                  <a:lnTo>
                    <a:pt x="1965" y="2056"/>
                  </a:lnTo>
                  <a:lnTo>
                    <a:pt x="2008" y="2093"/>
                  </a:lnTo>
                  <a:lnTo>
                    <a:pt x="2054" y="2126"/>
                  </a:lnTo>
                  <a:lnTo>
                    <a:pt x="2104" y="2153"/>
                  </a:lnTo>
                  <a:lnTo>
                    <a:pt x="2158" y="2176"/>
                  </a:lnTo>
                  <a:lnTo>
                    <a:pt x="2213" y="2192"/>
                  </a:lnTo>
                  <a:lnTo>
                    <a:pt x="2162" y="3165"/>
                  </a:lnTo>
                  <a:lnTo>
                    <a:pt x="2063" y="3195"/>
                  </a:lnTo>
                  <a:lnTo>
                    <a:pt x="1961" y="3219"/>
                  </a:lnTo>
                  <a:lnTo>
                    <a:pt x="1857" y="3236"/>
                  </a:lnTo>
                  <a:lnTo>
                    <a:pt x="1750" y="3247"/>
                  </a:lnTo>
                  <a:lnTo>
                    <a:pt x="1642" y="3251"/>
                  </a:lnTo>
                  <a:lnTo>
                    <a:pt x="1541" y="3247"/>
                  </a:lnTo>
                  <a:lnTo>
                    <a:pt x="1441" y="3237"/>
                  </a:lnTo>
                  <a:lnTo>
                    <a:pt x="1344" y="3223"/>
                  </a:lnTo>
                  <a:lnTo>
                    <a:pt x="1250" y="3202"/>
                  </a:lnTo>
                  <a:lnTo>
                    <a:pt x="1191" y="2109"/>
                  </a:lnTo>
                  <a:lnTo>
                    <a:pt x="1195" y="2108"/>
                  </a:lnTo>
                  <a:lnTo>
                    <a:pt x="1204" y="2104"/>
                  </a:lnTo>
                  <a:lnTo>
                    <a:pt x="1218" y="2099"/>
                  </a:lnTo>
                  <a:lnTo>
                    <a:pt x="1232" y="2094"/>
                  </a:lnTo>
                  <a:lnTo>
                    <a:pt x="1250" y="2088"/>
                  </a:lnTo>
                  <a:lnTo>
                    <a:pt x="1267" y="2081"/>
                  </a:lnTo>
                  <a:lnTo>
                    <a:pt x="1283" y="2076"/>
                  </a:lnTo>
                  <a:lnTo>
                    <a:pt x="1297" y="2071"/>
                  </a:lnTo>
                  <a:lnTo>
                    <a:pt x="1307" y="2067"/>
                  </a:lnTo>
                  <a:lnTo>
                    <a:pt x="1311" y="2066"/>
                  </a:lnTo>
                  <a:lnTo>
                    <a:pt x="1361" y="2040"/>
                  </a:lnTo>
                  <a:lnTo>
                    <a:pt x="1408" y="2007"/>
                  </a:lnTo>
                  <a:lnTo>
                    <a:pt x="1453" y="1967"/>
                  </a:lnTo>
                  <a:lnTo>
                    <a:pt x="1494" y="1922"/>
                  </a:lnTo>
                  <a:lnTo>
                    <a:pt x="1531" y="1870"/>
                  </a:lnTo>
                  <a:lnTo>
                    <a:pt x="1564" y="1813"/>
                  </a:lnTo>
                  <a:lnTo>
                    <a:pt x="1593" y="1751"/>
                  </a:lnTo>
                  <a:lnTo>
                    <a:pt x="1618" y="1684"/>
                  </a:lnTo>
                  <a:lnTo>
                    <a:pt x="1638" y="1611"/>
                  </a:lnTo>
                  <a:lnTo>
                    <a:pt x="1653" y="1535"/>
                  </a:lnTo>
                  <a:lnTo>
                    <a:pt x="1661" y="1455"/>
                  </a:lnTo>
                  <a:lnTo>
                    <a:pt x="1664" y="1371"/>
                  </a:lnTo>
                  <a:lnTo>
                    <a:pt x="1660" y="1297"/>
                  </a:lnTo>
                  <a:lnTo>
                    <a:pt x="1649" y="1226"/>
                  </a:lnTo>
                  <a:lnTo>
                    <a:pt x="1632" y="1157"/>
                  </a:lnTo>
                  <a:lnTo>
                    <a:pt x="1608" y="1089"/>
                  </a:lnTo>
                  <a:lnTo>
                    <a:pt x="1578" y="1026"/>
                  </a:lnTo>
                  <a:lnTo>
                    <a:pt x="1543" y="966"/>
                  </a:lnTo>
                  <a:lnTo>
                    <a:pt x="1504" y="910"/>
                  </a:lnTo>
                  <a:lnTo>
                    <a:pt x="1461" y="860"/>
                  </a:lnTo>
                  <a:lnTo>
                    <a:pt x="1414" y="814"/>
                  </a:lnTo>
                  <a:lnTo>
                    <a:pt x="1364" y="774"/>
                  </a:lnTo>
                  <a:lnTo>
                    <a:pt x="1312" y="740"/>
                  </a:lnTo>
                  <a:lnTo>
                    <a:pt x="1259" y="713"/>
                  </a:lnTo>
                  <a:lnTo>
                    <a:pt x="1203" y="692"/>
                  </a:lnTo>
                  <a:lnTo>
                    <a:pt x="1147" y="680"/>
                  </a:lnTo>
                  <a:lnTo>
                    <a:pt x="1091" y="675"/>
                  </a:lnTo>
                  <a:lnTo>
                    <a:pt x="1090" y="675"/>
                  </a:lnTo>
                  <a:lnTo>
                    <a:pt x="1032" y="680"/>
                  </a:lnTo>
                  <a:lnTo>
                    <a:pt x="976" y="692"/>
                  </a:lnTo>
                  <a:lnTo>
                    <a:pt x="920" y="713"/>
                  </a:lnTo>
                  <a:lnTo>
                    <a:pt x="867" y="740"/>
                  </a:lnTo>
                  <a:lnTo>
                    <a:pt x="815" y="774"/>
                  </a:lnTo>
                  <a:lnTo>
                    <a:pt x="765" y="814"/>
                  </a:lnTo>
                  <a:lnTo>
                    <a:pt x="718" y="860"/>
                  </a:lnTo>
                  <a:lnTo>
                    <a:pt x="675" y="910"/>
                  </a:lnTo>
                  <a:lnTo>
                    <a:pt x="636" y="966"/>
                  </a:lnTo>
                  <a:lnTo>
                    <a:pt x="601" y="1026"/>
                  </a:lnTo>
                  <a:lnTo>
                    <a:pt x="571" y="1089"/>
                  </a:lnTo>
                  <a:lnTo>
                    <a:pt x="547" y="1157"/>
                  </a:lnTo>
                  <a:lnTo>
                    <a:pt x="530" y="1226"/>
                  </a:lnTo>
                  <a:lnTo>
                    <a:pt x="519" y="1297"/>
                  </a:lnTo>
                  <a:lnTo>
                    <a:pt x="515" y="1371"/>
                  </a:lnTo>
                  <a:lnTo>
                    <a:pt x="518" y="1455"/>
                  </a:lnTo>
                  <a:lnTo>
                    <a:pt x="528" y="1535"/>
                  </a:lnTo>
                  <a:lnTo>
                    <a:pt x="541" y="1611"/>
                  </a:lnTo>
                  <a:lnTo>
                    <a:pt x="561" y="1684"/>
                  </a:lnTo>
                  <a:lnTo>
                    <a:pt x="586" y="1751"/>
                  </a:lnTo>
                  <a:lnTo>
                    <a:pt x="615" y="1813"/>
                  </a:lnTo>
                  <a:lnTo>
                    <a:pt x="648" y="1870"/>
                  </a:lnTo>
                  <a:lnTo>
                    <a:pt x="687" y="1922"/>
                  </a:lnTo>
                  <a:lnTo>
                    <a:pt x="728" y="1967"/>
                  </a:lnTo>
                  <a:lnTo>
                    <a:pt x="771" y="2007"/>
                  </a:lnTo>
                  <a:lnTo>
                    <a:pt x="818" y="2040"/>
                  </a:lnTo>
                  <a:lnTo>
                    <a:pt x="869" y="2066"/>
                  </a:lnTo>
                  <a:lnTo>
                    <a:pt x="878" y="2070"/>
                  </a:lnTo>
                  <a:lnTo>
                    <a:pt x="892" y="2076"/>
                  </a:lnTo>
                  <a:lnTo>
                    <a:pt x="908" y="2081"/>
                  </a:lnTo>
                  <a:lnTo>
                    <a:pt x="927" y="2088"/>
                  </a:lnTo>
                  <a:lnTo>
                    <a:pt x="944" y="2093"/>
                  </a:lnTo>
                  <a:lnTo>
                    <a:pt x="960" y="2099"/>
                  </a:lnTo>
                  <a:lnTo>
                    <a:pt x="974" y="2104"/>
                  </a:lnTo>
                  <a:lnTo>
                    <a:pt x="983" y="2107"/>
                  </a:lnTo>
                  <a:lnTo>
                    <a:pt x="986" y="2108"/>
                  </a:lnTo>
                  <a:lnTo>
                    <a:pt x="935" y="3091"/>
                  </a:lnTo>
                  <a:lnTo>
                    <a:pt x="840" y="3042"/>
                  </a:lnTo>
                  <a:lnTo>
                    <a:pt x="748" y="2986"/>
                  </a:lnTo>
                  <a:lnTo>
                    <a:pt x="661" y="2926"/>
                  </a:lnTo>
                  <a:lnTo>
                    <a:pt x="576" y="2859"/>
                  </a:lnTo>
                  <a:lnTo>
                    <a:pt x="498" y="2788"/>
                  </a:lnTo>
                  <a:lnTo>
                    <a:pt x="423" y="2713"/>
                  </a:lnTo>
                  <a:lnTo>
                    <a:pt x="355" y="2631"/>
                  </a:lnTo>
                  <a:lnTo>
                    <a:pt x="290" y="2546"/>
                  </a:lnTo>
                  <a:lnTo>
                    <a:pt x="233" y="2458"/>
                  </a:lnTo>
                  <a:lnTo>
                    <a:pt x="181" y="2364"/>
                  </a:lnTo>
                  <a:lnTo>
                    <a:pt x="135" y="2268"/>
                  </a:lnTo>
                  <a:lnTo>
                    <a:pt x="95" y="2168"/>
                  </a:lnTo>
                  <a:lnTo>
                    <a:pt x="61" y="2065"/>
                  </a:lnTo>
                  <a:lnTo>
                    <a:pt x="35" y="1959"/>
                  </a:lnTo>
                  <a:lnTo>
                    <a:pt x="17" y="1849"/>
                  </a:lnTo>
                  <a:lnTo>
                    <a:pt x="4" y="1738"/>
                  </a:lnTo>
                  <a:lnTo>
                    <a:pt x="0" y="1625"/>
                  </a:lnTo>
                  <a:lnTo>
                    <a:pt x="4" y="1514"/>
                  </a:lnTo>
                  <a:lnTo>
                    <a:pt x="15" y="1404"/>
                  </a:lnTo>
                  <a:lnTo>
                    <a:pt x="34" y="1297"/>
                  </a:lnTo>
                  <a:lnTo>
                    <a:pt x="59" y="1194"/>
                  </a:lnTo>
                  <a:lnTo>
                    <a:pt x="91" y="1092"/>
                  </a:lnTo>
                  <a:lnTo>
                    <a:pt x="130" y="993"/>
                  </a:lnTo>
                  <a:lnTo>
                    <a:pt x="174" y="897"/>
                  </a:lnTo>
                  <a:lnTo>
                    <a:pt x="224" y="805"/>
                  </a:lnTo>
                  <a:lnTo>
                    <a:pt x="280" y="717"/>
                  </a:lnTo>
                  <a:lnTo>
                    <a:pt x="342" y="632"/>
                  </a:lnTo>
                  <a:lnTo>
                    <a:pt x="409" y="552"/>
                  </a:lnTo>
                  <a:lnTo>
                    <a:pt x="482" y="476"/>
                  </a:lnTo>
                  <a:lnTo>
                    <a:pt x="557" y="404"/>
                  </a:lnTo>
                  <a:lnTo>
                    <a:pt x="638" y="339"/>
                  </a:lnTo>
                  <a:lnTo>
                    <a:pt x="724" y="277"/>
                  </a:lnTo>
                  <a:lnTo>
                    <a:pt x="813" y="222"/>
                  </a:lnTo>
                  <a:lnTo>
                    <a:pt x="907" y="171"/>
                  </a:lnTo>
                  <a:lnTo>
                    <a:pt x="1002" y="127"/>
                  </a:lnTo>
                  <a:lnTo>
                    <a:pt x="1102" y="90"/>
                  </a:lnTo>
                  <a:lnTo>
                    <a:pt x="1205" y="58"/>
                  </a:lnTo>
                  <a:lnTo>
                    <a:pt x="1311" y="33"/>
                  </a:lnTo>
                  <a:lnTo>
                    <a:pt x="1419" y="15"/>
                  </a:lnTo>
                  <a:lnTo>
                    <a:pt x="1528" y="4"/>
                  </a:lnTo>
                  <a:lnTo>
                    <a:pt x="1642"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9" name="Freeform 1474"/>
            <p:cNvSpPr/>
            <p:nvPr/>
          </p:nvSpPr>
          <p:spPr bwMode="auto">
            <a:xfrm>
              <a:off x="6605" y="2844"/>
              <a:ext cx="64" cy="168"/>
            </a:xfrm>
            <a:custGeom>
              <a:avLst/>
              <a:gdLst>
                <a:gd name="T0" fmla="*/ 135 w 319"/>
                <a:gd name="T1" fmla="*/ 3 h 839"/>
                <a:gd name="T2" fmla="*/ 146 w 319"/>
                <a:gd name="T3" fmla="*/ 18 h 839"/>
                <a:gd name="T4" fmla="*/ 146 w 319"/>
                <a:gd name="T5" fmla="*/ 30 h 839"/>
                <a:gd name="T6" fmla="*/ 140 w 319"/>
                <a:gd name="T7" fmla="*/ 47 h 839"/>
                <a:gd name="T8" fmla="*/ 132 w 319"/>
                <a:gd name="T9" fmla="*/ 74 h 839"/>
                <a:gd name="T10" fmla="*/ 120 w 319"/>
                <a:gd name="T11" fmla="*/ 131 h 839"/>
                <a:gd name="T12" fmla="*/ 111 w 319"/>
                <a:gd name="T13" fmla="*/ 211 h 839"/>
                <a:gd name="T14" fmla="*/ 108 w 319"/>
                <a:gd name="T15" fmla="*/ 308 h 839"/>
                <a:gd name="T16" fmla="*/ 112 w 319"/>
                <a:gd name="T17" fmla="*/ 382 h 839"/>
                <a:gd name="T18" fmla="*/ 121 w 319"/>
                <a:gd name="T19" fmla="*/ 430 h 839"/>
                <a:gd name="T20" fmla="*/ 143 w 319"/>
                <a:gd name="T21" fmla="*/ 499 h 839"/>
                <a:gd name="T22" fmla="*/ 176 w 319"/>
                <a:gd name="T23" fmla="*/ 589 h 839"/>
                <a:gd name="T24" fmla="*/ 210 w 319"/>
                <a:gd name="T25" fmla="*/ 669 h 839"/>
                <a:gd name="T26" fmla="*/ 244 w 319"/>
                <a:gd name="T27" fmla="*/ 724 h 839"/>
                <a:gd name="T28" fmla="*/ 273 w 319"/>
                <a:gd name="T29" fmla="*/ 764 h 839"/>
                <a:gd name="T30" fmla="*/ 296 w 319"/>
                <a:gd name="T31" fmla="*/ 794 h 839"/>
                <a:gd name="T32" fmla="*/ 309 w 319"/>
                <a:gd name="T33" fmla="*/ 806 h 839"/>
                <a:gd name="T34" fmla="*/ 316 w 319"/>
                <a:gd name="T35" fmla="*/ 815 h 839"/>
                <a:gd name="T36" fmla="*/ 316 w 319"/>
                <a:gd name="T37" fmla="*/ 831 h 839"/>
                <a:gd name="T38" fmla="*/ 304 w 319"/>
                <a:gd name="T39" fmla="*/ 839 h 839"/>
                <a:gd name="T40" fmla="*/ 290 w 319"/>
                <a:gd name="T41" fmla="*/ 838 h 839"/>
                <a:gd name="T42" fmla="*/ 263 w 319"/>
                <a:gd name="T43" fmla="*/ 827 h 839"/>
                <a:gd name="T44" fmla="*/ 250 w 319"/>
                <a:gd name="T45" fmla="*/ 818 h 839"/>
                <a:gd name="T46" fmla="*/ 219 w 319"/>
                <a:gd name="T47" fmla="*/ 797 h 839"/>
                <a:gd name="T48" fmla="*/ 164 w 319"/>
                <a:gd name="T49" fmla="*/ 751 h 839"/>
                <a:gd name="T50" fmla="*/ 102 w 319"/>
                <a:gd name="T51" fmla="*/ 675 h 839"/>
                <a:gd name="T52" fmla="*/ 61 w 319"/>
                <a:gd name="T53" fmla="*/ 600 h 839"/>
                <a:gd name="T54" fmla="*/ 31 w 319"/>
                <a:gd name="T55" fmla="*/ 524 h 839"/>
                <a:gd name="T56" fmla="*/ 10 w 319"/>
                <a:gd name="T57" fmla="*/ 454 h 839"/>
                <a:gd name="T58" fmla="*/ 0 w 319"/>
                <a:gd name="T59" fmla="*/ 392 h 839"/>
                <a:gd name="T60" fmla="*/ 3 w 319"/>
                <a:gd name="T61" fmla="*/ 306 h 839"/>
                <a:gd name="T62" fmla="*/ 18 w 319"/>
                <a:gd name="T63" fmla="*/ 223 h 839"/>
                <a:gd name="T64" fmla="*/ 35 w 319"/>
                <a:gd name="T65" fmla="*/ 156 h 839"/>
                <a:gd name="T66" fmla="*/ 57 w 319"/>
                <a:gd name="T67" fmla="*/ 95 h 839"/>
                <a:gd name="T68" fmla="*/ 81 w 319"/>
                <a:gd name="T69" fmla="*/ 52 h 839"/>
                <a:gd name="T70" fmla="*/ 97 w 319"/>
                <a:gd name="T71" fmla="*/ 25 h 839"/>
                <a:gd name="T72" fmla="*/ 107 w 319"/>
                <a:gd name="T73" fmla="*/ 10 h 839"/>
                <a:gd name="T74" fmla="*/ 116 w 319"/>
                <a:gd name="T75" fmla="*/ 3 h 8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19" h="839">
                  <a:moveTo>
                    <a:pt x="125" y="0"/>
                  </a:moveTo>
                  <a:lnTo>
                    <a:pt x="135" y="3"/>
                  </a:lnTo>
                  <a:lnTo>
                    <a:pt x="142" y="10"/>
                  </a:lnTo>
                  <a:lnTo>
                    <a:pt x="146" y="18"/>
                  </a:lnTo>
                  <a:lnTo>
                    <a:pt x="146" y="26"/>
                  </a:lnTo>
                  <a:lnTo>
                    <a:pt x="146" y="30"/>
                  </a:lnTo>
                  <a:lnTo>
                    <a:pt x="143" y="36"/>
                  </a:lnTo>
                  <a:lnTo>
                    <a:pt x="140" y="47"/>
                  </a:lnTo>
                  <a:lnTo>
                    <a:pt x="136" y="60"/>
                  </a:lnTo>
                  <a:lnTo>
                    <a:pt x="132" y="74"/>
                  </a:lnTo>
                  <a:lnTo>
                    <a:pt x="125" y="99"/>
                  </a:lnTo>
                  <a:lnTo>
                    <a:pt x="120" y="131"/>
                  </a:lnTo>
                  <a:lnTo>
                    <a:pt x="115" y="170"/>
                  </a:lnTo>
                  <a:lnTo>
                    <a:pt x="111" y="211"/>
                  </a:lnTo>
                  <a:lnTo>
                    <a:pt x="108" y="257"/>
                  </a:lnTo>
                  <a:lnTo>
                    <a:pt x="108" y="308"/>
                  </a:lnTo>
                  <a:lnTo>
                    <a:pt x="110" y="344"/>
                  </a:lnTo>
                  <a:lnTo>
                    <a:pt x="112" y="382"/>
                  </a:lnTo>
                  <a:lnTo>
                    <a:pt x="116" y="406"/>
                  </a:lnTo>
                  <a:lnTo>
                    <a:pt x="121" y="430"/>
                  </a:lnTo>
                  <a:lnTo>
                    <a:pt x="127" y="451"/>
                  </a:lnTo>
                  <a:lnTo>
                    <a:pt x="143" y="499"/>
                  </a:lnTo>
                  <a:lnTo>
                    <a:pt x="159" y="545"/>
                  </a:lnTo>
                  <a:lnTo>
                    <a:pt x="176" y="589"/>
                  </a:lnTo>
                  <a:lnTo>
                    <a:pt x="192" y="631"/>
                  </a:lnTo>
                  <a:lnTo>
                    <a:pt x="210" y="669"/>
                  </a:lnTo>
                  <a:lnTo>
                    <a:pt x="230" y="704"/>
                  </a:lnTo>
                  <a:lnTo>
                    <a:pt x="244" y="724"/>
                  </a:lnTo>
                  <a:lnTo>
                    <a:pt x="256" y="742"/>
                  </a:lnTo>
                  <a:lnTo>
                    <a:pt x="273" y="764"/>
                  </a:lnTo>
                  <a:lnTo>
                    <a:pt x="286" y="783"/>
                  </a:lnTo>
                  <a:lnTo>
                    <a:pt x="296" y="794"/>
                  </a:lnTo>
                  <a:lnTo>
                    <a:pt x="304" y="801"/>
                  </a:lnTo>
                  <a:lnTo>
                    <a:pt x="309" y="806"/>
                  </a:lnTo>
                  <a:lnTo>
                    <a:pt x="310" y="807"/>
                  </a:lnTo>
                  <a:lnTo>
                    <a:pt x="316" y="815"/>
                  </a:lnTo>
                  <a:lnTo>
                    <a:pt x="319" y="822"/>
                  </a:lnTo>
                  <a:lnTo>
                    <a:pt x="316" y="831"/>
                  </a:lnTo>
                  <a:lnTo>
                    <a:pt x="311" y="837"/>
                  </a:lnTo>
                  <a:lnTo>
                    <a:pt x="304" y="839"/>
                  </a:lnTo>
                  <a:lnTo>
                    <a:pt x="295" y="839"/>
                  </a:lnTo>
                  <a:lnTo>
                    <a:pt x="290" y="838"/>
                  </a:lnTo>
                  <a:lnTo>
                    <a:pt x="279" y="833"/>
                  </a:lnTo>
                  <a:lnTo>
                    <a:pt x="263" y="827"/>
                  </a:lnTo>
                  <a:lnTo>
                    <a:pt x="256" y="822"/>
                  </a:lnTo>
                  <a:lnTo>
                    <a:pt x="250" y="818"/>
                  </a:lnTo>
                  <a:lnTo>
                    <a:pt x="243" y="813"/>
                  </a:lnTo>
                  <a:lnTo>
                    <a:pt x="219" y="797"/>
                  </a:lnTo>
                  <a:lnTo>
                    <a:pt x="193" y="776"/>
                  </a:lnTo>
                  <a:lnTo>
                    <a:pt x="164" y="751"/>
                  </a:lnTo>
                  <a:lnTo>
                    <a:pt x="130" y="712"/>
                  </a:lnTo>
                  <a:lnTo>
                    <a:pt x="102" y="675"/>
                  </a:lnTo>
                  <a:lnTo>
                    <a:pt x="80" y="639"/>
                  </a:lnTo>
                  <a:lnTo>
                    <a:pt x="61" y="600"/>
                  </a:lnTo>
                  <a:lnTo>
                    <a:pt x="45" y="562"/>
                  </a:lnTo>
                  <a:lnTo>
                    <a:pt x="31" y="524"/>
                  </a:lnTo>
                  <a:lnTo>
                    <a:pt x="18" y="485"/>
                  </a:lnTo>
                  <a:lnTo>
                    <a:pt x="10" y="454"/>
                  </a:lnTo>
                  <a:lnTo>
                    <a:pt x="4" y="424"/>
                  </a:lnTo>
                  <a:lnTo>
                    <a:pt x="0" y="392"/>
                  </a:lnTo>
                  <a:lnTo>
                    <a:pt x="0" y="350"/>
                  </a:lnTo>
                  <a:lnTo>
                    <a:pt x="3" y="306"/>
                  </a:lnTo>
                  <a:lnTo>
                    <a:pt x="9" y="263"/>
                  </a:lnTo>
                  <a:lnTo>
                    <a:pt x="18" y="223"/>
                  </a:lnTo>
                  <a:lnTo>
                    <a:pt x="26" y="188"/>
                  </a:lnTo>
                  <a:lnTo>
                    <a:pt x="35" y="156"/>
                  </a:lnTo>
                  <a:lnTo>
                    <a:pt x="46" y="124"/>
                  </a:lnTo>
                  <a:lnTo>
                    <a:pt x="57" y="95"/>
                  </a:lnTo>
                  <a:lnTo>
                    <a:pt x="70" y="72"/>
                  </a:lnTo>
                  <a:lnTo>
                    <a:pt x="81" y="52"/>
                  </a:lnTo>
                  <a:lnTo>
                    <a:pt x="90" y="37"/>
                  </a:lnTo>
                  <a:lnTo>
                    <a:pt x="97" y="25"/>
                  </a:lnTo>
                  <a:lnTo>
                    <a:pt x="103" y="16"/>
                  </a:lnTo>
                  <a:lnTo>
                    <a:pt x="107" y="10"/>
                  </a:lnTo>
                  <a:lnTo>
                    <a:pt x="108" y="9"/>
                  </a:lnTo>
                  <a:lnTo>
                    <a:pt x="116" y="3"/>
                  </a:lnTo>
                  <a:lnTo>
                    <a:pt x="125"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0" name="Freeform 1475"/>
            <p:cNvSpPr>
              <a:spLocks noEditPoints="1"/>
            </p:cNvSpPr>
            <p:nvPr/>
          </p:nvSpPr>
          <p:spPr bwMode="auto">
            <a:xfrm>
              <a:off x="6420" y="2557"/>
              <a:ext cx="778" cy="771"/>
            </a:xfrm>
            <a:custGeom>
              <a:avLst/>
              <a:gdLst>
                <a:gd name="T0" fmla="*/ 1597 w 3890"/>
                <a:gd name="T1" fmla="*/ 178 h 3855"/>
                <a:gd name="T2" fmla="*/ 1168 w 3890"/>
                <a:gd name="T3" fmla="*/ 318 h 3855"/>
                <a:gd name="T4" fmla="*/ 795 w 3890"/>
                <a:gd name="T5" fmla="*/ 556 h 3855"/>
                <a:gd name="T6" fmla="*/ 492 w 3890"/>
                <a:gd name="T7" fmla="*/ 875 h 3855"/>
                <a:gd name="T8" fmla="*/ 276 w 3890"/>
                <a:gd name="T9" fmla="*/ 1259 h 3855"/>
                <a:gd name="T10" fmla="*/ 160 w 3890"/>
                <a:gd name="T11" fmla="*/ 1695 h 3855"/>
                <a:gd name="T12" fmla="*/ 160 w 3890"/>
                <a:gd name="T13" fmla="*/ 2160 h 3855"/>
                <a:gd name="T14" fmla="*/ 276 w 3890"/>
                <a:gd name="T15" fmla="*/ 2596 h 3855"/>
                <a:gd name="T16" fmla="*/ 492 w 3890"/>
                <a:gd name="T17" fmla="*/ 2980 h 3855"/>
                <a:gd name="T18" fmla="*/ 795 w 3890"/>
                <a:gd name="T19" fmla="*/ 3299 h 3855"/>
                <a:gd name="T20" fmla="*/ 1168 w 3890"/>
                <a:gd name="T21" fmla="*/ 3536 h 3855"/>
                <a:gd name="T22" fmla="*/ 1597 w 3890"/>
                <a:gd name="T23" fmla="*/ 3677 h 3855"/>
                <a:gd name="T24" fmla="*/ 2064 w 3890"/>
                <a:gd name="T25" fmla="*/ 3707 h 3855"/>
                <a:gd name="T26" fmla="*/ 2514 w 3890"/>
                <a:gd name="T27" fmla="*/ 3619 h 3855"/>
                <a:gd name="T28" fmla="*/ 2917 w 3890"/>
                <a:gd name="T29" fmla="*/ 3429 h 3855"/>
                <a:gd name="T30" fmla="*/ 3256 w 3890"/>
                <a:gd name="T31" fmla="*/ 3149 h 3855"/>
                <a:gd name="T32" fmla="*/ 3517 w 3890"/>
                <a:gd name="T33" fmla="*/ 2795 h 3855"/>
                <a:gd name="T34" fmla="*/ 3685 w 3890"/>
                <a:gd name="T35" fmla="*/ 2383 h 3855"/>
                <a:gd name="T36" fmla="*/ 3745 w 3890"/>
                <a:gd name="T37" fmla="*/ 1927 h 3855"/>
                <a:gd name="T38" fmla="*/ 3685 w 3890"/>
                <a:gd name="T39" fmla="*/ 1472 h 3855"/>
                <a:gd name="T40" fmla="*/ 3517 w 3890"/>
                <a:gd name="T41" fmla="*/ 1060 h 3855"/>
                <a:gd name="T42" fmla="*/ 3256 w 3890"/>
                <a:gd name="T43" fmla="*/ 706 h 3855"/>
                <a:gd name="T44" fmla="*/ 2917 w 3890"/>
                <a:gd name="T45" fmla="*/ 427 h 3855"/>
                <a:gd name="T46" fmla="*/ 2514 w 3890"/>
                <a:gd name="T47" fmla="*/ 234 h 3855"/>
                <a:gd name="T48" fmla="*/ 2064 w 3890"/>
                <a:gd name="T49" fmla="*/ 147 h 3855"/>
                <a:gd name="T50" fmla="*/ 2189 w 3890"/>
                <a:gd name="T51" fmla="*/ 15 h 3855"/>
                <a:gd name="T52" fmla="*/ 2648 w 3890"/>
                <a:gd name="T53" fmla="*/ 130 h 3855"/>
                <a:gd name="T54" fmla="*/ 3056 w 3890"/>
                <a:gd name="T55" fmla="*/ 347 h 3855"/>
                <a:gd name="T56" fmla="*/ 3399 w 3890"/>
                <a:gd name="T57" fmla="*/ 648 h 3855"/>
                <a:gd name="T58" fmla="*/ 3663 w 3890"/>
                <a:gd name="T59" fmla="*/ 1023 h 3855"/>
                <a:gd name="T60" fmla="*/ 3830 w 3890"/>
                <a:gd name="T61" fmla="*/ 1454 h 3855"/>
                <a:gd name="T62" fmla="*/ 3890 w 3890"/>
                <a:gd name="T63" fmla="*/ 1927 h 3855"/>
                <a:gd name="T64" fmla="*/ 3830 w 3890"/>
                <a:gd name="T65" fmla="*/ 2401 h 3855"/>
                <a:gd name="T66" fmla="*/ 3663 w 3890"/>
                <a:gd name="T67" fmla="*/ 2832 h 3855"/>
                <a:gd name="T68" fmla="*/ 3399 w 3890"/>
                <a:gd name="T69" fmla="*/ 3207 h 3855"/>
                <a:gd name="T70" fmla="*/ 3056 w 3890"/>
                <a:gd name="T71" fmla="*/ 3509 h 3855"/>
                <a:gd name="T72" fmla="*/ 2648 w 3890"/>
                <a:gd name="T73" fmla="*/ 3724 h 3855"/>
                <a:gd name="T74" fmla="*/ 2189 w 3890"/>
                <a:gd name="T75" fmla="*/ 3840 h 3855"/>
                <a:gd name="T76" fmla="*/ 1702 w 3890"/>
                <a:gd name="T77" fmla="*/ 3840 h 3855"/>
                <a:gd name="T78" fmla="*/ 1243 w 3890"/>
                <a:gd name="T79" fmla="*/ 3724 h 3855"/>
                <a:gd name="T80" fmla="*/ 834 w 3890"/>
                <a:gd name="T81" fmla="*/ 3509 h 3855"/>
                <a:gd name="T82" fmla="*/ 491 w 3890"/>
                <a:gd name="T83" fmla="*/ 3207 h 3855"/>
                <a:gd name="T84" fmla="*/ 229 w 3890"/>
                <a:gd name="T85" fmla="*/ 2832 h 3855"/>
                <a:gd name="T86" fmla="*/ 59 w 3890"/>
                <a:gd name="T87" fmla="*/ 2401 h 3855"/>
                <a:gd name="T88" fmla="*/ 0 w 3890"/>
                <a:gd name="T89" fmla="*/ 1927 h 3855"/>
                <a:gd name="T90" fmla="*/ 59 w 3890"/>
                <a:gd name="T91" fmla="*/ 1454 h 3855"/>
                <a:gd name="T92" fmla="*/ 229 w 3890"/>
                <a:gd name="T93" fmla="*/ 1023 h 3855"/>
                <a:gd name="T94" fmla="*/ 491 w 3890"/>
                <a:gd name="T95" fmla="*/ 648 h 3855"/>
                <a:gd name="T96" fmla="*/ 834 w 3890"/>
                <a:gd name="T97" fmla="*/ 347 h 3855"/>
                <a:gd name="T98" fmla="*/ 1243 w 3890"/>
                <a:gd name="T99" fmla="*/ 130 h 3855"/>
                <a:gd name="T100" fmla="*/ 1702 w 3890"/>
                <a:gd name="T101" fmla="*/ 15 h 38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3890" h="3855">
                  <a:moveTo>
                    <a:pt x="1946" y="143"/>
                  </a:moveTo>
                  <a:lnTo>
                    <a:pt x="1827" y="147"/>
                  </a:lnTo>
                  <a:lnTo>
                    <a:pt x="1711" y="159"/>
                  </a:lnTo>
                  <a:lnTo>
                    <a:pt x="1597" y="178"/>
                  </a:lnTo>
                  <a:lnTo>
                    <a:pt x="1486" y="202"/>
                  </a:lnTo>
                  <a:lnTo>
                    <a:pt x="1377" y="234"/>
                  </a:lnTo>
                  <a:lnTo>
                    <a:pt x="1272" y="274"/>
                  </a:lnTo>
                  <a:lnTo>
                    <a:pt x="1168" y="318"/>
                  </a:lnTo>
                  <a:lnTo>
                    <a:pt x="1069" y="370"/>
                  </a:lnTo>
                  <a:lnTo>
                    <a:pt x="975" y="427"/>
                  </a:lnTo>
                  <a:lnTo>
                    <a:pt x="883" y="488"/>
                  </a:lnTo>
                  <a:lnTo>
                    <a:pt x="795" y="556"/>
                  </a:lnTo>
                  <a:lnTo>
                    <a:pt x="712" y="629"/>
                  </a:lnTo>
                  <a:lnTo>
                    <a:pt x="634" y="706"/>
                  </a:lnTo>
                  <a:lnTo>
                    <a:pt x="560" y="789"/>
                  </a:lnTo>
                  <a:lnTo>
                    <a:pt x="492" y="875"/>
                  </a:lnTo>
                  <a:lnTo>
                    <a:pt x="430" y="965"/>
                  </a:lnTo>
                  <a:lnTo>
                    <a:pt x="373" y="1060"/>
                  </a:lnTo>
                  <a:lnTo>
                    <a:pt x="321" y="1158"/>
                  </a:lnTo>
                  <a:lnTo>
                    <a:pt x="276" y="1259"/>
                  </a:lnTo>
                  <a:lnTo>
                    <a:pt x="237" y="1364"/>
                  </a:lnTo>
                  <a:lnTo>
                    <a:pt x="204" y="1472"/>
                  </a:lnTo>
                  <a:lnTo>
                    <a:pt x="179" y="1582"/>
                  </a:lnTo>
                  <a:lnTo>
                    <a:pt x="160" y="1695"/>
                  </a:lnTo>
                  <a:lnTo>
                    <a:pt x="149" y="1810"/>
                  </a:lnTo>
                  <a:lnTo>
                    <a:pt x="145" y="1927"/>
                  </a:lnTo>
                  <a:lnTo>
                    <a:pt x="149" y="2044"/>
                  </a:lnTo>
                  <a:lnTo>
                    <a:pt x="160" y="2160"/>
                  </a:lnTo>
                  <a:lnTo>
                    <a:pt x="179" y="2273"/>
                  </a:lnTo>
                  <a:lnTo>
                    <a:pt x="204" y="2383"/>
                  </a:lnTo>
                  <a:lnTo>
                    <a:pt x="237" y="2491"/>
                  </a:lnTo>
                  <a:lnTo>
                    <a:pt x="276" y="2596"/>
                  </a:lnTo>
                  <a:lnTo>
                    <a:pt x="321" y="2697"/>
                  </a:lnTo>
                  <a:lnTo>
                    <a:pt x="373" y="2795"/>
                  </a:lnTo>
                  <a:lnTo>
                    <a:pt x="430" y="2889"/>
                  </a:lnTo>
                  <a:lnTo>
                    <a:pt x="492" y="2980"/>
                  </a:lnTo>
                  <a:lnTo>
                    <a:pt x="560" y="3066"/>
                  </a:lnTo>
                  <a:lnTo>
                    <a:pt x="634" y="3149"/>
                  </a:lnTo>
                  <a:lnTo>
                    <a:pt x="712" y="3226"/>
                  </a:lnTo>
                  <a:lnTo>
                    <a:pt x="795" y="3299"/>
                  </a:lnTo>
                  <a:lnTo>
                    <a:pt x="883" y="3366"/>
                  </a:lnTo>
                  <a:lnTo>
                    <a:pt x="975" y="3429"/>
                  </a:lnTo>
                  <a:lnTo>
                    <a:pt x="1069" y="3485"/>
                  </a:lnTo>
                  <a:lnTo>
                    <a:pt x="1168" y="3536"/>
                  </a:lnTo>
                  <a:lnTo>
                    <a:pt x="1272" y="3581"/>
                  </a:lnTo>
                  <a:lnTo>
                    <a:pt x="1377" y="3619"/>
                  </a:lnTo>
                  <a:lnTo>
                    <a:pt x="1486" y="3651"/>
                  </a:lnTo>
                  <a:lnTo>
                    <a:pt x="1597" y="3677"/>
                  </a:lnTo>
                  <a:lnTo>
                    <a:pt x="1711" y="3696"/>
                  </a:lnTo>
                  <a:lnTo>
                    <a:pt x="1827" y="3707"/>
                  </a:lnTo>
                  <a:lnTo>
                    <a:pt x="1946" y="3711"/>
                  </a:lnTo>
                  <a:lnTo>
                    <a:pt x="2064" y="3707"/>
                  </a:lnTo>
                  <a:lnTo>
                    <a:pt x="2179" y="3696"/>
                  </a:lnTo>
                  <a:lnTo>
                    <a:pt x="2294" y="3677"/>
                  </a:lnTo>
                  <a:lnTo>
                    <a:pt x="2404" y="3651"/>
                  </a:lnTo>
                  <a:lnTo>
                    <a:pt x="2514" y="3619"/>
                  </a:lnTo>
                  <a:lnTo>
                    <a:pt x="2619" y="3581"/>
                  </a:lnTo>
                  <a:lnTo>
                    <a:pt x="2721" y="3536"/>
                  </a:lnTo>
                  <a:lnTo>
                    <a:pt x="2821" y="3485"/>
                  </a:lnTo>
                  <a:lnTo>
                    <a:pt x="2917" y="3429"/>
                  </a:lnTo>
                  <a:lnTo>
                    <a:pt x="3007" y="3366"/>
                  </a:lnTo>
                  <a:lnTo>
                    <a:pt x="3094" y="3299"/>
                  </a:lnTo>
                  <a:lnTo>
                    <a:pt x="3178" y="3226"/>
                  </a:lnTo>
                  <a:lnTo>
                    <a:pt x="3256" y="3149"/>
                  </a:lnTo>
                  <a:lnTo>
                    <a:pt x="3329" y="3066"/>
                  </a:lnTo>
                  <a:lnTo>
                    <a:pt x="3398" y="2980"/>
                  </a:lnTo>
                  <a:lnTo>
                    <a:pt x="3460" y="2889"/>
                  </a:lnTo>
                  <a:lnTo>
                    <a:pt x="3517" y="2795"/>
                  </a:lnTo>
                  <a:lnTo>
                    <a:pt x="3569" y="2697"/>
                  </a:lnTo>
                  <a:lnTo>
                    <a:pt x="3614" y="2596"/>
                  </a:lnTo>
                  <a:lnTo>
                    <a:pt x="3653" y="2491"/>
                  </a:lnTo>
                  <a:lnTo>
                    <a:pt x="3685" y="2383"/>
                  </a:lnTo>
                  <a:lnTo>
                    <a:pt x="3711" y="2273"/>
                  </a:lnTo>
                  <a:lnTo>
                    <a:pt x="3730" y="2160"/>
                  </a:lnTo>
                  <a:lnTo>
                    <a:pt x="3741" y="2044"/>
                  </a:lnTo>
                  <a:lnTo>
                    <a:pt x="3745" y="1927"/>
                  </a:lnTo>
                  <a:lnTo>
                    <a:pt x="3741" y="1810"/>
                  </a:lnTo>
                  <a:lnTo>
                    <a:pt x="3730" y="1695"/>
                  </a:lnTo>
                  <a:lnTo>
                    <a:pt x="3711" y="1582"/>
                  </a:lnTo>
                  <a:lnTo>
                    <a:pt x="3685" y="1472"/>
                  </a:lnTo>
                  <a:lnTo>
                    <a:pt x="3653" y="1364"/>
                  </a:lnTo>
                  <a:lnTo>
                    <a:pt x="3614" y="1259"/>
                  </a:lnTo>
                  <a:lnTo>
                    <a:pt x="3569" y="1158"/>
                  </a:lnTo>
                  <a:lnTo>
                    <a:pt x="3517" y="1060"/>
                  </a:lnTo>
                  <a:lnTo>
                    <a:pt x="3460" y="965"/>
                  </a:lnTo>
                  <a:lnTo>
                    <a:pt x="3398" y="875"/>
                  </a:lnTo>
                  <a:lnTo>
                    <a:pt x="3329" y="789"/>
                  </a:lnTo>
                  <a:lnTo>
                    <a:pt x="3256" y="706"/>
                  </a:lnTo>
                  <a:lnTo>
                    <a:pt x="3178" y="629"/>
                  </a:lnTo>
                  <a:lnTo>
                    <a:pt x="3094" y="556"/>
                  </a:lnTo>
                  <a:lnTo>
                    <a:pt x="3007" y="488"/>
                  </a:lnTo>
                  <a:lnTo>
                    <a:pt x="2917" y="427"/>
                  </a:lnTo>
                  <a:lnTo>
                    <a:pt x="2821" y="370"/>
                  </a:lnTo>
                  <a:lnTo>
                    <a:pt x="2721" y="318"/>
                  </a:lnTo>
                  <a:lnTo>
                    <a:pt x="2619" y="274"/>
                  </a:lnTo>
                  <a:lnTo>
                    <a:pt x="2514" y="234"/>
                  </a:lnTo>
                  <a:lnTo>
                    <a:pt x="2404" y="202"/>
                  </a:lnTo>
                  <a:lnTo>
                    <a:pt x="2294" y="178"/>
                  </a:lnTo>
                  <a:lnTo>
                    <a:pt x="2179" y="159"/>
                  </a:lnTo>
                  <a:lnTo>
                    <a:pt x="2064" y="147"/>
                  </a:lnTo>
                  <a:lnTo>
                    <a:pt x="1946" y="143"/>
                  </a:lnTo>
                  <a:close/>
                  <a:moveTo>
                    <a:pt x="1946" y="0"/>
                  </a:moveTo>
                  <a:lnTo>
                    <a:pt x="2067" y="4"/>
                  </a:lnTo>
                  <a:lnTo>
                    <a:pt x="2189" y="15"/>
                  </a:lnTo>
                  <a:lnTo>
                    <a:pt x="2307" y="34"/>
                  </a:lnTo>
                  <a:lnTo>
                    <a:pt x="2423" y="59"/>
                  </a:lnTo>
                  <a:lnTo>
                    <a:pt x="2537" y="92"/>
                  </a:lnTo>
                  <a:lnTo>
                    <a:pt x="2648" y="130"/>
                  </a:lnTo>
                  <a:lnTo>
                    <a:pt x="2755" y="175"/>
                  </a:lnTo>
                  <a:lnTo>
                    <a:pt x="2859" y="226"/>
                  </a:lnTo>
                  <a:lnTo>
                    <a:pt x="2959" y="284"/>
                  </a:lnTo>
                  <a:lnTo>
                    <a:pt x="3056" y="347"/>
                  </a:lnTo>
                  <a:lnTo>
                    <a:pt x="3148" y="414"/>
                  </a:lnTo>
                  <a:lnTo>
                    <a:pt x="3236" y="487"/>
                  </a:lnTo>
                  <a:lnTo>
                    <a:pt x="3319" y="566"/>
                  </a:lnTo>
                  <a:lnTo>
                    <a:pt x="3399" y="648"/>
                  </a:lnTo>
                  <a:lnTo>
                    <a:pt x="3472" y="736"/>
                  </a:lnTo>
                  <a:lnTo>
                    <a:pt x="3542" y="827"/>
                  </a:lnTo>
                  <a:lnTo>
                    <a:pt x="3604" y="923"/>
                  </a:lnTo>
                  <a:lnTo>
                    <a:pt x="3663" y="1023"/>
                  </a:lnTo>
                  <a:lnTo>
                    <a:pt x="3714" y="1125"/>
                  </a:lnTo>
                  <a:lnTo>
                    <a:pt x="3760" y="1232"/>
                  </a:lnTo>
                  <a:lnTo>
                    <a:pt x="3798" y="1341"/>
                  </a:lnTo>
                  <a:lnTo>
                    <a:pt x="3830" y="1454"/>
                  </a:lnTo>
                  <a:lnTo>
                    <a:pt x="3857" y="1568"/>
                  </a:lnTo>
                  <a:lnTo>
                    <a:pt x="3875" y="1685"/>
                  </a:lnTo>
                  <a:lnTo>
                    <a:pt x="3886" y="1806"/>
                  </a:lnTo>
                  <a:lnTo>
                    <a:pt x="3890" y="1927"/>
                  </a:lnTo>
                  <a:lnTo>
                    <a:pt x="3886" y="2049"/>
                  </a:lnTo>
                  <a:lnTo>
                    <a:pt x="3875" y="2168"/>
                  </a:lnTo>
                  <a:lnTo>
                    <a:pt x="3857" y="2287"/>
                  </a:lnTo>
                  <a:lnTo>
                    <a:pt x="3830" y="2401"/>
                  </a:lnTo>
                  <a:lnTo>
                    <a:pt x="3798" y="2513"/>
                  </a:lnTo>
                  <a:lnTo>
                    <a:pt x="3760" y="2623"/>
                  </a:lnTo>
                  <a:lnTo>
                    <a:pt x="3714" y="2729"/>
                  </a:lnTo>
                  <a:lnTo>
                    <a:pt x="3663" y="2832"/>
                  </a:lnTo>
                  <a:lnTo>
                    <a:pt x="3604" y="2932"/>
                  </a:lnTo>
                  <a:lnTo>
                    <a:pt x="3542" y="3027"/>
                  </a:lnTo>
                  <a:lnTo>
                    <a:pt x="3472" y="3119"/>
                  </a:lnTo>
                  <a:lnTo>
                    <a:pt x="3399" y="3207"/>
                  </a:lnTo>
                  <a:lnTo>
                    <a:pt x="3319" y="3289"/>
                  </a:lnTo>
                  <a:lnTo>
                    <a:pt x="3236" y="3367"/>
                  </a:lnTo>
                  <a:lnTo>
                    <a:pt x="3148" y="3441"/>
                  </a:lnTo>
                  <a:lnTo>
                    <a:pt x="3056" y="3509"/>
                  </a:lnTo>
                  <a:lnTo>
                    <a:pt x="2959" y="3571"/>
                  </a:lnTo>
                  <a:lnTo>
                    <a:pt x="2859" y="3628"/>
                  </a:lnTo>
                  <a:lnTo>
                    <a:pt x="2755" y="3680"/>
                  </a:lnTo>
                  <a:lnTo>
                    <a:pt x="2648" y="3724"/>
                  </a:lnTo>
                  <a:lnTo>
                    <a:pt x="2537" y="3764"/>
                  </a:lnTo>
                  <a:lnTo>
                    <a:pt x="2423" y="3796"/>
                  </a:lnTo>
                  <a:lnTo>
                    <a:pt x="2307" y="3821"/>
                  </a:lnTo>
                  <a:lnTo>
                    <a:pt x="2189" y="3840"/>
                  </a:lnTo>
                  <a:lnTo>
                    <a:pt x="2067" y="3851"/>
                  </a:lnTo>
                  <a:lnTo>
                    <a:pt x="1946" y="3855"/>
                  </a:lnTo>
                  <a:lnTo>
                    <a:pt x="1822" y="3851"/>
                  </a:lnTo>
                  <a:lnTo>
                    <a:pt x="1702" y="3840"/>
                  </a:lnTo>
                  <a:lnTo>
                    <a:pt x="1582" y="3821"/>
                  </a:lnTo>
                  <a:lnTo>
                    <a:pt x="1467" y="3796"/>
                  </a:lnTo>
                  <a:lnTo>
                    <a:pt x="1354" y="3764"/>
                  </a:lnTo>
                  <a:lnTo>
                    <a:pt x="1243" y="3724"/>
                  </a:lnTo>
                  <a:lnTo>
                    <a:pt x="1135" y="3680"/>
                  </a:lnTo>
                  <a:lnTo>
                    <a:pt x="1032" y="3628"/>
                  </a:lnTo>
                  <a:lnTo>
                    <a:pt x="931" y="3571"/>
                  </a:lnTo>
                  <a:lnTo>
                    <a:pt x="834" y="3509"/>
                  </a:lnTo>
                  <a:lnTo>
                    <a:pt x="742" y="3441"/>
                  </a:lnTo>
                  <a:lnTo>
                    <a:pt x="654" y="3367"/>
                  </a:lnTo>
                  <a:lnTo>
                    <a:pt x="570" y="3289"/>
                  </a:lnTo>
                  <a:lnTo>
                    <a:pt x="491" y="3207"/>
                  </a:lnTo>
                  <a:lnTo>
                    <a:pt x="418" y="3119"/>
                  </a:lnTo>
                  <a:lnTo>
                    <a:pt x="349" y="3027"/>
                  </a:lnTo>
                  <a:lnTo>
                    <a:pt x="286" y="2932"/>
                  </a:lnTo>
                  <a:lnTo>
                    <a:pt x="229" y="2832"/>
                  </a:lnTo>
                  <a:lnTo>
                    <a:pt x="176" y="2729"/>
                  </a:lnTo>
                  <a:lnTo>
                    <a:pt x="132" y="2623"/>
                  </a:lnTo>
                  <a:lnTo>
                    <a:pt x="92" y="2513"/>
                  </a:lnTo>
                  <a:lnTo>
                    <a:pt x="59" y="2401"/>
                  </a:lnTo>
                  <a:lnTo>
                    <a:pt x="33" y="2287"/>
                  </a:lnTo>
                  <a:lnTo>
                    <a:pt x="15" y="2168"/>
                  </a:lnTo>
                  <a:lnTo>
                    <a:pt x="3" y="2049"/>
                  </a:lnTo>
                  <a:lnTo>
                    <a:pt x="0" y="1927"/>
                  </a:lnTo>
                  <a:lnTo>
                    <a:pt x="3" y="1806"/>
                  </a:lnTo>
                  <a:lnTo>
                    <a:pt x="15" y="1685"/>
                  </a:lnTo>
                  <a:lnTo>
                    <a:pt x="33" y="1568"/>
                  </a:lnTo>
                  <a:lnTo>
                    <a:pt x="59" y="1454"/>
                  </a:lnTo>
                  <a:lnTo>
                    <a:pt x="92" y="1341"/>
                  </a:lnTo>
                  <a:lnTo>
                    <a:pt x="132" y="1232"/>
                  </a:lnTo>
                  <a:lnTo>
                    <a:pt x="176" y="1125"/>
                  </a:lnTo>
                  <a:lnTo>
                    <a:pt x="229" y="1023"/>
                  </a:lnTo>
                  <a:lnTo>
                    <a:pt x="286" y="923"/>
                  </a:lnTo>
                  <a:lnTo>
                    <a:pt x="349" y="827"/>
                  </a:lnTo>
                  <a:lnTo>
                    <a:pt x="418" y="736"/>
                  </a:lnTo>
                  <a:lnTo>
                    <a:pt x="491" y="648"/>
                  </a:lnTo>
                  <a:lnTo>
                    <a:pt x="570" y="566"/>
                  </a:lnTo>
                  <a:lnTo>
                    <a:pt x="654" y="487"/>
                  </a:lnTo>
                  <a:lnTo>
                    <a:pt x="742" y="414"/>
                  </a:lnTo>
                  <a:lnTo>
                    <a:pt x="834" y="347"/>
                  </a:lnTo>
                  <a:lnTo>
                    <a:pt x="931" y="284"/>
                  </a:lnTo>
                  <a:lnTo>
                    <a:pt x="1032" y="226"/>
                  </a:lnTo>
                  <a:lnTo>
                    <a:pt x="1135" y="175"/>
                  </a:lnTo>
                  <a:lnTo>
                    <a:pt x="1243" y="130"/>
                  </a:lnTo>
                  <a:lnTo>
                    <a:pt x="1354" y="92"/>
                  </a:lnTo>
                  <a:lnTo>
                    <a:pt x="1467" y="59"/>
                  </a:lnTo>
                  <a:lnTo>
                    <a:pt x="1582" y="34"/>
                  </a:lnTo>
                  <a:lnTo>
                    <a:pt x="1702" y="15"/>
                  </a:lnTo>
                  <a:lnTo>
                    <a:pt x="1822" y="4"/>
                  </a:lnTo>
                  <a:lnTo>
                    <a:pt x="1946"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12" name="Group 1408"/>
          <p:cNvGrpSpPr>
            <a:grpSpLocks noChangeAspect="1"/>
          </p:cNvGrpSpPr>
          <p:nvPr/>
        </p:nvGrpSpPr>
        <p:grpSpPr bwMode="auto">
          <a:xfrm>
            <a:off x="1229131" y="5057143"/>
            <a:ext cx="516387" cy="514497"/>
            <a:chOff x="3596" y="1422"/>
            <a:chExt cx="273" cy="272"/>
          </a:xfrm>
          <a:solidFill>
            <a:srgbClr val="B55631"/>
          </a:solidFill>
        </p:grpSpPr>
        <p:sp>
          <p:nvSpPr>
            <p:cNvPr id="13" name="Freeform 1410"/>
            <p:cNvSpPr/>
            <p:nvPr/>
          </p:nvSpPr>
          <p:spPr bwMode="auto">
            <a:xfrm>
              <a:off x="3696" y="1440"/>
              <a:ext cx="73" cy="28"/>
            </a:xfrm>
            <a:custGeom>
              <a:avLst/>
              <a:gdLst>
                <a:gd name="T0" fmla="*/ 296 w 946"/>
                <a:gd name="T1" fmla="*/ 0 h 354"/>
                <a:gd name="T2" fmla="*/ 651 w 946"/>
                <a:gd name="T3" fmla="*/ 0 h 354"/>
                <a:gd name="T4" fmla="*/ 694 w 946"/>
                <a:gd name="T5" fmla="*/ 3 h 354"/>
                <a:gd name="T6" fmla="*/ 736 w 946"/>
                <a:gd name="T7" fmla="*/ 13 h 354"/>
                <a:gd name="T8" fmla="*/ 775 w 946"/>
                <a:gd name="T9" fmla="*/ 28 h 354"/>
                <a:gd name="T10" fmla="*/ 811 w 946"/>
                <a:gd name="T11" fmla="*/ 48 h 354"/>
                <a:gd name="T12" fmla="*/ 845 w 946"/>
                <a:gd name="T13" fmla="*/ 73 h 354"/>
                <a:gd name="T14" fmla="*/ 874 w 946"/>
                <a:gd name="T15" fmla="*/ 102 h 354"/>
                <a:gd name="T16" fmla="*/ 899 w 946"/>
                <a:gd name="T17" fmla="*/ 134 h 354"/>
                <a:gd name="T18" fmla="*/ 918 w 946"/>
                <a:gd name="T19" fmla="*/ 171 h 354"/>
                <a:gd name="T20" fmla="*/ 933 w 946"/>
                <a:gd name="T21" fmla="*/ 210 h 354"/>
                <a:gd name="T22" fmla="*/ 943 w 946"/>
                <a:gd name="T23" fmla="*/ 252 h 354"/>
                <a:gd name="T24" fmla="*/ 946 w 946"/>
                <a:gd name="T25" fmla="*/ 296 h 354"/>
                <a:gd name="T26" fmla="*/ 943 w 946"/>
                <a:gd name="T27" fmla="*/ 314 h 354"/>
                <a:gd name="T28" fmla="*/ 934 w 946"/>
                <a:gd name="T29" fmla="*/ 330 h 354"/>
                <a:gd name="T30" fmla="*/ 921 w 946"/>
                <a:gd name="T31" fmla="*/ 343 h 354"/>
                <a:gd name="T32" fmla="*/ 905 w 946"/>
                <a:gd name="T33" fmla="*/ 352 h 354"/>
                <a:gd name="T34" fmla="*/ 887 w 946"/>
                <a:gd name="T35" fmla="*/ 354 h 354"/>
                <a:gd name="T36" fmla="*/ 869 w 946"/>
                <a:gd name="T37" fmla="*/ 352 h 354"/>
                <a:gd name="T38" fmla="*/ 852 w 946"/>
                <a:gd name="T39" fmla="*/ 343 h 354"/>
                <a:gd name="T40" fmla="*/ 839 w 946"/>
                <a:gd name="T41" fmla="*/ 330 h 354"/>
                <a:gd name="T42" fmla="*/ 831 w 946"/>
                <a:gd name="T43" fmla="*/ 314 h 354"/>
                <a:gd name="T44" fmla="*/ 828 w 946"/>
                <a:gd name="T45" fmla="*/ 296 h 354"/>
                <a:gd name="T46" fmla="*/ 825 w 946"/>
                <a:gd name="T47" fmla="*/ 263 h 354"/>
                <a:gd name="T48" fmla="*/ 817 w 946"/>
                <a:gd name="T49" fmla="*/ 233 h 354"/>
                <a:gd name="T50" fmla="*/ 804 w 946"/>
                <a:gd name="T51" fmla="*/ 206 h 354"/>
                <a:gd name="T52" fmla="*/ 787 w 946"/>
                <a:gd name="T53" fmla="*/ 182 h 354"/>
                <a:gd name="T54" fmla="*/ 765 w 946"/>
                <a:gd name="T55" fmla="*/ 160 h 354"/>
                <a:gd name="T56" fmla="*/ 740 w 946"/>
                <a:gd name="T57" fmla="*/ 143 h 354"/>
                <a:gd name="T58" fmla="*/ 712 w 946"/>
                <a:gd name="T59" fmla="*/ 129 h 354"/>
                <a:gd name="T60" fmla="*/ 682 w 946"/>
                <a:gd name="T61" fmla="*/ 121 h 354"/>
                <a:gd name="T62" fmla="*/ 651 w 946"/>
                <a:gd name="T63" fmla="*/ 118 h 354"/>
                <a:gd name="T64" fmla="*/ 296 w 946"/>
                <a:gd name="T65" fmla="*/ 118 h 354"/>
                <a:gd name="T66" fmla="*/ 264 w 946"/>
                <a:gd name="T67" fmla="*/ 121 h 354"/>
                <a:gd name="T68" fmla="*/ 234 w 946"/>
                <a:gd name="T69" fmla="*/ 129 h 354"/>
                <a:gd name="T70" fmla="*/ 206 w 946"/>
                <a:gd name="T71" fmla="*/ 143 h 354"/>
                <a:gd name="T72" fmla="*/ 182 w 946"/>
                <a:gd name="T73" fmla="*/ 160 h 354"/>
                <a:gd name="T74" fmla="*/ 160 w 946"/>
                <a:gd name="T75" fmla="*/ 182 h 354"/>
                <a:gd name="T76" fmla="*/ 143 w 946"/>
                <a:gd name="T77" fmla="*/ 206 h 354"/>
                <a:gd name="T78" fmla="*/ 130 w 946"/>
                <a:gd name="T79" fmla="*/ 233 h 354"/>
                <a:gd name="T80" fmla="*/ 121 w 946"/>
                <a:gd name="T81" fmla="*/ 263 h 354"/>
                <a:gd name="T82" fmla="*/ 119 w 946"/>
                <a:gd name="T83" fmla="*/ 296 h 354"/>
                <a:gd name="T84" fmla="*/ 116 w 946"/>
                <a:gd name="T85" fmla="*/ 314 h 354"/>
                <a:gd name="T86" fmla="*/ 107 w 946"/>
                <a:gd name="T87" fmla="*/ 330 h 354"/>
                <a:gd name="T88" fmla="*/ 94 w 946"/>
                <a:gd name="T89" fmla="*/ 343 h 354"/>
                <a:gd name="T90" fmla="*/ 78 w 946"/>
                <a:gd name="T91" fmla="*/ 352 h 354"/>
                <a:gd name="T92" fmla="*/ 60 w 946"/>
                <a:gd name="T93" fmla="*/ 354 h 354"/>
                <a:gd name="T94" fmla="*/ 40 w 946"/>
                <a:gd name="T95" fmla="*/ 352 h 354"/>
                <a:gd name="T96" fmla="*/ 24 w 946"/>
                <a:gd name="T97" fmla="*/ 343 h 354"/>
                <a:gd name="T98" fmla="*/ 11 w 946"/>
                <a:gd name="T99" fmla="*/ 330 h 354"/>
                <a:gd name="T100" fmla="*/ 4 w 946"/>
                <a:gd name="T101" fmla="*/ 314 h 354"/>
                <a:gd name="T102" fmla="*/ 0 w 946"/>
                <a:gd name="T103" fmla="*/ 296 h 354"/>
                <a:gd name="T104" fmla="*/ 4 w 946"/>
                <a:gd name="T105" fmla="*/ 252 h 354"/>
                <a:gd name="T106" fmla="*/ 13 w 946"/>
                <a:gd name="T107" fmla="*/ 210 h 354"/>
                <a:gd name="T108" fmla="*/ 27 w 946"/>
                <a:gd name="T109" fmla="*/ 171 h 354"/>
                <a:gd name="T110" fmla="*/ 48 w 946"/>
                <a:gd name="T111" fmla="*/ 134 h 354"/>
                <a:gd name="T112" fmla="*/ 73 w 946"/>
                <a:gd name="T113" fmla="*/ 102 h 354"/>
                <a:gd name="T114" fmla="*/ 102 w 946"/>
                <a:gd name="T115" fmla="*/ 73 h 354"/>
                <a:gd name="T116" fmla="*/ 135 w 946"/>
                <a:gd name="T117" fmla="*/ 48 h 354"/>
                <a:gd name="T118" fmla="*/ 172 w 946"/>
                <a:gd name="T119" fmla="*/ 28 h 354"/>
                <a:gd name="T120" fmla="*/ 211 w 946"/>
                <a:gd name="T121" fmla="*/ 13 h 354"/>
                <a:gd name="T122" fmla="*/ 253 w 946"/>
                <a:gd name="T123" fmla="*/ 3 h 354"/>
                <a:gd name="T124" fmla="*/ 296 w 946"/>
                <a:gd name="T125"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46" h="354">
                  <a:moveTo>
                    <a:pt x="296" y="0"/>
                  </a:moveTo>
                  <a:lnTo>
                    <a:pt x="651" y="0"/>
                  </a:lnTo>
                  <a:lnTo>
                    <a:pt x="694" y="3"/>
                  </a:lnTo>
                  <a:lnTo>
                    <a:pt x="736" y="13"/>
                  </a:lnTo>
                  <a:lnTo>
                    <a:pt x="775" y="28"/>
                  </a:lnTo>
                  <a:lnTo>
                    <a:pt x="811" y="48"/>
                  </a:lnTo>
                  <a:lnTo>
                    <a:pt x="845" y="73"/>
                  </a:lnTo>
                  <a:lnTo>
                    <a:pt x="874" y="102"/>
                  </a:lnTo>
                  <a:lnTo>
                    <a:pt x="899" y="134"/>
                  </a:lnTo>
                  <a:lnTo>
                    <a:pt x="918" y="171"/>
                  </a:lnTo>
                  <a:lnTo>
                    <a:pt x="933" y="210"/>
                  </a:lnTo>
                  <a:lnTo>
                    <a:pt x="943" y="252"/>
                  </a:lnTo>
                  <a:lnTo>
                    <a:pt x="946" y="296"/>
                  </a:lnTo>
                  <a:lnTo>
                    <a:pt x="943" y="314"/>
                  </a:lnTo>
                  <a:lnTo>
                    <a:pt x="934" y="330"/>
                  </a:lnTo>
                  <a:lnTo>
                    <a:pt x="921" y="343"/>
                  </a:lnTo>
                  <a:lnTo>
                    <a:pt x="905" y="352"/>
                  </a:lnTo>
                  <a:lnTo>
                    <a:pt x="887" y="354"/>
                  </a:lnTo>
                  <a:lnTo>
                    <a:pt x="869" y="352"/>
                  </a:lnTo>
                  <a:lnTo>
                    <a:pt x="852" y="343"/>
                  </a:lnTo>
                  <a:lnTo>
                    <a:pt x="839" y="330"/>
                  </a:lnTo>
                  <a:lnTo>
                    <a:pt x="831" y="314"/>
                  </a:lnTo>
                  <a:lnTo>
                    <a:pt x="828" y="296"/>
                  </a:lnTo>
                  <a:lnTo>
                    <a:pt x="825" y="263"/>
                  </a:lnTo>
                  <a:lnTo>
                    <a:pt x="817" y="233"/>
                  </a:lnTo>
                  <a:lnTo>
                    <a:pt x="804" y="206"/>
                  </a:lnTo>
                  <a:lnTo>
                    <a:pt x="787" y="182"/>
                  </a:lnTo>
                  <a:lnTo>
                    <a:pt x="765" y="160"/>
                  </a:lnTo>
                  <a:lnTo>
                    <a:pt x="740" y="143"/>
                  </a:lnTo>
                  <a:lnTo>
                    <a:pt x="712" y="129"/>
                  </a:lnTo>
                  <a:lnTo>
                    <a:pt x="682" y="121"/>
                  </a:lnTo>
                  <a:lnTo>
                    <a:pt x="651" y="118"/>
                  </a:lnTo>
                  <a:lnTo>
                    <a:pt x="296" y="118"/>
                  </a:lnTo>
                  <a:lnTo>
                    <a:pt x="264" y="121"/>
                  </a:lnTo>
                  <a:lnTo>
                    <a:pt x="234" y="129"/>
                  </a:lnTo>
                  <a:lnTo>
                    <a:pt x="206" y="143"/>
                  </a:lnTo>
                  <a:lnTo>
                    <a:pt x="182" y="160"/>
                  </a:lnTo>
                  <a:lnTo>
                    <a:pt x="160" y="182"/>
                  </a:lnTo>
                  <a:lnTo>
                    <a:pt x="143" y="206"/>
                  </a:lnTo>
                  <a:lnTo>
                    <a:pt x="130" y="233"/>
                  </a:lnTo>
                  <a:lnTo>
                    <a:pt x="121" y="263"/>
                  </a:lnTo>
                  <a:lnTo>
                    <a:pt x="119" y="296"/>
                  </a:lnTo>
                  <a:lnTo>
                    <a:pt x="116" y="314"/>
                  </a:lnTo>
                  <a:lnTo>
                    <a:pt x="107" y="330"/>
                  </a:lnTo>
                  <a:lnTo>
                    <a:pt x="94" y="343"/>
                  </a:lnTo>
                  <a:lnTo>
                    <a:pt x="78" y="352"/>
                  </a:lnTo>
                  <a:lnTo>
                    <a:pt x="60" y="354"/>
                  </a:lnTo>
                  <a:lnTo>
                    <a:pt x="40" y="352"/>
                  </a:lnTo>
                  <a:lnTo>
                    <a:pt x="24" y="343"/>
                  </a:lnTo>
                  <a:lnTo>
                    <a:pt x="11" y="330"/>
                  </a:lnTo>
                  <a:lnTo>
                    <a:pt x="4" y="314"/>
                  </a:lnTo>
                  <a:lnTo>
                    <a:pt x="0" y="296"/>
                  </a:lnTo>
                  <a:lnTo>
                    <a:pt x="4" y="252"/>
                  </a:lnTo>
                  <a:lnTo>
                    <a:pt x="13" y="210"/>
                  </a:lnTo>
                  <a:lnTo>
                    <a:pt x="27" y="171"/>
                  </a:lnTo>
                  <a:lnTo>
                    <a:pt x="48" y="134"/>
                  </a:lnTo>
                  <a:lnTo>
                    <a:pt x="73" y="102"/>
                  </a:lnTo>
                  <a:lnTo>
                    <a:pt x="102" y="73"/>
                  </a:lnTo>
                  <a:lnTo>
                    <a:pt x="135" y="48"/>
                  </a:lnTo>
                  <a:lnTo>
                    <a:pt x="172" y="28"/>
                  </a:lnTo>
                  <a:lnTo>
                    <a:pt x="211" y="13"/>
                  </a:lnTo>
                  <a:lnTo>
                    <a:pt x="253" y="3"/>
                  </a:lnTo>
                  <a:lnTo>
                    <a:pt x="296"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4" name="Freeform 1411"/>
            <p:cNvSpPr/>
            <p:nvPr/>
          </p:nvSpPr>
          <p:spPr bwMode="auto">
            <a:xfrm>
              <a:off x="3596" y="1477"/>
              <a:ext cx="273" cy="217"/>
            </a:xfrm>
            <a:custGeom>
              <a:avLst/>
              <a:gdLst>
                <a:gd name="T0" fmla="*/ 3336 w 3547"/>
                <a:gd name="T1" fmla="*/ 13 h 2830"/>
                <a:gd name="T2" fmla="*/ 3473 w 3547"/>
                <a:gd name="T3" fmla="*/ 101 h 2830"/>
                <a:gd name="T4" fmla="*/ 3544 w 3547"/>
                <a:gd name="T5" fmla="*/ 252 h 2830"/>
                <a:gd name="T6" fmla="*/ 3536 w 3547"/>
                <a:gd name="T7" fmla="*/ 711 h 2830"/>
                <a:gd name="T8" fmla="*/ 3460 w 3547"/>
                <a:gd name="T9" fmla="*/ 803 h 2830"/>
                <a:gd name="T10" fmla="*/ 3014 w 3547"/>
                <a:gd name="T11" fmla="*/ 825 h 2830"/>
                <a:gd name="T12" fmla="*/ 2958 w 3547"/>
                <a:gd name="T13" fmla="*/ 785 h 2830"/>
                <a:gd name="T14" fmla="*/ 2837 w 3547"/>
                <a:gd name="T15" fmla="*/ 767 h 2830"/>
                <a:gd name="T16" fmla="*/ 2797 w 3547"/>
                <a:gd name="T17" fmla="*/ 823 h 2830"/>
                <a:gd name="T18" fmla="*/ 733 w 3547"/>
                <a:gd name="T19" fmla="*/ 814 h 2830"/>
                <a:gd name="T20" fmla="*/ 710 w 3547"/>
                <a:gd name="T21" fmla="*/ 471 h 2830"/>
                <a:gd name="T22" fmla="*/ 580 w 3547"/>
                <a:gd name="T23" fmla="*/ 802 h 2830"/>
                <a:gd name="T24" fmla="*/ 416 w 3547"/>
                <a:gd name="T25" fmla="*/ 825 h 2830"/>
                <a:gd name="T26" fmla="*/ 360 w 3547"/>
                <a:gd name="T27" fmla="*/ 785 h 2830"/>
                <a:gd name="T28" fmla="*/ 382 w 3547"/>
                <a:gd name="T29" fmla="*/ 719 h 2830"/>
                <a:gd name="T30" fmla="*/ 473 w 3547"/>
                <a:gd name="T31" fmla="*/ 471 h 2830"/>
                <a:gd name="T32" fmla="*/ 518 w 3547"/>
                <a:gd name="T33" fmla="*/ 380 h 2830"/>
                <a:gd name="T34" fmla="*/ 710 w 3547"/>
                <a:gd name="T35" fmla="*/ 354 h 2830"/>
                <a:gd name="T36" fmla="*/ 801 w 3547"/>
                <a:gd name="T37" fmla="*/ 398 h 2830"/>
                <a:gd name="T38" fmla="*/ 827 w 3547"/>
                <a:gd name="T39" fmla="*/ 708 h 2830"/>
                <a:gd name="T40" fmla="*/ 2731 w 3547"/>
                <a:gd name="T41" fmla="*/ 420 h 2830"/>
                <a:gd name="T42" fmla="*/ 2810 w 3547"/>
                <a:gd name="T43" fmla="*/ 357 h 2830"/>
                <a:gd name="T44" fmla="*/ 3008 w 3547"/>
                <a:gd name="T45" fmla="*/ 366 h 2830"/>
                <a:gd name="T46" fmla="*/ 3070 w 3547"/>
                <a:gd name="T47" fmla="*/ 444 h 2830"/>
                <a:gd name="T48" fmla="*/ 3389 w 3547"/>
                <a:gd name="T49" fmla="*/ 705 h 2830"/>
                <a:gd name="T50" fmla="*/ 3428 w 3547"/>
                <a:gd name="T51" fmla="*/ 649 h 2830"/>
                <a:gd name="T52" fmla="*/ 3404 w 3547"/>
                <a:gd name="T53" fmla="*/ 206 h 2830"/>
                <a:gd name="T54" fmla="*/ 3313 w 3547"/>
                <a:gd name="T55" fmla="*/ 129 h 2830"/>
                <a:gd name="T56" fmla="*/ 264 w 3547"/>
                <a:gd name="T57" fmla="*/ 121 h 2830"/>
                <a:gd name="T58" fmla="*/ 160 w 3547"/>
                <a:gd name="T59" fmla="*/ 181 h 2830"/>
                <a:gd name="T60" fmla="*/ 119 w 3547"/>
                <a:gd name="T61" fmla="*/ 295 h 2830"/>
                <a:gd name="T62" fmla="*/ 134 w 3547"/>
                <a:gd name="T63" fmla="*/ 692 h 2830"/>
                <a:gd name="T64" fmla="*/ 196 w 3547"/>
                <a:gd name="T65" fmla="*/ 711 h 2830"/>
                <a:gd name="T66" fmla="*/ 236 w 3547"/>
                <a:gd name="T67" fmla="*/ 767 h 2830"/>
                <a:gd name="T68" fmla="*/ 261 w 3547"/>
                <a:gd name="T69" fmla="*/ 2625 h 2830"/>
                <a:gd name="T70" fmla="*/ 351 w 3547"/>
                <a:gd name="T71" fmla="*/ 2701 h 2830"/>
                <a:gd name="T72" fmla="*/ 3165 w 3547"/>
                <a:gd name="T73" fmla="*/ 2710 h 2830"/>
                <a:gd name="T74" fmla="*/ 3269 w 3547"/>
                <a:gd name="T75" fmla="*/ 2650 h 2830"/>
                <a:gd name="T76" fmla="*/ 3311 w 3547"/>
                <a:gd name="T77" fmla="*/ 2536 h 2830"/>
                <a:gd name="T78" fmla="*/ 3334 w 3547"/>
                <a:gd name="T79" fmla="*/ 955 h 2830"/>
                <a:gd name="T80" fmla="*/ 3404 w 3547"/>
                <a:gd name="T81" fmla="*/ 955 h 2830"/>
                <a:gd name="T82" fmla="*/ 3428 w 3547"/>
                <a:gd name="T83" fmla="*/ 2536 h 2830"/>
                <a:gd name="T84" fmla="*/ 3381 w 3547"/>
                <a:gd name="T85" fmla="*/ 2696 h 2830"/>
                <a:gd name="T86" fmla="*/ 3258 w 3547"/>
                <a:gd name="T87" fmla="*/ 2802 h 2830"/>
                <a:gd name="T88" fmla="*/ 414 w 3547"/>
                <a:gd name="T89" fmla="*/ 2830 h 2830"/>
                <a:gd name="T90" fmla="*/ 253 w 3547"/>
                <a:gd name="T91" fmla="*/ 2783 h 2830"/>
                <a:gd name="T92" fmla="*/ 146 w 3547"/>
                <a:gd name="T93" fmla="*/ 2659 h 2830"/>
                <a:gd name="T94" fmla="*/ 119 w 3547"/>
                <a:gd name="T95" fmla="*/ 817 h 2830"/>
                <a:gd name="T96" fmla="*/ 25 w 3547"/>
                <a:gd name="T97" fmla="*/ 741 h 2830"/>
                <a:gd name="T98" fmla="*/ 0 w 3547"/>
                <a:gd name="T99" fmla="*/ 295 h 2830"/>
                <a:gd name="T100" fmla="*/ 47 w 3547"/>
                <a:gd name="T101" fmla="*/ 135 h 2830"/>
                <a:gd name="T102" fmla="*/ 171 w 3547"/>
                <a:gd name="T103" fmla="*/ 27 h 28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47" h="2830">
                  <a:moveTo>
                    <a:pt x="295" y="0"/>
                  </a:moveTo>
                  <a:lnTo>
                    <a:pt x="3251" y="0"/>
                  </a:lnTo>
                  <a:lnTo>
                    <a:pt x="3294" y="3"/>
                  </a:lnTo>
                  <a:lnTo>
                    <a:pt x="3336" y="13"/>
                  </a:lnTo>
                  <a:lnTo>
                    <a:pt x="3375" y="27"/>
                  </a:lnTo>
                  <a:lnTo>
                    <a:pt x="3412" y="47"/>
                  </a:lnTo>
                  <a:lnTo>
                    <a:pt x="3444" y="72"/>
                  </a:lnTo>
                  <a:lnTo>
                    <a:pt x="3473" y="101"/>
                  </a:lnTo>
                  <a:lnTo>
                    <a:pt x="3499" y="135"/>
                  </a:lnTo>
                  <a:lnTo>
                    <a:pt x="3519" y="171"/>
                  </a:lnTo>
                  <a:lnTo>
                    <a:pt x="3534" y="210"/>
                  </a:lnTo>
                  <a:lnTo>
                    <a:pt x="3544" y="252"/>
                  </a:lnTo>
                  <a:lnTo>
                    <a:pt x="3547" y="295"/>
                  </a:lnTo>
                  <a:lnTo>
                    <a:pt x="3547" y="649"/>
                  </a:lnTo>
                  <a:lnTo>
                    <a:pt x="3544" y="681"/>
                  </a:lnTo>
                  <a:lnTo>
                    <a:pt x="3536" y="711"/>
                  </a:lnTo>
                  <a:lnTo>
                    <a:pt x="3523" y="739"/>
                  </a:lnTo>
                  <a:lnTo>
                    <a:pt x="3506" y="764"/>
                  </a:lnTo>
                  <a:lnTo>
                    <a:pt x="3484" y="785"/>
                  </a:lnTo>
                  <a:lnTo>
                    <a:pt x="3460" y="803"/>
                  </a:lnTo>
                  <a:lnTo>
                    <a:pt x="3432" y="814"/>
                  </a:lnTo>
                  <a:lnTo>
                    <a:pt x="3402" y="823"/>
                  </a:lnTo>
                  <a:lnTo>
                    <a:pt x="3369" y="825"/>
                  </a:lnTo>
                  <a:lnTo>
                    <a:pt x="3014" y="825"/>
                  </a:lnTo>
                  <a:lnTo>
                    <a:pt x="2996" y="823"/>
                  </a:lnTo>
                  <a:lnTo>
                    <a:pt x="2980" y="814"/>
                  </a:lnTo>
                  <a:lnTo>
                    <a:pt x="2967" y="802"/>
                  </a:lnTo>
                  <a:lnTo>
                    <a:pt x="2958" y="785"/>
                  </a:lnTo>
                  <a:lnTo>
                    <a:pt x="2956" y="767"/>
                  </a:lnTo>
                  <a:lnTo>
                    <a:pt x="2956" y="471"/>
                  </a:lnTo>
                  <a:lnTo>
                    <a:pt x="2837" y="471"/>
                  </a:lnTo>
                  <a:lnTo>
                    <a:pt x="2837" y="767"/>
                  </a:lnTo>
                  <a:lnTo>
                    <a:pt x="2834" y="785"/>
                  </a:lnTo>
                  <a:lnTo>
                    <a:pt x="2825" y="802"/>
                  </a:lnTo>
                  <a:lnTo>
                    <a:pt x="2813" y="814"/>
                  </a:lnTo>
                  <a:lnTo>
                    <a:pt x="2797" y="823"/>
                  </a:lnTo>
                  <a:lnTo>
                    <a:pt x="2778" y="825"/>
                  </a:lnTo>
                  <a:lnTo>
                    <a:pt x="769" y="825"/>
                  </a:lnTo>
                  <a:lnTo>
                    <a:pt x="749" y="823"/>
                  </a:lnTo>
                  <a:lnTo>
                    <a:pt x="733" y="814"/>
                  </a:lnTo>
                  <a:lnTo>
                    <a:pt x="720" y="802"/>
                  </a:lnTo>
                  <a:lnTo>
                    <a:pt x="713" y="785"/>
                  </a:lnTo>
                  <a:lnTo>
                    <a:pt x="710" y="767"/>
                  </a:lnTo>
                  <a:lnTo>
                    <a:pt x="710" y="471"/>
                  </a:lnTo>
                  <a:lnTo>
                    <a:pt x="591" y="471"/>
                  </a:lnTo>
                  <a:lnTo>
                    <a:pt x="591" y="767"/>
                  </a:lnTo>
                  <a:lnTo>
                    <a:pt x="588" y="785"/>
                  </a:lnTo>
                  <a:lnTo>
                    <a:pt x="580" y="802"/>
                  </a:lnTo>
                  <a:lnTo>
                    <a:pt x="567" y="814"/>
                  </a:lnTo>
                  <a:lnTo>
                    <a:pt x="551" y="823"/>
                  </a:lnTo>
                  <a:lnTo>
                    <a:pt x="532" y="825"/>
                  </a:lnTo>
                  <a:lnTo>
                    <a:pt x="416" y="825"/>
                  </a:lnTo>
                  <a:lnTo>
                    <a:pt x="398" y="823"/>
                  </a:lnTo>
                  <a:lnTo>
                    <a:pt x="382" y="814"/>
                  </a:lnTo>
                  <a:lnTo>
                    <a:pt x="369" y="802"/>
                  </a:lnTo>
                  <a:lnTo>
                    <a:pt x="360" y="785"/>
                  </a:lnTo>
                  <a:lnTo>
                    <a:pt x="357" y="767"/>
                  </a:lnTo>
                  <a:lnTo>
                    <a:pt x="360" y="748"/>
                  </a:lnTo>
                  <a:lnTo>
                    <a:pt x="369" y="732"/>
                  </a:lnTo>
                  <a:lnTo>
                    <a:pt x="382" y="719"/>
                  </a:lnTo>
                  <a:lnTo>
                    <a:pt x="398" y="711"/>
                  </a:lnTo>
                  <a:lnTo>
                    <a:pt x="416" y="708"/>
                  </a:lnTo>
                  <a:lnTo>
                    <a:pt x="473" y="708"/>
                  </a:lnTo>
                  <a:lnTo>
                    <a:pt x="473" y="471"/>
                  </a:lnTo>
                  <a:lnTo>
                    <a:pt x="475" y="444"/>
                  </a:lnTo>
                  <a:lnTo>
                    <a:pt x="485" y="420"/>
                  </a:lnTo>
                  <a:lnTo>
                    <a:pt x="499" y="398"/>
                  </a:lnTo>
                  <a:lnTo>
                    <a:pt x="518" y="380"/>
                  </a:lnTo>
                  <a:lnTo>
                    <a:pt x="539" y="366"/>
                  </a:lnTo>
                  <a:lnTo>
                    <a:pt x="564" y="357"/>
                  </a:lnTo>
                  <a:lnTo>
                    <a:pt x="591" y="354"/>
                  </a:lnTo>
                  <a:lnTo>
                    <a:pt x="710" y="354"/>
                  </a:lnTo>
                  <a:lnTo>
                    <a:pt x="736" y="357"/>
                  </a:lnTo>
                  <a:lnTo>
                    <a:pt x="761" y="366"/>
                  </a:lnTo>
                  <a:lnTo>
                    <a:pt x="783" y="380"/>
                  </a:lnTo>
                  <a:lnTo>
                    <a:pt x="801" y="398"/>
                  </a:lnTo>
                  <a:lnTo>
                    <a:pt x="815" y="420"/>
                  </a:lnTo>
                  <a:lnTo>
                    <a:pt x="824" y="444"/>
                  </a:lnTo>
                  <a:lnTo>
                    <a:pt x="827" y="471"/>
                  </a:lnTo>
                  <a:lnTo>
                    <a:pt x="827" y="708"/>
                  </a:lnTo>
                  <a:lnTo>
                    <a:pt x="2719" y="708"/>
                  </a:lnTo>
                  <a:lnTo>
                    <a:pt x="2719" y="471"/>
                  </a:lnTo>
                  <a:lnTo>
                    <a:pt x="2722" y="444"/>
                  </a:lnTo>
                  <a:lnTo>
                    <a:pt x="2731" y="420"/>
                  </a:lnTo>
                  <a:lnTo>
                    <a:pt x="2746" y="398"/>
                  </a:lnTo>
                  <a:lnTo>
                    <a:pt x="2764" y="380"/>
                  </a:lnTo>
                  <a:lnTo>
                    <a:pt x="2785" y="366"/>
                  </a:lnTo>
                  <a:lnTo>
                    <a:pt x="2810" y="357"/>
                  </a:lnTo>
                  <a:lnTo>
                    <a:pt x="2837" y="354"/>
                  </a:lnTo>
                  <a:lnTo>
                    <a:pt x="2956" y="354"/>
                  </a:lnTo>
                  <a:lnTo>
                    <a:pt x="2983" y="357"/>
                  </a:lnTo>
                  <a:lnTo>
                    <a:pt x="3008" y="366"/>
                  </a:lnTo>
                  <a:lnTo>
                    <a:pt x="3029" y="380"/>
                  </a:lnTo>
                  <a:lnTo>
                    <a:pt x="3047" y="398"/>
                  </a:lnTo>
                  <a:lnTo>
                    <a:pt x="3061" y="420"/>
                  </a:lnTo>
                  <a:lnTo>
                    <a:pt x="3070" y="444"/>
                  </a:lnTo>
                  <a:lnTo>
                    <a:pt x="3073" y="471"/>
                  </a:lnTo>
                  <a:lnTo>
                    <a:pt x="3073" y="708"/>
                  </a:lnTo>
                  <a:lnTo>
                    <a:pt x="3369" y="708"/>
                  </a:lnTo>
                  <a:lnTo>
                    <a:pt x="3389" y="705"/>
                  </a:lnTo>
                  <a:lnTo>
                    <a:pt x="3405" y="697"/>
                  </a:lnTo>
                  <a:lnTo>
                    <a:pt x="3417" y="685"/>
                  </a:lnTo>
                  <a:lnTo>
                    <a:pt x="3426" y="668"/>
                  </a:lnTo>
                  <a:lnTo>
                    <a:pt x="3428" y="649"/>
                  </a:lnTo>
                  <a:lnTo>
                    <a:pt x="3428" y="295"/>
                  </a:lnTo>
                  <a:lnTo>
                    <a:pt x="3425" y="264"/>
                  </a:lnTo>
                  <a:lnTo>
                    <a:pt x="3417" y="234"/>
                  </a:lnTo>
                  <a:lnTo>
                    <a:pt x="3404" y="206"/>
                  </a:lnTo>
                  <a:lnTo>
                    <a:pt x="3386" y="181"/>
                  </a:lnTo>
                  <a:lnTo>
                    <a:pt x="3366" y="159"/>
                  </a:lnTo>
                  <a:lnTo>
                    <a:pt x="3341" y="142"/>
                  </a:lnTo>
                  <a:lnTo>
                    <a:pt x="3313" y="129"/>
                  </a:lnTo>
                  <a:lnTo>
                    <a:pt x="3283" y="121"/>
                  </a:lnTo>
                  <a:lnTo>
                    <a:pt x="3251" y="118"/>
                  </a:lnTo>
                  <a:lnTo>
                    <a:pt x="295" y="118"/>
                  </a:lnTo>
                  <a:lnTo>
                    <a:pt x="264" y="121"/>
                  </a:lnTo>
                  <a:lnTo>
                    <a:pt x="234" y="129"/>
                  </a:lnTo>
                  <a:lnTo>
                    <a:pt x="206" y="142"/>
                  </a:lnTo>
                  <a:lnTo>
                    <a:pt x="181" y="159"/>
                  </a:lnTo>
                  <a:lnTo>
                    <a:pt x="160" y="181"/>
                  </a:lnTo>
                  <a:lnTo>
                    <a:pt x="142" y="206"/>
                  </a:lnTo>
                  <a:lnTo>
                    <a:pt x="129" y="234"/>
                  </a:lnTo>
                  <a:lnTo>
                    <a:pt x="121" y="264"/>
                  </a:lnTo>
                  <a:lnTo>
                    <a:pt x="119" y="295"/>
                  </a:lnTo>
                  <a:lnTo>
                    <a:pt x="119" y="649"/>
                  </a:lnTo>
                  <a:lnTo>
                    <a:pt x="120" y="666"/>
                  </a:lnTo>
                  <a:lnTo>
                    <a:pt x="125" y="680"/>
                  </a:lnTo>
                  <a:lnTo>
                    <a:pt x="134" y="692"/>
                  </a:lnTo>
                  <a:lnTo>
                    <a:pt x="146" y="700"/>
                  </a:lnTo>
                  <a:lnTo>
                    <a:pt x="161" y="706"/>
                  </a:lnTo>
                  <a:lnTo>
                    <a:pt x="177" y="708"/>
                  </a:lnTo>
                  <a:lnTo>
                    <a:pt x="196" y="711"/>
                  </a:lnTo>
                  <a:lnTo>
                    <a:pt x="212" y="719"/>
                  </a:lnTo>
                  <a:lnTo>
                    <a:pt x="225" y="732"/>
                  </a:lnTo>
                  <a:lnTo>
                    <a:pt x="233" y="748"/>
                  </a:lnTo>
                  <a:lnTo>
                    <a:pt x="236" y="767"/>
                  </a:lnTo>
                  <a:lnTo>
                    <a:pt x="236" y="2536"/>
                  </a:lnTo>
                  <a:lnTo>
                    <a:pt x="239" y="2567"/>
                  </a:lnTo>
                  <a:lnTo>
                    <a:pt x="248" y="2597"/>
                  </a:lnTo>
                  <a:lnTo>
                    <a:pt x="261" y="2625"/>
                  </a:lnTo>
                  <a:lnTo>
                    <a:pt x="278" y="2650"/>
                  </a:lnTo>
                  <a:lnTo>
                    <a:pt x="300" y="2671"/>
                  </a:lnTo>
                  <a:lnTo>
                    <a:pt x="325" y="2688"/>
                  </a:lnTo>
                  <a:lnTo>
                    <a:pt x="351" y="2701"/>
                  </a:lnTo>
                  <a:lnTo>
                    <a:pt x="382" y="2710"/>
                  </a:lnTo>
                  <a:lnTo>
                    <a:pt x="414" y="2712"/>
                  </a:lnTo>
                  <a:lnTo>
                    <a:pt x="3133" y="2712"/>
                  </a:lnTo>
                  <a:lnTo>
                    <a:pt x="3165" y="2710"/>
                  </a:lnTo>
                  <a:lnTo>
                    <a:pt x="3194" y="2701"/>
                  </a:lnTo>
                  <a:lnTo>
                    <a:pt x="3222" y="2688"/>
                  </a:lnTo>
                  <a:lnTo>
                    <a:pt x="3247" y="2671"/>
                  </a:lnTo>
                  <a:lnTo>
                    <a:pt x="3269" y="2650"/>
                  </a:lnTo>
                  <a:lnTo>
                    <a:pt x="3286" y="2625"/>
                  </a:lnTo>
                  <a:lnTo>
                    <a:pt x="3299" y="2597"/>
                  </a:lnTo>
                  <a:lnTo>
                    <a:pt x="3307" y="2567"/>
                  </a:lnTo>
                  <a:lnTo>
                    <a:pt x="3311" y="2536"/>
                  </a:lnTo>
                  <a:lnTo>
                    <a:pt x="3311" y="1003"/>
                  </a:lnTo>
                  <a:lnTo>
                    <a:pt x="3313" y="983"/>
                  </a:lnTo>
                  <a:lnTo>
                    <a:pt x="3321" y="967"/>
                  </a:lnTo>
                  <a:lnTo>
                    <a:pt x="3334" y="955"/>
                  </a:lnTo>
                  <a:lnTo>
                    <a:pt x="3350" y="947"/>
                  </a:lnTo>
                  <a:lnTo>
                    <a:pt x="3369" y="944"/>
                  </a:lnTo>
                  <a:lnTo>
                    <a:pt x="3388" y="947"/>
                  </a:lnTo>
                  <a:lnTo>
                    <a:pt x="3404" y="955"/>
                  </a:lnTo>
                  <a:lnTo>
                    <a:pt x="3417" y="967"/>
                  </a:lnTo>
                  <a:lnTo>
                    <a:pt x="3425" y="983"/>
                  </a:lnTo>
                  <a:lnTo>
                    <a:pt x="3428" y="1003"/>
                  </a:lnTo>
                  <a:lnTo>
                    <a:pt x="3428" y="2536"/>
                  </a:lnTo>
                  <a:lnTo>
                    <a:pt x="3425" y="2579"/>
                  </a:lnTo>
                  <a:lnTo>
                    <a:pt x="3416" y="2621"/>
                  </a:lnTo>
                  <a:lnTo>
                    <a:pt x="3401" y="2659"/>
                  </a:lnTo>
                  <a:lnTo>
                    <a:pt x="3381" y="2696"/>
                  </a:lnTo>
                  <a:lnTo>
                    <a:pt x="3356" y="2729"/>
                  </a:lnTo>
                  <a:lnTo>
                    <a:pt x="3327" y="2758"/>
                  </a:lnTo>
                  <a:lnTo>
                    <a:pt x="3293" y="2783"/>
                  </a:lnTo>
                  <a:lnTo>
                    <a:pt x="3258" y="2802"/>
                  </a:lnTo>
                  <a:lnTo>
                    <a:pt x="3218" y="2818"/>
                  </a:lnTo>
                  <a:lnTo>
                    <a:pt x="3177" y="2827"/>
                  </a:lnTo>
                  <a:lnTo>
                    <a:pt x="3133" y="2830"/>
                  </a:lnTo>
                  <a:lnTo>
                    <a:pt x="414" y="2830"/>
                  </a:lnTo>
                  <a:lnTo>
                    <a:pt x="370" y="2827"/>
                  </a:lnTo>
                  <a:lnTo>
                    <a:pt x="329" y="2818"/>
                  </a:lnTo>
                  <a:lnTo>
                    <a:pt x="289" y="2802"/>
                  </a:lnTo>
                  <a:lnTo>
                    <a:pt x="253" y="2783"/>
                  </a:lnTo>
                  <a:lnTo>
                    <a:pt x="220" y="2758"/>
                  </a:lnTo>
                  <a:lnTo>
                    <a:pt x="191" y="2729"/>
                  </a:lnTo>
                  <a:lnTo>
                    <a:pt x="166" y="2696"/>
                  </a:lnTo>
                  <a:lnTo>
                    <a:pt x="146" y="2659"/>
                  </a:lnTo>
                  <a:lnTo>
                    <a:pt x="130" y="2621"/>
                  </a:lnTo>
                  <a:lnTo>
                    <a:pt x="122" y="2579"/>
                  </a:lnTo>
                  <a:lnTo>
                    <a:pt x="119" y="2536"/>
                  </a:lnTo>
                  <a:lnTo>
                    <a:pt x="119" y="817"/>
                  </a:lnTo>
                  <a:lnTo>
                    <a:pt x="89" y="804"/>
                  </a:lnTo>
                  <a:lnTo>
                    <a:pt x="64" y="786"/>
                  </a:lnTo>
                  <a:lnTo>
                    <a:pt x="42" y="766"/>
                  </a:lnTo>
                  <a:lnTo>
                    <a:pt x="25" y="741"/>
                  </a:lnTo>
                  <a:lnTo>
                    <a:pt x="11" y="713"/>
                  </a:lnTo>
                  <a:lnTo>
                    <a:pt x="3" y="682"/>
                  </a:lnTo>
                  <a:lnTo>
                    <a:pt x="0" y="649"/>
                  </a:lnTo>
                  <a:lnTo>
                    <a:pt x="0" y="295"/>
                  </a:lnTo>
                  <a:lnTo>
                    <a:pt x="3" y="252"/>
                  </a:lnTo>
                  <a:lnTo>
                    <a:pt x="13" y="210"/>
                  </a:lnTo>
                  <a:lnTo>
                    <a:pt x="28" y="171"/>
                  </a:lnTo>
                  <a:lnTo>
                    <a:pt x="47" y="135"/>
                  </a:lnTo>
                  <a:lnTo>
                    <a:pt x="72" y="101"/>
                  </a:lnTo>
                  <a:lnTo>
                    <a:pt x="101" y="72"/>
                  </a:lnTo>
                  <a:lnTo>
                    <a:pt x="135" y="47"/>
                  </a:lnTo>
                  <a:lnTo>
                    <a:pt x="171" y="27"/>
                  </a:lnTo>
                  <a:lnTo>
                    <a:pt x="210" y="13"/>
                  </a:lnTo>
                  <a:lnTo>
                    <a:pt x="252" y="3"/>
                  </a:lnTo>
                  <a:lnTo>
                    <a:pt x="295"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5" name="Freeform 1412"/>
            <p:cNvSpPr/>
            <p:nvPr/>
          </p:nvSpPr>
          <p:spPr bwMode="auto">
            <a:xfrm>
              <a:off x="3678" y="1422"/>
              <a:ext cx="109" cy="46"/>
            </a:xfrm>
            <a:custGeom>
              <a:avLst/>
              <a:gdLst>
                <a:gd name="T0" fmla="*/ 887 w 1418"/>
                <a:gd name="T1" fmla="*/ 0 h 590"/>
                <a:gd name="T2" fmla="*/ 998 w 1418"/>
                <a:gd name="T3" fmla="*/ 13 h 590"/>
                <a:gd name="T4" fmla="*/ 1101 w 1418"/>
                <a:gd name="T5" fmla="*/ 50 h 590"/>
                <a:gd name="T6" fmla="*/ 1196 w 1418"/>
                <a:gd name="T7" fmla="*/ 106 h 590"/>
                <a:gd name="T8" fmla="*/ 1278 w 1418"/>
                <a:gd name="T9" fmla="*/ 180 h 590"/>
                <a:gd name="T10" fmla="*/ 1344 w 1418"/>
                <a:gd name="T11" fmla="*/ 268 h 590"/>
                <a:gd name="T12" fmla="*/ 1390 w 1418"/>
                <a:gd name="T13" fmla="*/ 367 h 590"/>
                <a:gd name="T14" fmla="*/ 1415 w 1418"/>
                <a:gd name="T15" fmla="*/ 475 h 590"/>
                <a:gd name="T16" fmla="*/ 1415 w 1418"/>
                <a:gd name="T17" fmla="*/ 550 h 590"/>
                <a:gd name="T18" fmla="*/ 1395 w 1418"/>
                <a:gd name="T19" fmla="*/ 579 h 590"/>
                <a:gd name="T20" fmla="*/ 1359 w 1418"/>
                <a:gd name="T21" fmla="*/ 590 h 590"/>
                <a:gd name="T22" fmla="*/ 1325 w 1418"/>
                <a:gd name="T23" fmla="*/ 579 h 590"/>
                <a:gd name="T24" fmla="*/ 1303 w 1418"/>
                <a:gd name="T25" fmla="*/ 550 h 590"/>
                <a:gd name="T26" fmla="*/ 1297 w 1418"/>
                <a:gd name="T27" fmla="*/ 482 h 590"/>
                <a:gd name="T28" fmla="*/ 1271 w 1418"/>
                <a:gd name="T29" fmla="*/ 386 h 590"/>
                <a:gd name="T30" fmla="*/ 1223 w 1418"/>
                <a:gd name="T31" fmla="*/ 300 h 590"/>
                <a:gd name="T32" fmla="*/ 1156 w 1418"/>
                <a:gd name="T33" fmla="*/ 226 h 590"/>
                <a:gd name="T34" fmla="*/ 1075 w 1418"/>
                <a:gd name="T35" fmla="*/ 169 h 590"/>
                <a:gd name="T36" fmla="*/ 985 w 1418"/>
                <a:gd name="T37" fmla="*/ 131 h 590"/>
                <a:gd name="T38" fmla="*/ 887 w 1418"/>
                <a:gd name="T39" fmla="*/ 119 h 590"/>
                <a:gd name="T40" fmla="*/ 483 w 1418"/>
                <a:gd name="T41" fmla="*/ 122 h 590"/>
                <a:gd name="T42" fmla="*/ 389 w 1418"/>
                <a:gd name="T43" fmla="*/ 148 h 590"/>
                <a:gd name="T44" fmla="*/ 302 w 1418"/>
                <a:gd name="T45" fmla="*/ 197 h 590"/>
                <a:gd name="T46" fmla="*/ 228 w 1418"/>
                <a:gd name="T47" fmla="*/ 264 h 590"/>
                <a:gd name="T48" fmla="*/ 170 w 1418"/>
                <a:gd name="T49" fmla="*/ 344 h 590"/>
                <a:gd name="T50" fmla="*/ 132 w 1418"/>
                <a:gd name="T51" fmla="*/ 435 h 590"/>
                <a:gd name="T52" fmla="*/ 118 w 1418"/>
                <a:gd name="T53" fmla="*/ 532 h 590"/>
                <a:gd name="T54" fmla="*/ 107 w 1418"/>
                <a:gd name="T55" fmla="*/ 566 h 590"/>
                <a:gd name="T56" fmla="*/ 78 w 1418"/>
                <a:gd name="T57" fmla="*/ 588 h 590"/>
                <a:gd name="T58" fmla="*/ 40 w 1418"/>
                <a:gd name="T59" fmla="*/ 588 h 590"/>
                <a:gd name="T60" fmla="*/ 11 w 1418"/>
                <a:gd name="T61" fmla="*/ 566 h 590"/>
                <a:gd name="T62" fmla="*/ 0 w 1418"/>
                <a:gd name="T63" fmla="*/ 532 h 590"/>
                <a:gd name="T64" fmla="*/ 14 w 1418"/>
                <a:gd name="T65" fmla="*/ 414 h 590"/>
                <a:gd name="T66" fmla="*/ 56 w 1418"/>
                <a:gd name="T67" fmla="*/ 305 h 590"/>
                <a:gd name="T68" fmla="*/ 122 w 1418"/>
                <a:gd name="T69" fmla="*/ 206 h 590"/>
                <a:gd name="T70" fmla="*/ 205 w 1418"/>
                <a:gd name="T71" fmla="*/ 122 h 590"/>
                <a:gd name="T72" fmla="*/ 304 w 1418"/>
                <a:gd name="T73" fmla="*/ 57 h 590"/>
                <a:gd name="T74" fmla="*/ 414 w 1418"/>
                <a:gd name="T75" fmla="*/ 15 h 590"/>
                <a:gd name="T76" fmla="*/ 532 w 1418"/>
                <a:gd name="T77" fmla="*/ 0 h 5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18" h="590">
                  <a:moveTo>
                    <a:pt x="532" y="0"/>
                  </a:moveTo>
                  <a:lnTo>
                    <a:pt x="887" y="0"/>
                  </a:lnTo>
                  <a:lnTo>
                    <a:pt x="943" y="3"/>
                  </a:lnTo>
                  <a:lnTo>
                    <a:pt x="998" y="13"/>
                  </a:lnTo>
                  <a:lnTo>
                    <a:pt x="1051" y="28"/>
                  </a:lnTo>
                  <a:lnTo>
                    <a:pt x="1101" y="50"/>
                  </a:lnTo>
                  <a:lnTo>
                    <a:pt x="1151" y="76"/>
                  </a:lnTo>
                  <a:lnTo>
                    <a:pt x="1196" y="106"/>
                  </a:lnTo>
                  <a:lnTo>
                    <a:pt x="1239" y="141"/>
                  </a:lnTo>
                  <a:lnTo>
                    <a:pt x="1278" y="180"/>
                  </a:lnTo>
                  <a:lnTo>
                    <a:pt x="1313" y="222"/>
                  </a:lnTo>
                  <a:lnTo>
                    <a:pt x="1344" y="268"/>
                  </a:lnTo>
                  <a:lnTo>
                    <a:pt x="1370" y="317"/>
                  </a:lnTo>
                  <a:lnTo>
                    <a:pt x="1390" y="367"/>
                  </a:lnTo>
                  <a:lnTo>
                    <a:pt x="1405" y="421"/>
                  </a:lnTo>
                  <a:lnTo>
                    <a:pt x="1415" y="475"/>
                  </a:lnTo>
                  <a:lnTo>
                    <a:pt x="1418" y="532"/>
                  </a:lnTo>
                  <a:lnTo>
                    <a:pt x="1415" y="550"/>
                  </a:lnTo>
                  <a:lnTo>
                    <a:pt x="1408" y="566"/>
                  </a:lnTo>
                  <a:lnTo>
                    <a:pt x="1395" y="579"/>
                  </a:lnTo>
                  <a:lnTo>
                    <a:pt x="1378" y="588"/>
                  </a:lnTo>
                  <a:lnTo>
                    <a:pt x="1359" y="590"/>
                  </a:lnTo>
                  <a:lnTo>
                    <a:pt x="1341" y="588"/>
                  </a:lnTo>
                  <a:lnTo>
                    <a:pt x="1325" y="579"/>
                  </a:lnTo>
                  <a:lnTo>
                    <a:pt x="1312" y="566"/>
                  </a:lnTo>
                  <a:lnTo>
                    <a:pt x="1303" y="550"/>
                  </a:lnTo>
                  <a:lnTo>
                    <a:pt x="1301" y="532"/>
                  </a:lnTo>
                  <a:lnTo>
                    <a:pt x="1297" y="482"/>
                  </a:lnTo>
                  <a:lnTo>
                    <a:pt x="1287" y="434"/>
                  </a:lnTo>
                  <a:lnTo>
                    <a:pt x="1271" y="386"/>
                  </a:lnTo>
                  <a:lnTo>
                    <a:pt x="1249" y="342"/>
                  </a:lnTo>
                  <a:lnTo>
                    <a:pt x="1223" y="300"/>
                  </a:lnTo>
                  <a:lnTo>
                    <a:pt x="1192" y="262"/>
                  </a:lnTo>
                  <a:lnTo>
                    <a:pt x="1156" y="226"/>
                  </a:lnTo>
                  <a:lnTo>
                    <a:pt x="1118" y="196"/>
                  </a:lnTo>
                  <a:lnTo>
                    <a:pt x="1075" y="169"/>
                  </a:lnTo>
                  <a:lnTo>
                    <a:pt x="1031" y="148"/>
                  </a:lnTo>
                  <a:lnTo>
                    <a:pt x="985" y="131"/>
                  </a:lnTo>
                  <a:lnTo>
                    <a:pt x="936" y="122"/>
                  </a:lnTo>
                  <a:lnTo>
                    <a:pt x="887" y="119"/>
                  </a:lnTo>
                  <a:lnTo>
                    <a:pt x="532" y="119"/>
                  </a:lnTo>
                  <a:lnTo>
                    <a:pt x="483" y="122"/>
                  </a:lnTo>
                  <a:lnTo>
                    <a:pt x="435" y="131"/>
                  </a:lnTo>
                  <a:lnTo>
                    <a:pt x="389" y="148"/>
                  </a:lnTo>
                  <a:lnTo>
                    <a:pt x="344" y="170"/>
                  </a:lnTo>
                  <a:lnTo>
                    <a:pt x="302" y="197"/>
                  </a:lnTo>
                  <a:lnTo>
                    <a:pt x="263" y="228"/>
                  </a:lnTo>
                  <a:lnTo>
                    <a:pt x="228" y="264"/>
                  </a:lnTo>
                  <a:lnTo>
                    <a:pt x="197" y="303"/>
                  </a:lnTo>
                  <a:lnTo>
                    <a:pt x="170" y="344"/>
                  </a:lnTo>
                  <a:lnTo>
                    <a:pt x="148" y="389"/>
                  </a:lnTo>
                  <a:lnTo>
                    <a:pt x="132" y="435"/>
                  </a:lnTo>
                  <a:lnTo>
                    <a:pt x="121" y="482"/>
                  </a:lnTo>
                  <a:lnTo>
                    <a:pt x="118" y="532"/>
                  </a:lnTo>
                  <a:lnTo>
                    <a:pt x="115" y="550"/>
                  </a:lnTo>
                  <a:lnTo>
                    <a:pt x="107" y="566"/>
                  </a:lnTo>
                  <a:lnTo>
                    <a:pt x="94" y="579"/>
                  </a:lnTo>
                  <a:lnTo>
                    <a:pt x="78" y="588"/>
                  </a:lnTo>
                  <a:lnTo>
                    <a:pt x="59" y="590"/>
                  </a:lnTo>
                  <a:lnTo>
                    <a:pt x="40" y="588"/>
                  </a:lnTo>
                  <a:lnTo>
                    <a:pt x="24" y="579"/>
                  </a:lnTo>
                  <a:lnTo>
                    <a:pt x="11" y="566"/>
                  </a:lnTo>
                  <a:lnTo>
                    <a:pt x="2" y="550"/>
                  </a:lnTo>
                  <a:lnTo>
                    <a:pt x="0" y="532"/>
                  </a:lnTo>
                  <a:lnTo>
                    <a:pt x="4" y="472"/>
                  </a:lnTo>
                  <a:lnTo>
                    <a:pt x="14" y="414"/>
                  </a:lnTo>
                  <a:lnTo>
                    <a:pt x="33" y="358"/>
                  </a:lnTo>
                  <a:lnTo>
                    <a:pt x="56" y="305"/>
                  </a:lnTo>
                  <a:lnTo>
                    <a:pt x="87" y="253"/>
                  </a:lnTo>
                  <a:lnTo>
                    <a:pt x="122" y="206"/>
                  </a:lnTo>
                  <a:lnTo>
                    <a:pt x="161" y="162"/>
                  </a:lnTo>
                  <a:lnTo>
                    <a:pt x="205" y="122"/>
                  </a:lnTo>
                  <a:lnTo>
                    <a:pt x="254" y="87"/>
                  </a:lnTo>
                  <a:lnTo>
                    <a:pt x="304" y="57"/>
                  </a:lnTo>
                  <a:lnTo>
                    <a:pt x="358" y="34"/>
                  </a:lnTo>
                  <a:lnTo>
                    <a:pt x="414" y="15"/>
                  </a:lnTo>
                  <a:lnTo>
                    <a:pt x="473" y="5"/>
                  </a:lnTo>
                  <a:lnTo>
                    <a:pt x="532"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6" name="Freeform 1413"/>
            <p:cNvSpPr>
              <a:spLocks noEditPoints="1"/>
            </p:cNvSpPr>
            <p:nvPr/>
          </p:nvSpPr>
          <p:spPr bwMode="auto">
            <a:xfrm>
              <a:off x="3687" y="1567"/>
              <a:ext cx="91" cy="91"/>
            </a:xfrm>
            <a:custGeom>
              <a:avLst/>
              <a:gdLst>
                <a:gd name="T0" fmla="*/ 473 w 1183"/>
                <a:gd name="T1" fmla="*/ 413 h 1179"/>
                <a:gd name="T2" fmla="*/ 461 w 1183"/>
                <a:gd name="T3" fmla="*/ 448 h 1179"/>
                <a:gd name="T4" fmla="*/ 432 w 1183"/>
                <a:gd name="T5" fmla="*/ 469 h 1179"/>
                <a:gd name="T6" fmla="*/ 118 w 1183"/>
                <a:gd name="T7" fmla="*/ 472 h 1179"/>
                <a:gd name="T8" fmla="*/ 414 w 1183"/>
                <a:gd name="T9" fmla="*/ 708 h 1179"/>
                <a:gd name="T10" fmla="*/ 448 w 1183"/>
                <a:gd name="T11" fmla="*/ 720 h 1179"/>
                <a:gd name="T12" fmla="*/ 470 w 1183"/>
                <a:gd name="T13" fmla="*/ 748 h 1179"/>
                <a:gd name="T14" fmla="*/ 473 w 1183"/>
                <a:gd name="T15" fmla="*/ 1062 h 1179"/>
                <a:gd name="T16" fmla="*/ 709 w 1183"/>
                <a:gd name="T17" fmla="*/ 767 h 1179"/>
                <a:gd name="T18" fmla="*/ 721 w 1183"/>
                <a:gd name="T19" fmla="*/ 732 h 1179"/>
                <a:gd name="T20" fmla="*/ 750 w 1183"/>
                <a:gd name="T21" fmla="*/ 711 h 1179"/>
                <a:gd name="T22" fmla="*/ 1064 w 1183"/>
                <a:gd name="T23" fmla="*/ 708 h 1179"/>
                <a:gd name="T24" fmla="*/ 769 w 1183"/>
                <a:gd name="T25" fmla="*/ 472 h 1179"/>
                <a:gd name="T26" fmla="*/ 733 w 1183"/>
                <a:gd name="T27" fmla="*/ 461 h 1179"/>
                <a:gd name="T28" fmla="*/ 713 w 1183"/>
                <a:gd name="T29" fmla="*/ 432 h 1179"/>
                <a:gd name="T30" fmla="*/ 709 w 1183"/>
                <a:gd name="T31" fmla="*/ 118 h 1179"/>
                <a:gd name="T32" fmla="*/ 414 w 1183"/>
                <a:gd name="T33" fmla="*/ 0 h 1179"/>
                <a:gd name="T34" fmla="*/ 787 w 1183"/>
                <a:gd name="T35" fmla="*/ 3 h 1179"/>
                <a:gd name="T36" fmla="*/ 816 w 1183"/>
                <a:gd name="T37" fmla="*/ 25 h 1179"/>
                <a:gd name="T38" fmla="*/ 828 w 1183"/>
                <a:gd name="T39" fmla="*/ 59 h 1179"/>
                <a:gd name="T40" fmla="*/ 1124 w 1183"/>
                <a:gd name="T41" fmla="*/ 354 h 1179"/>
                <a:gd name="T42" fmla="*/ 1158 w 1183"/>
                <a:gd name="T43" fmla="*/ 366 h 1179"/>
                <a:gd name="T44" fmla="*/ 1180 w 1183"/>
                <a:gd name="T45" fmla="*/ 395 h 1179"/>
                <a:gd name="T46" fmla="*/ 1183 w 1183"/>
                <a:gd name="T47" fmla="*/ 767 h 1179"/>
                <a:gd name="T48" fmla="*/ 1171 w 1183"/>
                <a:gd name="T49" fmla="*/ 802 h 1179"/>
                <a:gd name="T50" fmla="*/ 1142 w 1183"/>
                <a:gd name="T51" fmla="*/ 823 h 1179"/>
                <a:gd name="T52" fmla="*/ 828 w 1183"/>
                <a:gd name="T53" fmla="*/ 826 h 1179"/>
                <a:gd name="T54" fmla="*/ 825 w 1183"/>
                <a:gd name="T55" fmla="*/ 1139 h 1179"/>
                <a:gd name="T56" fmla="*/ 803 w 1183"/>
                <a:gd name="T57" fmla="*/ 1168 h 1179"/>
                <a:gd name="T58" fmla="*/ 769 w 1183"/>
                <a:gd name="T59" fmla="*/ 1179 h 1179"/>
                <a:gd name="T60" fmla="*/ 396 w 1183"/>
                <a:gd name="T61" fmla="*/ 1177 h 1179"/>
                <a:gd name="T62" fmla="*/ 366 w 1183"/>
                <a:gd name="T63" fmla="*/ 1156 h 1179"/>
                <a:gd name="T64" fmla="*/ 355 w 1183"/>
                <a:gd name="T65" fmla="*/ 1121 h 1179"/>
                <a:gd name="T66" fmla="*/ 59 w 1183"/>
                <a:gd name="T67" fmla="*/ 826 h 1179"/>
                <a:gd name="T68" fmla="*/ 25 w 1183"/>
                <a:gd name="T69" fmla="*/ 815 h 1179"/>
                <a:gd name="T70" fmla="*/ 3 w 1183"/>
                <a:gd name="T71" fmla="*/ 785 h 1179"/>
                <a:gd name="T72" fmla="*/ 0 w 1183"/>
                <a:gd name="T73" fmla="*/ 413 h 1179"/>
                <a:gd name="T74" fmla="*/ 12 w 1183"/>
                <a:gd name="T75" fmla="*/ 379 h 1179"/>
                <a:gd name="T76" fmla="*/ 41 w 1183"/>
                <a:gd name="T77" fmla="*/ 357 h 1179"/>
                <a:gd name="T78" fmla="*/ 355 w 1183"/>
                <a:gd name="T79" fmla="*/ 354 h 1179"/>
                <a:gd name="T80" fmla="*/ 358 w 1183"/>
                <a:gd name="T81" fmla="*/ 41 h 1179"/>
                <a:gd name="T82" fmla="*/ 379 w 1183"/>
                <a:gd name="T83" fmla="*/ 12 h 1179"/>
                <a:gd name="T84" fmla="*/ 414 w 1183"/>
                <a:gd name="T85" fmla="*/ 0 h 1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83" h="1179">
                  <a:moveTo>
                    <a:pt x="473" y="118"/>
                  </a:moveTo>
                  <a:lnTo>
                    <a:pt x="473" y="413"/>
                  </a:lnTo>
                  <a:lnTo>
                    <a:pt x="470" y="432"/>
                  </a:lnTo>
                  <a:lnTo>
                    <a:pt x="461" y="448"/>
                  </a:lnTo>
                  <a:lnTo>
                    <a:pt x="448" y="461"/>
                  </a:lnTo>
                  <a:lnTo>
                    <a:pt x="432" y="469"/>
                  </a:lnTo>
                  <a:lnTo>
                    <a:pt x="414" y="472"/>
                  </a:lnTo>
                  <a:lnTo>
                    <a:pt x="118" y="472"/>
                  </a:lnTo>
                  <a:lnTo>
                    <a:pt x="118" y="708"/>
                  </a:lnTo>
                  <a:lnTo>
                    <a:pt x="414" y="708"/>
                  </a:lnTo>
                  <a:lnTo>
                    <a:pt x="432" y="711"/>
                  </a:lnTo>
                  <a:lnTo>
                    <a:pt x="448" y="720"/>
                  </a:lnTo>
                  <a:lnTo>
                    <a:pt x="461" y="732"/>
                  </a:lnTo>
                  <a:lnTo>
                    <a:pt x="470" y="748"/>
                  </a:lnTo>
                  <a:lnTo>
                    <a:pt x="473" y="767"/>
                  </a:lnTo>
                  <a:lnTo>
                    <a:pt x="473" y="1062"/>
                  </a:lnTo>
                  <a:lnTo>
                    <a:pt x="709" y="1062"/>
                  </a:lnTo>
                  <a:lnTo>
                    <a:pt x="709" y="767"/>
                  </a:lnTo>
                  <a:lnTo>
                    <a:pt x="713" y="748"/>
                  </a:lnTo>
                  <a:lnTo>
                    <a:pt x="721" y="732"/>
                  </a:lnTo>
                  <a:lnTo>
                    <a:pt x="733" y="720"/>
                  </a:lnTo>
                  <a:lnTo>
                    <a:pt x="750" y="711"/>
                  </a:lnTo>
                  <a:lnTo>
                    <a:pt x="769" y="708"/>
                  </a:lnTo>
                  <a:lnTo>
                    <a:pt x="1064" y="708"/>
                  </a:lnTo>
                  <a:lnTo>
                    <a:pt x="1064" y="472"/>
                  </a:lnTo>
                  <a:lnTo>
                    <a:pt x="769" y="472"/>
                  </a:lnTo>
                  <a:lnTo>
                    <a:pt x="750" y="469"/>
                  </a:lnTo>
                  <a:lnTo>
                    <a:pt x="733" y="461"/>
                  </a:lnTo>
                  <a:lnTo>
                    <a:pt x="721" y="448"/>
                  </a:lnTo>
                  <a:lnTo>
                    <a:pt x="713" y="432"/>
                  </a:lnTo>
                  <a:lnTo>
                    <a:pt x="709" y="413"/>
                  </a:lnTo>
                  <a:lnTo>
                    <a:pt x="709" y="118"/>
                  </a:lnTo>
                  <a:lnTo>
                    <a:pt x="473" y="118"/>
                  </a:lnTo>
                  <a:close/>
                  <a:moveTo>
                    <a:pt x="414" y="0"/>
                  </a:moveTo>
                  <a:lnTo>
                    <a:pt x="769" y="0"/>
                  </a:lnTo>
                  <a:lnTo>
                    <a:pt x="787" y="3"/>
                  </a:lnTo>
                  <a:lnTo>
                    <a:pt x="803" y="12"/>
                  </a:lnTo>
                  <a:lnTo>
                    <a:pt x="816" y="25"/>
                  </a:lnTo>
                  <a:lnTo>
                    <a:pt x="825" y="41"/>
                  </a:lnTo>
                  <a:lnTo>
                    <a:pt x="828" y="59"/>
                  </a:lnTo>
                  <a:lnTo>
                    <a:pt x="828" y="354"/>
                  </a:lnTo>
                  <a:lnTo>
                    <a:pt x="1124" y="354"/>
                  </a:lnTo>
                  <a:lnTo>
                    <a:pt x="1142" y="357"/>
                  </a:lnTo>
                  <a:lnTo>
                    <a:pt x="1158" y="366"/>
                  </a:lnTo>
                  <a:lnTo>
                    <a:pt x="1171" y="379"/>
                  </a:lnTo>
                  <a:lnTo>
                    <a:pt x="1180" y="395"/>
                  </a:lnTo>
                  <a:lnTo>
                    <a:pt x="1183" y="413"/>
                  </a:lnTo>
                  <a:lnTo>
                    <a:pt x="1183" y="767"/>
                  </a:lnTo>
                  <a:lnTo>
                    <a:pt x="1180" y="785"/>
                  </a:lnTo>
                  <a:lnTo>
                    <a:pt x="1171" y="802"/>
                  </a:lnTo>
                  <a:lnTo>
                    <a:pt x="1158" y="815"/>
                  </a:lnTo>
                  <a:lnTo>
                    <a:pt x="1142" y="823"/>
                  </a:lnTo>
                  <a:lnTo>
                    <a:pt x="1124" y="826"/>
                  </a:lnTo>
                  <a:lnTo>
                    <a:pt x="828" y="826"/>
                  </a:lnTo>
                  <a:lnTo>
                    <a:pt x="828" y="1121"/>
                  </a:lnTo>
                  <a:lnTo>
                    <a:pt x="825" y="1139"/>
                  </a:lnTo>
                  <a:lnTo>
                    <a:pt x="816" y="1156"/>
                  </a:lnTo>
                  <a:lnTo>
                    <a:pt x="803" y="1168"/>
                  </a:lnTo>
                  <a:lnTo>
                    <a:pt x="787" y="1177"/>
                  </a:lnTo>
                  <a:lnTo>
                    <a:pt x="769" y="1179"/>
                  </a:lnTo>
                  <a:lnTo>
                    <a:pt x="414" y="1179"/>
                  </a:lnTo>
                  <a:lnTo>
                    <a:pt x="396" y="1177"/>
                  </a:lnTo>
                  <a:lnTo>
                    <a:pt x="379" y="1168"/>
                  </a:lnTo>
                  <a:lnTo>
                    <a:pt x="366" y="1156"/>
                  </a:lnTo>
                  <a:lnTo>
                    <a:pt x="358" y="1139"/>
                  </a:lnTo>
                  <a:lnTo>
                    <a:pt x="355" y="1121"/>
                  </a:lnTo>
                  <a:lnTo>
                    <a:pt x="355" y="826"/>
                  </a:lnTo>
                  <a:lnTo>
                    <a:pt x="59" y="826"/>
                  </a:lnTo>
                  <a:lnTo>
                    <a:pt x="41" y="823"/>
                  </a:lnTo>
                  <a:lnTo>
                    <a:pt x="25" y="815"/>
                  </a:lnTo>
                  <a:lnTo>
                    <a:pt x="12" y="802"/>
                  </a:lnTo>
                  <a:lnTo>
                    <a:pt x="3" y="785"/>
                  </a:lnTo>
                  <a:lnTo>
                    <a:pt x="0" y="767"/>
                  </a:lnTo>
                  <a:lnTo>
                    <a:pt x="0" y="413"/>
                  </a:lnTo>
                  <a:lnTo>
                    <a:pt x="3" y="395"/>
                  </a:lnTo>
                  <a:lnTo>
                    <a:pt x="12" y="379"/>
                  </a:lnTo>
                  <a:lnTo>
                    <a:pt x="25" y="366"/>
                  </a:lnTo>
                  <a:lnTo>
                    <a:pt x="41" y="357"/>
                  </a:lnTo>
                  <a:lnTo>
                    <a:pt x="59" y="354"/>
                  </a:lnTo>
                  <a:lnTo>
                    <a:pt x="355" y="354"/>
                  </a:lnTo>
                  <a:lnTo>
                    <a:pt x="355" y="59"/>
                  </a:lnTo>
                  <a:lnTo>
                    <a:pt x="358" y="41"/>
                  </a:lnTo>
                  <a:lnTo>
                    <a:pt x="366" y="25"/>
                  </a:lnTo>
                  <a:lnTo>
                    <a:pt x="379" y="12"/>
                  </a:lnTo>
                  <a:lnTo>
                    <a:pt x="396" y="3"/>
                  </a:lnTo>
                  <a:lnTo>
                    <a:pt x="414"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7" name="Freeform 1414"/>
            <p:cNvSpPr/>
            <p:nvPr/>
          </p:nvSpPr>
          <p:spPr bwMode="auto">
            <a:xfrm>
              <a:off x="3805" y="1549"/>
              <a:ext cx="27" cy="18"/>
            </a:xfrm>
            <a:custGeom>
              <a:avLst/>
              <a:gdLst>
                <a:gd name="T0" fmla="*/ 59 w 354"/>
                <a:gd name="T1" fmla="*/ 0 h 235"/>
                <a:gd name="T2" fmla="*/ 78 w 354"/>
                <a:gd name="T3" fmla="*/ 3 h 235"/>
                <a:gd name="T4" fmla="*/ 94 w 354"/>
                <a:gd name="T5" fmla="*/ 11 h 235"/>
                <a:gd name="T6" fmla="*/ 106 w 354"/>
                <a:gd name="T7" fmla="*/ 23 h 235"/>
                <a:gd name="T8" fmla="*/ 115 w 354"/>
                <a:gd name="T9" fmla="*/ 39 h 235"/>
                <a:gd name="T10" fmla="*/ 118 w 354"/>
                <a:gd name="T11" fmla="*/ 59 h 235"/>
                <a:gd name="T12" fmla="*/ 118 w 354"/>
                <a:gd name="T13" fmla="*/ 118 h 235"/>
                <a:gd name="T14" fmla="*/ 237 w 354"/>
                <a:gd name="T15" fmla="*/ 118 h 235"/>
                <a:gd name="T16" fmla="*/ 237 w 354"/>
                <a:gd name="T17" fmla="*/ 59 h 235"/>
                <a:gd name="T18" fmla="*/ 239 w 354"/>
                <a:gd name="T19" fmla="*/ 39 h 235"/>
                <a:gd name="T20" fmla="*/ 248 w 354"/>
                <a:gd name="T21" fmla="*/ 23 h 235"/>
                <a:gd name="T22" fmla="*/ 261 w 354"/>
                <a:gd name="T23" fmla="*/ 11 h 235"/>
                <a:gd name="T24" fmla="*/ 277 w 354"/>
                <a:gd name="T25" fmla="*/ 3 h 235"/>
                <a:gd name="T26" fmla="*/ 295 w 354"/>
                <a:gd name="T27" fmla="*/ 0 h 235"/>
                <a:gd name="T28" fmla="*/ 314 w 354"/>
                <a:gd name="T29" fmla="*/ 3 h 235"/>
                <a:gd name="T30" fmla="*/ 331 w 354"/>
                <a:gd name="T31" fmla="*/ 11 h 235"/>
                <a:gd name="T32" fmla="*/ 344 w 354"/>
                <a:gd name="T33" fmla="*/ 23 h 235"/>
                <a:gd name="T34" fmla="*/ 351 w 354"/>
                <a:gd name="T35" fmla="*/ 39 h 235"/>
                <a:gd name="T36" fmla="*/ 354 w 354"/>
                <a:gd name="T37" fmla="*/ 59 h 235"/>
                <a:gd name="T38" fmla="*/ 354 w 354"/>
                <a:gd name="T39" fmla="*/ 118 h 235"/>
                <a:gd name="T40" fmla="*/ 351 w 354"/>
                <a:gd name="T41" fmla="*/ 145 h 235"/>
                <a:gd name="T42" fmla="*/ 342 w 354"/>
                <a:gd name="T43" fmla="*/ 170 h 235"/>
                <a:gd name="T44" fmla="*/ 328 w 354"/>
                <a:gd name="T45" fmla="*/ 191 h 235"/>
                <a:gd name="T46" fmla="*/ 310 w 354"/>
                <a:gd name="T47" fmla="*/ 209 h 235"/>
                <a:gd name="T48" fmla="*/ 289 w 354"/>
                <a:gd name="T49" fmla="*/ 223 h 235"/>
                <a:gd name="T50" fmla="*/ 264 w 354"/>
                <a:gd name="T51" fmla="*/ 232 h 235"/>
                <a:gd name="T52" fmla="*/ 237 w 354"/>
                <a:gd name="T53" fmla="*/ 235 h 235"/>
                <a:gd name="T54" fmla="*/ 118 w 354"/>
                <a:gd name="T55" fmla="*/ 235 h 235"/>
                <a:gd name="T56" fmla="*/ 91 w 354"/>
                <a:gd name="T57" fmla="*/ 232 h 235"/>
                <a:gd name="T58" fmla="*/ 66 w 354"/>
                <a:gd name="T59" fmla="*/ 223 h 235"/>
                <a:gd name="T60" fmla="*/ 45 w 354"/>
                <a:gd name="T61" fmla="*/ 209 h 235"/>
                <a:gd name="T62" fmla="*/ 27 w 354"/>
                <a:gd name="T63" fmla="*/ 191 h 235"/>
                <a:gd name="T64" fmla="*/ 12 w 354"/>
                <a:gd name="T65" fmla="*/ 170 h 235"/>
                <a:gd name="T66" fmla="*/ 3 w 354"/>
                <a:gd name="T67" fmla="*/ 145 h 235"/>
                <a:gd name="T68" fmla="*/ 0 w 354"/>
                <a:gd name="T69" fmla="*/ 118 h 235"/>
                <a:gd name="T70" fmla="*/ 0 w 354"/>
                <a:gd name="T71" fmla="*/ 59 h 235"/>
                <a:gd name="T72" fmla="*/ 3 w 354"/>
                <a:gd name="T73" fmla="*/ 39 h 235"/>
                <a:gd name="T74" fmla="*/ 11 w 354"/>
                <a:gd name="T75" fmla="*/ 23 h 235"/>
                <a:gd name="T76" fmla="*/ 24 w 354"/>
                <a:gd name="T77" fmla="*/ 11 h 235"/>
                <a:gd name="T78" fmla="*/ 41 w 354"/>
                <a:gd name="T79" fmla="*/ 3 h 235"/>
                <a:gd name="T80" fmla="*/ 59 w 354"/>
                <a:gd name="T81"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54" h="235">
                  <a:moveTo>
                    <a:pt x="59" y="0"/>
                  </a:moveTo>
                  <a:lnTo>
                    <a:pt x="78" y="3"/>
                  </a:lnTo>
                  <a:lnTo>
                    <a:pt x="94" y="11"/>
                  </a:lnTo>
                  <a:lnTo>
                    <a:pt x="106" y="23"/>
                  </a:lnTo>
                  <a:lnTo>
                    <a:pt x="115" y="39"/>
                  </a:lnTo>
                  <a:lnTo>
                    <a:pt x="118" y="59"/>
                  </a:lnTo>
                  <a:lnTo>
                    <a:pt x="118" y="118"/>
                  </a:lnTo>
                  <a:lnTo>
                    <a:pt x="237" y="118"/>
                  </a:lnTo>
                  <a:lnTo>
                    <a:pt x="237" y="59"/>
                  </a:lnTo>
                  <a:lnTo>
                    <a:pt x="239" y="39"/>
                  </a:lnTo>
                  <a:lnTo>
                    <a:pt x="248" y="23"/>
                  </a:lnTo>
                  <a:lnTo>
                    <a:pt x="261" y="11"/>
                  </a:lnTo>
                  <a:lnTo>
                    <a:pt x="277" y="3"/>
                  </a:lnTo>
                  <a:lnTo>
                    <a:pt x="295" y="0"/>
                  </a:lnTo>
                  <a:lnTo>
                    <a:pt x="314" y="3"/>
                  </a:lnTo>
                  <a:lnTo>
                    <a:pt x="331" y="11"/>
                  </a:lnTo>
                  <a:lnTo>
                    <a:pt x="344" y="23"/>
                  </a:lnTo>
                  <a:lnTo>
                    <a:pt x="351" y="39"/>
                  </a:lnTo>
                  <a:lnTo>
                    <a:pt x="354" y="59"/>
                  </a:lnTo>
                  <a:lnTo>
                    <a:pt x="354" y="118"/>
                  </a:lnTo>
                  <a:lnTo>
                    <a:pt x="351" y="145"/>
                  </a:lnTo>
                  <a:lnTo>
                    <a:pt x="342" y="170"/>
                  </a:lnTo>
                  <a:lnTo>
                    <a:pt x="328" y="191"/>
                  </a:lnTo>
                  <a:lnTo>
                    <a:pt x="310" y="209"/>
                  </a:lnTo>
                  <a:lnTo>
                    <a:pt x="289" y="223"/>
                  </a:lnTo>
                  <a:lnTo>
                    <a:pt x="264" y="232"/>
                  </a:lnTo>
                  <a:lnTo>
                    <a:pt x="237" y="235"/>
                  </a:lnTo>
                  <a:lnTo>
                    <a:pt x="118" y="235"/>
                  </a:lnTo>
                  <a:lnTo>
                    <a:pt x="91" y="232"/>
                  </a:lnTo>
                  <a:lnTo>
                    <a:pt x="66" y="223"/>
                  </a:lnTo>
                  <a:lnTo>
                    <a:pt x="45" y="209"/>
                  </a:lnTo>
                  <a:lnTo>
                    <a:pt x="27" y="191"/>
                  </a:lnTo>
                  <a:lnTo>
                    <a:pt x="12" y="170"/>
                  </a:lnTo>
                  <a:lnTo>
                    <a:pt x="3" y="145"/>
                  </a:lnTo>
                  <a:lnTo>
                    <a:pt x="0" y="118"/>
                  </a:lnTo>
                  <a:lnTo>
                    <a:pt x="0" y="59"/>
                  </a:lnTo>
                  <a:lnTo>
                    <a:pt x="3" y="39"/>
                  </a:lnTo>
                  <a:lnTo>
                    <a:pt x="11" y="23"/>
                  </a:lnTo>
                  <a:lnTo>
                    <a:pt x="24" y="11"/>
                  </a:lnTo>
                  <a:lnTo>
                    <a:pt x="41" y="3"/>
                  </a:lnTo>
                  <a:lnTo>
                    <a:pt x="59" y="0"/>
                  </a:lnTo>
                  <a:close/>
                </a:path>
              </a:pathLst>
            </a:custGeom>
            <a:grpFill/>
            <a:ln w="0">
              <a:noFill/>
              <a:prstDash val="solid"/>
              <a:round/>
            </a:ln>
          </p:spPr>
          <p:txBody>
            <a:bodyPr vert="horz" wrap="square" lIns="91440" tIns="45720" rIns="91440" bIns="45720" numCol="1" anchor="t" anchorCtr="0" compatLnSpc="1"/>
            <a:lstStyle/>
            <a:p>
              <a:endParaRPr lang="en-US"/>
            </a:p>
          </p:txBody>
        </p:sp>
        <p:sp>
          <p:nvSpPr>
            <p:cNvPr id="18" name="Freeform 1415"/>
            <p:cNvSpPr/>
            <p:nvPr/>
          </p:nvSpPr>
          <p:spPr bwMode="auto">
            <a:xfrm>
              <a:off x="3632" y="1549"/>
              <a:ext cx="28" cy="18"/>
            </a:xfrm>
            <a:custGeom>
              <a:avLst/>
              <a:gdLst>
                <a:gd name="T0" fmla="*/ 59 w 354"/>
                <a:gd name="T1" fmla="*/ 0 h 235"/>
                <a:gd name="T2" fmla="*/ 78 w 354"/>
                <a:gd name="T3" fmla="*/ 3 h 235"/>
                <a:gd name="T4" fmla="*/ 94 w 354"/>
                <a:gd name="T5" fmla="*/ 11 h 235"/>
                <a:gd name="T6" fmla="*/ 107 w 354"/>
                <a:gd name="T7" fmla="*/ 23 h 235"/>
                <a:gd name="T8" fmla="*/ 115 w 354"/>
                <a:gd name="T9" fmla="*/ 39 h 235"/>
                <a:gd name="T10" fmla="*/ 118 w 354"/>
                <a:gd name="T11" fmla="*/ 59 h 235"/>
                <a:gd name="T12" fmla="*/ 118 w 354"/>
                <a:gd name="T13" fmla="*/ 118 h 235"/>
                <a:gd name="T14" fmla="*/ 237 w 354"/>
                <a:gd name="T15" fmla="*/ 118 h 235"/>
                <a:gd name="T16" fmla="*/ 237 w 354"/>
                <a:gd name="T17" fmla="*/ 59 h 235"/>
                <a:gd name="T18" fmla="*/ 240 w 354"/>
                <a:gd name="T19" fmla="*/ 39 h 235"/>
                <a:gd name="T20" fmla="*/ 247 w 354"/>
                <a:gd name="T21" fmla="*/ 23 h 235"/>
                <a:gd name="T22" fmla="*/ 260 w 354"/>
                <a:gd name="T23" fmla="*/ 11 h 235"/>
                <a:gd name="T24" fmla="*/ 276 w 354"/>
                <a:gd name="T25" fmla="*/ 3 h 235"/>
                <a:gd name="T26" fmla="*/ 296 w 354"/>
                <a:gd name="T27" fmla="*/ 0 h 235"/>
                <a:gd name="T28" fmla="*/ 314 w 354"/>
                <a:gd name="T29" fmla="*/ 3 h 235"/>
                <a:gd name="T30" fmla="*/ 330 w 354"/>
                <a:gd name="T31" fmla="*/ 11 h 235"/>
                <a:gd name="T32" fmla="*/ 343 w 354"/>
                <a:gd name="T33" fmla="*/ 23 h 235"/>
                <a:gd name="T34" fmla="*/ 352 w 354"/>
                <a:gd name="T35" fmla="*/ 39 h 235"/>
                <a:gd name="T36" fmla="*/ 354 w 354"/>
                <a:gd name="T37" fmla="*/ 59 h 235"/>
                <a:gd name="T38" fmla="*/ 354 w 354"/>
                <a:gd name="T39" fmla="*/ 118 h 235"/>
                <a:gd name="T40" fmla="*/ 351 w 354"/>
                <a:gd name="T41" fmla="*/ 145 h 235"/>
                <a:gd name="T42" fmla="*/ 342 w 354"/>
                <a:gd name="T43" fmla="*/ 170 h 235"/>
                <a:gd name="T44" fmla="*/ 328 w 354"/>
                <a:gd name="T45" fmla="*/ 191 h 235"/>
                <a:gd name="T46" fmla="*/ 310 w 354"/>
                <a:gd name="T47" fmla="*/ 209 h 235"/>
                <a:gd name="T48" fmla="*/ 288 w 354"/>
                <a:gd name="T49" fmla="*/ 223 h 235"/>
                <a:gd name="T50" fmla="*/ 263 w 354"/>
                <a:gd name="T51" fmla="*/ 232 h 235"/>
                <a:gd name="T52" fmla="*/ 237 w 354"/>
                <a:gd name="T53" fmla="*/ 235 h 235"/>
                <a:gd name="T54" fmla="*/ 118 w 354"/>
                <a:gd name="T55" fmla="*/ 235 h 235"/>
                <a:gd name="T56" fmla="*/ 91 w 354"/>
                <a:gd name="T57" fmla="*/ 232 h 235"/>
                <a:gd name="T58" fmla="*/ 66 w 354"/>
                <a:gd name="T59" fmla="*/ 223 h 235"/>
                <a:gd name="T60" fmla="*/ 45 w 354"/>
                <a:gd name="T61" fmla="*/ 209 h 235"/>
                <a:gd name="T62" fmla="*/ 26 w 354"/>
                <a:gd name="T63" fmla="*/ 191 h 235"/>
                <a:gd name="T64" fmla="*/ 12 w 354"/>
                <a:gd name="T65" fmla="*/ 170 h 235"/>
                <a:gd name="T66" fmla="*/ 2 w 354"/>
                <a:gd name="T67" fmla="*/ 145 h 235"/>
                <a:gd name="T68" fmla="*/ 0 w 354"/>
                <a:gd name="T69" fmla="*/ 118 h 235"/>
                <a:gd name="T70" fmla="*/ 0 w 354"/>
                <a:gd name="T71" fmla="*/ 59 h 235"/>
                <a:gd name="T72" fmla="*/ 2 w 354"/>
                <a:gd name="T73" fmla="*/ 39 h 235"/>
                <a:gd name="T74" fmla="*/ 11 w 354"/>
                <a:gd name="T75" fmla="*/ 23 h 235"/>
                <a:gd name="T76" fmla="*/ 24 w 354"/>
                <a:gd name="T77" fmla="*/ 11 h 235"/>
                <a:gd name="T78" fmla="*/ 40 w 354"/>
                <a:gd name="T79" fmla="*/ 3 h 235"/>
                <a:gd name="T80" fmla="*/ 59 w 354"/>
                <a:gd name="T81" fmla="*/ 0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54" h="235">
                  <a:moveTo>
                    <a:pt x="59" y="0"/>
                  </a:moveTo>
                  <a:lnTo>
                    <a:pt x="78" y="3"/>
                  </a:lnTo>
                  <a:lnTo>
                    <a:pt x="94" y="11"/>
                  </a:lnTo>
                  <a:lnTo>
                    <a:pt x="107" y="23"/>
                  </a:lnTo>
                  <a:lnTo>
                    <a:pt x="115" y="39"/>
                  </a:lnTo>
                  <a:lnTo>
                    <a:pt x="118" y="59"/>
                  </a:lnTo>
                  <a:lnTo>
                    <a:pt x="118" y="118"/>
                  </a:lnTo>
                  <a:lnTo>
                    <a:pt x="237" y="118"/>
                  </a:lnTo>
                  <a:lnTo>
                    <a:pt x="237" y="59"/>
                  </a:lnTo>
                  <a:lnTo>
                    <a:pt x="240" y="39"/>
                  </a:lnTo>
                  <a:lnTo>
                    <a:pt x="247" y="23"/>
                  </a:lnTo>
                  <a:lnTo>
                    <a:pt x="260" y="11"/>
                  </a:lnTo>
                  <a:lnTo>
                    <a:pt x="276" y="3"/>
                  </a:lnTo>
                  <a:lnTo>
                    <a:pt x="296" y="0"/>
                  </a:lnTo>
                  <a:lnTo>
                    <a:pt x="314" y="3"/>
                  </a:lnTo>
                  <a:lnTo>
                    <a:pt x="330" y="11"/>
                  </a:lnTo>
                  <a:lnTo>
                    <a:pt x="343" y="23"/>
                  </a:lnTo>
                  <a:lnTo>
                    <a:pt x="352" y="39"/>
                  </a:lnTo>
                  <a:lnTo>
                    <a:pt x="354" y="59"/>
                  </a:lnTo>
                  <a:lnTo>
                    <a:pt x="354" y="118"/>
                  </a:lnTo>
                  <a:lnTo>
                    <a:pt x="351" y="145"/>
                  </a:lnTo>
                  <a:lnTo>
                    <a:pt x="342" y="170"/>
                  </a:lnTo>
                  <a:lnTo>
                    <a:pt x="328" y="191"/>
                  </a:lnTo>
                  <a:lnTo>
                    <a:pt x="310" y="209"/>
                  </a:lnTo>
                  <a:lnTo>
                    <a:pt x="288" y="223"/>
                  </a:lnTo>
                  <a:lnTo>
                    <a:pt x="263" y="232"/>
                  </a:lnTo>
                  <a:lnTo>
                    <a:pt x="237" y="235"/>
                  </a:lnTo>
                  <a:lnTo>
                    <a:pt x="118" y="235"/>
                  </a:lnTo>
                  <a:lnTo>
                    <a:pt x="91" y="232"/>
                  </a:lnTo>
                  <a:lnTo>
                    <a:pt x="66" y="223"/>
                  </a:lnTo>
                  <a:lnTo>
                    <a:pt x="45" y="209"/>
                  </a:lnTo>
                  <a:lnTo>
                    <a:pt x="26" y="191"/>
                  </a:lnTo>
                  <a:lnTo>
                    <a:pt x="12" y="170"/>
                  </a:lnTo>
                  <a:lnTo>
                    <a:pt x="2" y="145"/>
                  </a:lnTo>
                  <a:lnTo>
                    <a:pt x="0" y="118"/>
                  </a:lnTo>
                  <a:lnTo>
                    <a:pt x="0" y="59"/>
                  </a:lnTo>
                  <a:lnTo>
                    <a:pt x="2" y="39"/>
                  </a:lnTo>
                  <a:lnTo>
                    <a:pt x="11" y="23"/>
                  </a:lnTo>
                  <a:lnTo>
                    <a:pt x="24" y="11"/>
                  </a:lnTo>
                  <a:lnTo>
                    <a:pt x="40" y="3"/>
                  </a:lnTo>
                  <a:lnTo>
                    <a:pt x="59" y="0"/>
                  </a:lnTo>
                  <a:close/>
                </a:path>
              </a:pathLst>
            </a:custGeom>
            <a:grpFill/>
            <a:ln w="0">
              <a:noFill/>
              <a:prstDash val="solid"/>
              <a:round/>
            </a:ln>
          </p:spPr>
          <p:txBody>
            <a:bodyPr vert="horz" wrap="square" lIns="91440" tIns="45720" rIns="91440" bIns="45720" numCol="1" anchor="t" anchorCtr="0" compatLnSpc="1"/>
            <a:lstStyle/>
            <a:p>
              <a:endParaRPr lang="en-US"/>
            </a:p>
          </p:txBody>
        </p:sp>
      </p:grpSp>
      <p:grpSp>
        <p:nvGrpSpPr>
          <p:cNvPr id="20" name="组合 19"/>
          <p:cNvGrpSpPr/>
          <p:nvPr/>
        </p:nvGrpSpPr>
        <p:grpSpPr>
          <a:xfrm>
            <a:off x="2369003" y="1249303"/>
            <a:ext cx="3540760" cy="813435"/>
            <a:chOff x="11445" y="620"/>
            <a:chExt cx="6730" cy="1281"/>
          </a:xfrm>
        </p:grpSpPr>
        <p:sp>
          <p:nvSpPr>
            <p:cNvPr id="21" name="文本框 20"/>
            <p:cNvSpPr txBox="1"/>
            <p:nvPr/>
          </p:nvSpPr>
          <p:spPr>
            <a:xfrm>
              <a:off x="11445" y="1127"/>
              <a:ext cx="6730" cy="774"/>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等线" panose="02010600030101010101" charset="-122"/>
                  <a:ea typeface="等线" panose="02010600030101010101" charset="-122"/>
                  <a:cs typeface="..黑体UI-韩语" pitchFamily="2" charset="-128"/>
                </a:rPr>
                <a:t>I walked through many mountains, walked through many waters, and knew many people. </a:t>
              </a:r>
              <a:endParaRPr lang="zh-CN" altLang="en-US" sz="1000" dirty="0">
                <a:solidFill>
                  <a:schemeClr val="bg1"/>
                </a:solidFill>
                <a:latin typeface="等线" panose="02010600030101010101" charset="-122"/>
                <a:ea typeface="等线" panose="02010600030101010101" charset="-122"/>
                <a:cs typeface="..黑体UI-韩语" pitchFamily="2" charset="-128"/>
              </a:endParaRPr>
            </a:p>
          </p:txBody>
        </p:sp>
        <p:sp>
          <p:nvSpPr>
            <p:cNvPr id="22" name="文本框 21"/>
            <p:cNvSpPr txBox="1"/>
            <p:nvPr/>
          </p:nvSpPr>
          <p:spPr>
            <a:xfrm>
              <a:off x="11445" y="620"/>
              <a:ext cx="4182" cy="531"/>
            </a:xfrm>
            <a:prstGeom prst="rect">
              <a:avLst/>
            </a:prstGeom>
            <a:noFill/>
          </p:spPr>
          <p:txBody>
            <a:bodyPr wrap="square" rtlCol="0">
              <a:spAutoFit/>
            </a:bodyPr>
            <a:lstStyle/>
            <a:p>
              <a:r>
                <a:rPr lang="zh-CN" altLang="en-US" sz="1600" dirty="0">
                  <a:solidFill>
                    <a:schemeClr val="bg1"/>
                  </a:solidFill>
                  <a:latin typeface="等线" panose="02010600030101010101" charset="-122"/>
                  <a:ea typeface="等线" panose="02010600030101010101" charset="-122"/>
                  <a:cs typeface="..黑体UI-韩语" pitchFamily="2" charset="-128"/>
                  <a:sym typeface="+mn-ea"/>
                </a:rPr>
                <a:t>添加此处原有标题</a:t>
              </a:r>
              <a:endParaRPr lang="zh-CN" altLang="en-US" sz="1600" dirty="0">
                <a:solidFill>
                  <a:schemeClr val="bg1"/>
                </a:solidFill>
                <a:latin typeface="等线" panose="02010600030101010101" charset="-122"/>
                <a:ea typeface="等线" panose="02010600030101010101" charset="-122"/>
                <a:cs typeface="..黑体UI-韩语" pitchFamily="2" charset="-128"/>
                <a:sym typeface="+mn-ea"/>
              </a:endParaRPr>
            </a:p>
          </p:txBody>
        </p:sp>
      </p:grpSp>
      <p:grpSp>
        <p:nvGrpSpPr>
          <p:cNvPr id="23" name="组合 22"/>
          <p:cNvGrpSpPr/>
          <p:nvPr/>
        </p:nvGrpSpPr>
        <p:grpSpPr>
          <a:xfrm>
            <a:off x="2369003" y="2901033"/>
            <a:ext cx="3540760" cy="786130"/>
            <a:chOff x="11445" y="620"/>
            <a:chExt cx="6730" cy="1238"/>
          </a:xfrm>
        </p:grpSpPr>
        <p:sp>
          <p:nvSpPr>
            <p:cNvPr id="24" name="文本框 23"/>
            <p:cNvSpPr txBox="1"/>
            <p:nvPr/>
          </p:nvSpPr>
          <p:spPr>
            <a:xfrm>
              <a:off x="11445" y="1127"/>
              <a:ext cx="6730" cy="731"/>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等线" panose="02010600030101010101" charset="-122"/>
                  <a:ea typeface="等线" panose="02010600030101010101" charset="-122"/>
                  <a:cs typeface="..黑体UI-韩语" pitchFamily="2" charset="-128"/>
                </a:rPr>
                <a:t>I walked through many mountains, walked through many waters, and knew many people. </a:t>
              </a:r>
              <a:endParaRPr lang="zh-CN" altLang="en-US" sz="1000" dirty="0">
                <a:solidFill>
                  <a:schemeClr val="bg1"/>
                </a:solidFill>
                <a:latin typeface="等线" panose="02010600030101010101" charset="-122"/>
                <a:ea typeface="等线" panose="02010600030101010101" charset="-122"/>
                <a:cs typeface="..黑体UI-韩语" pitchFamily="2" charset="-128"/>
              </a:endParaRPr>
            </a:p>
          </p:txBody>
        </p:sp>
        <p:sp>
          <p:nvSpPr>
            <p:cNvPr id="25" name="文本框 24"/>
            <p:cNvSpPr txBox="1"/>
            <p:nvPr/>
          </p:nvSpPr>
          <p:spPr>
            <a:xfrm>
              <a:off x="11445" y="620"/>
              <a:ext cx="4182" cy="531"/>
            </a:xfrm>
            <a:prstGeom prst="rect">
              <a:avLst/>
            </a:prstGeom>
            <a:noFill/>
          </p:spPr>
          <p:txBody>
            <a:bodyPr wrap="square" rtlCol="0">
              <a:spAutoFit/>
            </a:bodyPr>
            <a:lstStyle/>
            <a:p>
              <a:r>
                <a:rPr lang="zh-CN" altLang="en-US" sz="1600" dirty="0">
                  <a:solidFill>
                    <a:schemeClr val="bg1"/>
                  </a:solidFill>
                  <a:latin typeface="等线" panose="02010600030101010101" charset="-122"/>
                  <a:ea typeface="等线" panose="02010600030101010101" charset="-122"/>
                  <a:cs typeface="..黑体UI-韩语" pitchFamily="2" charset="-128"/>
                  <a:sym typeface="+mn-ea"/>
                </a:rPr>
                <a:t>添加此处原有标题</a:t>
              </a:r>
              <a:endParaRPr lang="zh-CN" altLang="en-US" sz="1600" dirty="0">
                <a:solidFill>
                  <a:schemeClr val="bg1"/>
                </a:solidFill>
                <a:latin typeface="等线" panose="02010600030101010101" charset="-122"/>
                <a:ea typeface="等线" panose="02010600030101010101" charset="-122"/>
                <a:cs typeface="..黑体UI-韩语" pitchFamily="2" charset="-128"/>
                <a:sym typeface="+mn-ea"/>
              </a:endParaRPr>
            </a:p>
          </p:txBody>
        </p:sp>
      </p:grpSp>
      <p:grpSp>
        <p:nvGrpSpPr>
          <p:cNvPr id="26" name="组合 25"/>
          <p:cNvGrpSpPr/>
          <p:nvPr/>
        </p:nvGrpSpPr>
        <p:grpSpPr>
          <a:xfrm>
            <a:off x="2369003" y="4768112"/>
            <a:ext cx="3540760" cy="786130"/>
            <a:chOff x="11445" y="620"/>
            <a:chExt cx="6730" cy="1238"/>
          </a:xfrm>
        </p:grpSpPr>
        <p:sp>
          <p:nvSpPr>
            <p:cNvPr id="27" name="文本框 26"/>
            <p:cNvSpPr txBox="1"/>
            <p:nvPr/>
          </p:nvSpPr>
          <p:spPr>
            <a:xfrm>
              <a:off x="11445" y="1127"/>
              <a:ext cx="6730" cy="731"/>
            </a:xfrm>
            <a:prstGeom prst="rect">
              <a:avLst/>
            </a:prstGeom>
            <a:noFill/>
          </p:spPr>
          <p:txBody>
            <a:bodyPr wrap="square" rtlCol="0" anchor="t">
              <a:spAutoFit/>
            </a:bodyPr>
            <a:lstStyle/>
            <a:p>
              <a:pPr fontAlgn="auto">
                <a:lnSpc>
                  <a:spcPct val="130000"/>
                </a:lnSpc>
              </a:pPr>
              <a:r>
                <a:rPr lang="zh-CN" altLang="en-US" sz="1000" dirty="0">
                  <a:solidFill>
                    <a:schemeClr val="bg1"/>
                  </a:solidFill>
                  <a:latin typeface="等线" panose="02010600030101010101" charset="-122"/>
                  <a:ea typeface="等线" panose="02010600030101010101" charset="-122"/>
                  <a:cs typeface="..黑体UI-韩语" pitchFamily="2" charset="-128"/>
                </a:rPr>
                <a:t>I walked through many mountains, walked through many waters, and knew many people. </a:t>
              </a:r>
              <a:endParaRPr lang="zh-CN" altLang="en-US" sz="1000" dirty="0">
                <a:solidFill>
                  <a:schemeClr val="bg1"/>
                </a:solidFill>
                <a:latin typeface="等线" panose="02010600030101010101" charset="-122"/>
                <a:ea typeface="等线" panose="02010600030101010101" charset="-122"/>
                <a:cs typeface="..黑体UI-韩语" pitchFamily="2" charset="-128"/>
              </a:endParaRPr>
            </a:p>
          </p:txBody>
        </p:sp>
        <p:sp>
          <p:nvSpPr>
            <p:cNvPr id="28" name="文本框 27"/>
            <p:cNvSpPr txBox="1"/>
            <p:nvPr/>
          </p:nvSpPr>
          <p:spPr>
            <a:xfrm>
              <a:off x="11445" y="620"/>
              <a:ext cx="4182" cy="531"/>
            </a:xfrm>
            <a:prstGeom prst="rect">
              <a:avLst/>
            </a:prstGeom>
            <a:noFill/>
          </p:spPr>
          <p:txBody>
            <a:bodyPr wrap="square" rtlCol="0">
              <a:spAutoFit/>
            </a:bodyPr>
            <a:lstStyle/>
            <a:p>
              <a:r>
                <a:rPr lang="zh-CN" altLang="en-US" sz="1600" dirty="0">
                  <a:solidFill>
                    <a:schemeClr val="bg1"/>
                  </a:solidFill>
                  <a:latin typeface="等线" panose="02010600030101010101" charset="-122"/>
                  <a:ea typeface="等线" panose="02010600030101010101" charset="-122"/>
                  <a:cs typeface="..黑体UI-韩语" pitchFamily="2" charset="-128"/>
                  <a:sym typeface="+mn-ea"/>
                </a:rPr>
                <a:t>添加此处原有标题</a:t>
              </a:r>
              <a:endParaRPr lang="zh-CN" altLang="en-US" sz="1600" dirty="0">
                <a:solidFill>
                  <a:schemeClr val="bg1"/>
                </a:solidFill>
                <a:latin typeface="等线" panose="02010600030101010101" charset="-122"/>
                <a:ea typeface="等线" panose="02010600030101010101" charset="-122"/>
                <a:cs typeface="..黑体UI-韩语" pitchFamily="2" charset="-128"/>
                <a:sym typeface="+mn-ea"/>
              </a:endParaRPr>
            </a:p>
          </p:txBody>
        </p:sp>
      </p:grpSp>
      <p:sp>
        <p:nvSpPr>
          <p:cNvPr id="29" name="矩形 28"/>
          <p:cNvSpPr/>
          <p:nvPr/>
        </p:nvSpPr>
        <p:spPr>
          <a:xfrm>
            <a:off x="6096000" y="0"/>
            <a:ext cx="3390900" cy="5008234"/>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0" name="组合 29"/>
          <p:cNvGrpSpPr/>
          <p:nvPr/>
        </p:nvGrpSpPr>
        <p:grpSpPr>
          <a:xfrm>
            <a:off x="6503827" y="5110091"/>
            <a:ext cx="2237909" cy="605748"/>
            <a:chOff x="8970418" y="1233238"/>
            <a:chExt cx="2237909" cy="605748"/>
          </a:xfrm>
        </p:grpSpPr>
        <p:sp>
          <p:nvSpPr>
            <p:cNvPr id="31" name="文本框 30"/>
            <p:cNvSpPr txBox="1"/>
            <p:nvPr/>
          </p:nvSpPr>
          <p:spPr>
            <a:xfrm>
              <a:off x="8970418" y="1254211"/>
              <a:ext cx="2237909" cy="584775"/>
            </a:xfrm>
            <a:prstGeom prst="rect">
              <a:avLst/>
            </a:prstGeom>
            <a:noFill/>
          </p:spPr>
          <p:txBody>
            <a:bodyPr wrap="square" rtlCol="0">
              <a:spAutoFit/>
            </a:bodyPr>
            <a:lstStyle/>
            <a:p>
              <a:pPr algn="dist"/>
              <a:r>
                <a:rPr lang="en-US" altLang="zh-CN" sz="3200" dirty="0" err="1">
                  <a:solidFill>
                    <a:schemeClr val="bg1"/>
                  </a:solidFill>
                  <a:latin typeface="等线" panose="02010600030101010101" charset="-122"/>
                  <a:ea typeface="等线" panose="02010600030101010101" charset="-122"/>
                  <a:cs typeface="..黑体UI-韩语" pitchFamily="2" charset="-128"/>
                </a:rPr>
                <a:t>Morandi</a:t>
              </a:r>
              <a:endParaRPr lang="en-US" altLang="zh-CN" sz="3200" dirty="0" err="1">
                <a:solidFill>
                  <a:schemeClr val="bg1"/>
                </a:solidFill>
                <a:latin typeface="等线" panose="02010600030101010101" charset="-122"/>
                <a:ea typeface="等线" panose="02010600030101010101" charset="-122"/>
                <a:cs typeface="..黑体UI-韩语" pitchFamily="2" charset="-128"/>
              </a:endParaRPr>
            </a:p>
          </p:txBody>
        </p:sp>
        <p:sp>
          <p:nvSpPr>
            <p:cNvPr id="32" name="椭圆 31"/>
            <p:cNvSpPr/>
            <p:nvPr/>
          </p:nvSpPr>
          <p:spPr>
            <a:xfrm>
              <a:off x="10764574" y="1263879"/>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sp>
          <p:nvSpPr>
            <p:cNvPr id="33" name="椭圆 32"/>
            <p:cNvSpPr/>
            <p:nvPr/>
          </p:nvSpPr>
          <p:spPr>
            <a:xfrm>
              <a:off x="10139638" y="1233238"/>
              <a:ext cx="443753" cy="443753"/>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等线" panose="02010600030101010101" charset="-122"/>
                <a:ea typeface="等线" panose="02010600030101010101" charset="-122"/>
              </a:endParaRPr>
            </a:p>
          </p:txBody>
        </p:sp>
      </p:grpSp>
      <p:sp>
        <p:nvSpPr>
          <p:cNvPr id="34" name="文本框 33"/>
          <p:cNvSpPr txBox="1"/>
          <p:nvPr/>
        </p:nvSpPr>
        <p:spPr>
          <a:xfrm>
            <a:off x="9367644" y="5619675"/>
            <a:ext cx="1976165" cy="680507"/>
          </a:xfrm>
          <a:prstGeom prst="rect">
            <a:avLst/>
          </a:prstGeom>
          <a:noFill/>
          <a:ln w="9525">
            <a:noFill/>
          </a:ln>
        </p:spPr>
        <p:txBody>
          <a:bodyPr wrap="square">
            <a:spAutoFit/>
          </a:bodyPr>
          <a:lstStyle/>
          <a:p>
            <a:pPr indent="0" algn="r">
              <a:lnSpc>
                <a:spcPct val="200000"/>
              </a:lnSpc>
            </a:pPr>
            <a:r>
              <a:rPr lang="en-US" sz="1050" b="0" dirty="0">
                <a:solidFill>
                  <a:schemeClr val="bg1"/>
                </a:solidFill>
                <a:latin typeface="等线" panose="02010600030101010101" charset="-122"/>
                <a:ea typeface="等线" panose="02010600030101010101" charset="-122"/>
                <a:cs typeface="..黑体UI-韩语" pitchFamily="2" charset="-128"/>
              </a:rPr>
              <a:t>I WALKED THROUGH </a:t>
            </a:r>
            <a:r>
              <a:rPr lang="en-US" sz="1050" b="0">
                <a:solidFill>
                  <a:schemeClr val="bg1"/>
                </a:solidFill>
                <a:latin typeface="等线" panose="02010600030101010101" charset="-122"/>
                <a:ea typeface="等线" panose="02010600030101010101" charset="-122"/>
                <a:cs typeface="..黑体UI-韩语" pitchFamily="2" charset="-128"/>
              </a:rPr>
              <a:t>MANY MOUNTAINS</a:t>
            </a:r>
            <a:endParaRPr lang="zh-CN" altLang="en-US" dirty="0">
              <a:solidFill>
                <a:schemeClr val="bg1"/>
              </a:solidFill>
              <a:latin typeface="等线" panose="02010600030101010101" charset="-122"/>
              <a:ea typeface="等线" panose="02010600030101010101" charset="-122"/>
              <a:cs typeface="..黑体UI-韩语" pitchFamily="2" charset="-128"/>
            </a:endParaRPr>
          </a:p>
        </p:txBody>
      </p:sp>
      <p:sp>
        <p:nvSpPr>
          <p:cNvPr id="35" name="椭圆 34"/>
          <p:cNvSpPr/>
          <p:nvPr/>
        </p:nvSpPr>
        <p:spPr>
          <a:xfrm>
            <a:off x="1083025" y="1140711"/>
            <a:ext cx="1003314" cy="1003314"/>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椭圆 35"/>
          <p:cNvSpPr/>
          <p:nvPr/>
        </p:nvSpPr>
        <p:spPr>
          <a:xfrm>
            <a:off x="1024204" y="2927343"/>
            <a:ext cx="1003314" cy="1003314"/>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976394" y="4768112"/>
            <a:ext cx="1003314" cy="1003314"/>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9" name="组合 38"/>
          <p:cNvGrpSpPr/>
          <p:nvPr/>
        </p:nvGrpSpPr>
        <p:grpSpPr>
          <a:xfrm>
            <a:off x="9673137" y="2504117"/>
            <a:ext cx="2273935" cy="1281430"/>
            <a:chOff x="11445" y="554"/>
            <a:chExt cx="3581" cy="2018"/>
          </a:xfrm>
        </p:grpSpPr>
        <p:sp>
          <p:nvSpPr>
            <p:cNvPr id="40" name="文本框 39"/>
            <p:cNvSpPr txBox="1"/>
            <p:nvPr/>
          </p:nvSpPr>
          <p:spPr>
            <a:xfrm>
              <a:off x="11445" y="1202"/>
              <a:ext cx="3581" cy="1370"/>
            </a:xfrm>
            <a:prstGeom prst="rect">
              <a:avLst/>
            </a:prstGeom>
            <a:noFill/>
          </p:spPr>
          <p:txBody>
            <a:bodyPr wrap="square" rtlCol="0" anchor="t">
              <a:spAutoFit/>
            </a:bodyPr>
            <a:lstStyle/>
            <a:p>
              <a:pPr algn="ctr" fontAlgn="auto">
                <a:lnSpc>
                  <a:spcPct val="130000"/>
                </a:lnSpc>
              </a:pPr>
              <a:r>
                <a:rPr lang="zh-CN" altLang="en-US" sz="800">
                  <a:solidFill>
                    <a:schemeClr val="bg1"/>
                  </a:solidFill>
                  <a:latin typeface="等线" panose="02010600030101010101" charset="-122"/>
                  <a:ea typeface="等线" panose="02010600030101010101" charset="-122"/>
                  <a:cs typeface="..黑体UI-韩语" pitchFamily="2" charset="-128"/>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黑体UI-韩语" pitchFamily="2" charset="-128"/>
              </a:endParaRPr>
            </a:p>
          </p:txBody>
        </p:sp>
        <p:sp>
          <p:nvSpPr>
            <p:cNvPr id="41" name="文本框 40"/>
            <p:cNvSpPr txBox="1"/>
            <p:nvPr/>
          </p:nvSpPr>
          <p:spPr>
            <a:xfrm>
              <a:off x="11561" y="554"/>
              <a:ext cx="3348" cy="483"/>
            </a:xfrm>
            <a:prstGeom prst="rect">
              <a:avLst/>
            </a:prstGeom>
            <a:noFill/>
          </p:spPr>
          <p:txBody>
            <a:bodyPr wrap="square" rtlCol="0">
              <a:spAutoFit/>
            </a:bodyPr>
            <a:lstStyle/>
            <a:p>
              <a:pPr algn="ctr"/>
              <a:r>
                <a:rPr lang="zh-CN" altLang="en-US" sz="1400">
                  <a:solidFill>
                    <a:schemeClr val="bg1"/>
                  </a:solidFill>
                  <a:latin typeface="等线" panose="02010600030101010101" charset="-122"/>
                  <a:ea typeface="等线" panose="02010600030101010101" charset="-122"/>
                  <a:cs typeface="..黑体UI-韩语" pitchFamily="2" charset="-128"/>
                  <a:sym typeface="+mn-ea"/>
                </a:rPr>
                <a:t>添加此处原有标题</a:t>
              </a:r>
              <a:endParaRPr lang="zh-CN" altLang="en-US" sz="1400">
                <a:solidFill>
                  <a:schemeClr val="bg1"/>
                </a:solidFill>
                <a:latin typeface="等线" panose="02010600030101010101" charset="-122"/>
                <a:ea typeface="等线" panose="02010600030101010101" charset="-122"/>
                <a:cs typeface="..黑体UI-韩语" pitchFamily="2" charset="-128"/>
                <a:sym typeface="+mn-ea"/>
              </a:endParaRPr>
            </a:p>
          </p:txBody>
        </p:sp>
      </p:grpSp>
      <p:sp>
        <p:nvSpPr>
          <p:cNvPr id="42" name="Freeform 1120"/>
          <p:cNvSpPr>
            <a:spLocks noEditPoints="1"/>
          </p:cNvSpPr>
          <p:nvPr/>
        </p:nvSpPr>
        <p:spPr bwMode="auto">
          <a:xfrm>
            <a:off x="10628346" y="1849766"/>
            <a:ext cx="337800" cy="267402"/>
          </a:xfrm>
          <a:custGeom>
            <a:avLst/>
            <a:gdLst>
              <a:gd name="T0" fmla="*/ 2455 w 3573"/>
              <a:gd name="T1" fmla="*/ 579 h 2827"/>
              <a:gd name="T2" fmla="*/ 2600 w 3573"/>
              <a:gd name="T3" fmla="*/ 760 h 2827"/>
              <a:gd name="T4" fmla="*/ 2739 w 3573"/>
              <a:gd name="T5" fmla="*/ 1081 h 2827"/>
              <a:gd name="T6" fmla="*/ 2787 w 3573"/>
              <a:gd name="T7" fmla="*/ 1432 h 2827"/>
              <a:gd name="T8" fmla="*/ 2745 w 3573"/>
              <a:gd name="T9" fmla="*/ 1761 h 2827"/>
              <a:gd name="T10" fmla="*/ 2621 w 3573"/>
              <a:gd name="T11" fmla="*/ 2067 h 2827"/>
              <a:gd name="T12" fmla="*/ 2489 w 3573"/>
              <a:gd name="T13" fmla="*/ 2244 h 2827"/>
              <a:gd name="T14" fmla="*/ 2399 w 3573"/>
              <a:gd name="T15" fmla="*/ 2271 h 2827"/>
              <a:gd name="T16" fmla="*/ 2304 w 3573"/>
              <a:gd name="T17" fmla="*/ 2241 h 2827"/>
              <a:gd name="T18" fmla="*/ 2230 w 3573"/>
              <a:gd name="T19" fmla="*/ 2155 h 2827"/>
              <a:gd name="T20" fmla="*/ 2221 w 3573"/>
              <a:gd name="T21" fmla="*/ 2044 h 2827"/>
              <a:gd name="T22" fmla="*/ 2327 w 3573"/>
              <a:gd name="T23" fmla="*/ 1864 h 2827"/>
              <a:gd name="T24" fmla="*/ 2421 w 3573"/>
              <a:gd name="T25" fmla="*/ 1582 h 2827"/>
              <a:gd name="T26" fmla="*/ 2422 w 3573"/>
              <a:gd name="T27" fmla="*/ 1289 h 2827"/>
              <a:gd name="T28" fmla="*/ 2338 w 3573"/>
              <a:gd name="T29" fmla="*/ 1020 h 2827"/>
              <a:gd name="T30" fmla="*/ 2205 w 3573"/>
              <a:gd name="T31" fmla="*/ 815 h 2827"/>
              <a:gd name="T32" fmla="*/ 2191 w 3573"/>
              <a:gd name="T33" fmla="*/ 701 h 2827"/>
              <a:gd name="T34" fmla="*/ 2255 w 3573"/>
              <a:gd name="T35" fmla="*/ 602 h 2827"/>
              <a:gd name="T36" fmla="*/ 2350 w 3573"/>
              <a:gd name="T37" fmla="*/ 557 h 2827"/>
              <a:gd name="T38" fmla="*/ 1694 w 3573"/>
              <a:gd name="T39" fmla="*/ 195 h 2827"/>
              <a:gd name="T40" fmla="*/ 1776 w 3573"/>
              <a:gd name="T41" fmla="*/ 282 h 2827"/>
              <a:gd name="T42" fmla="*/ 1785 w 3573"/>
              <a:gd name="T43" fmla="*/ 2553 h 2827"/>
              <a:gd name="T44" fmla="*/ 1720 w 3573"/>
              <a:gd name="T45" fmla="*/ 2653 h 2827"/>
              <a:gd name="T46" fmla="*/ 1625 w 3573"/>
              <a:gd name="T47" fmla="*/ 2685 h 2827"/>
              <a:gd name="T48" fmla="*/ 1522 w 3573"/>
              <a:gd name="T49" fmla="*/ 2647 h 2827"/>
              <a:gd name="T50" fmla="*/ 99 w 3573"/>
              <a:gd name="T51" fmla="*/ 1903 h 2827"/>
              <a:gd name="T52" fmla="*/ 13 w 3573"/>
              <a:gd name="T53" fmla="*/ 1817 h 2827"/>
              <a:gd name="T54" fmla="*/ 3 w 3573"/>
              <a:gd name="T55" fmla="*/ 1078 h 2827"/>
              <a:gd name="T56" fmla="*/ 72 w 3573"/>
              <a:gd name="T57" fmla="*/ 976 h 2827"/>
              <a:gd name="T58" fmla="*/ 635 w 3573"/>
              <a:gd name="T59" fmla="*/ 949 h 2827"/>
              <a:gd name="T60" fmla="*/ 1605 w 3573"/>
              <a:gd name="T61" fmla="*/ 181 h 2827"/>
              <a:gd name="T62" fmla="*/ 2983 w 3573"/>
              <a:gd name="T63" fmla="*/ 11 h 2827"/>
              <a:gd name="T64" fmla="*/ 3118 w 3573"/>
              <a:gd name="T65" fmla="*/ 138 h 2827"/>
              <a:gd name="T66" fmla="*/ 3350 w 3573"/>
              <a:gd name="T67" fmla="*/ 499 h 2827"/>
              <a:gd name="T68" fmla="*/ 3503 w 3573"/>
              <a:gd name="T69" fmla="*/ 899 h 2827"/>
              <a:gd name="T70" fmla="*/ 3569 w 3573"/>
              <a:gd name="T71" fmla="*/ 1324 h 2827"/>
              <a:gd name="T72" fmla="*/ 3545 w 3573"/>
              <a:gd name="T73" fmla="*/ 1768 h 2827"/>
              <a:gd name="T74" fmla="*/ 3427 w 3573"/>
              <a:gd name="T75" fmla="*/ 2196 h 2827"/>
              <a:gd name="T76" fmla="*/ 3218 w 3573"/>
              <a:gd name="T77" fmla="*/ 2590 h 2827"/>
              <a:gd name="T78" fmla="*/ 3040 w 3573"/>
              <a:gd name="T79" fmla="*/ 2804 h 2827"/>
              <a:gd name="T80" fmla="*/ 2957 w 3573"/>
              <a:gd name="T81" fmla="*/ 2827 h 2827"/>
              <a:gd name="T82" fmla="*/ 2863 w 3573"/>
              <a:gd name="T83" fmla="*/ 2797 h 2827"/>
              <a:gd name="T84" fmla="*/ 2787 w 3573"/>
              <a:gd name="T85" fmla="*/ 2709 h 2827"/>
              <a:gd name="T86" fmla="*/ 2783 w 3573"/>
              <a:gd name="T87" fmla="*/ 2594 h 2827"/>
              <a:gd name="T88" fmla="*/ 2933 w 3573"/>
              <a:gd name="T89" fmla="*/ 2378 h 2827"/>
              <a:gd name="T90" fmla="*/ 3113 w 3573"/>
              <a:gd name="T91" fmla="*/ 2022 h 2827"/>
              <a:gd name="T92" fmla="*/ 3206 w 3573"/>
              <a:gd name="T93" fmla="*/ 1633 h 2827"/>
              <a:gd name="T94" fmla="*/ 3207 w 3573"/>
              <a:gd name="T95" fmla="*/ 1239 h 2827"/>
              <a:gd name="T96" fmla="*/ 3122 w 3573"/>
              <a:gd name="T97" fmla="*/ 866 h 2827"/>
              <a:gd name="T98" fmla="*/ 2957 w 3573"/>
              <a:gd name="T99" fmla="*/ 522 h 2827"/>
              <a:gd name="T100" fmla="*/ 2767 w 3573"/>
              <a:gd name="T101" fmla="*/ 269 h 2827"/>
              <a:gd name="T102" fmla="*/ 2744 w 3573"/>
              <a:gd name="T103" fmla="*/ 165 h 2827"/>
              <a:gd name="T104" fmla="*/ 2791 w 3573"/>
              <a:gd name="T105" fmla="*/ 70 h 2827"/>
              <a:gd name="T106" fmla="*/ 2878 w 3573"/>
              <a:gd name="T107" fmla="*/ 8 h 28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573" h="2827">
                <a:moveTo>
                  <a:pt x="2378" y="555"/>
                </a:moveTo>
                <a:lnTo>
                  <a:pt x="2404" y="559"/>
                </a:lnTo>
                <a:lnTo>
                  <a:pt x="2431" y="567"/>
                </a:lnTo>
                <a:lnTo>
                  <a:pt x="2455" y="579"/>
                </a:lnTo>
                <a:lnTo>
                  <a:pt x="2476" y="595"/>
                </a:lnTo>
                <a:lnTo>
                  <a:pt x="2495" y="614"/>
                </a:lnTo>
                <a:lnTo>
                  <a:pt x="2551" y="686"/>
                </a:lnTo>
                <a:lnTo>
                  <a:pt x="2600" y="760"/>
                </a:lnTo>
                <a:lnTo>
                  <a:pt x="2643" y="837"/>
                </a:lnTo>
                <a:lnTo>
                  <a:pt x="2680" y="916"/>
                </a:lnTo>
                <a:lnTo>
                  <a:pt x="2713" y="998"/>
                </a:lnTo>
                <a:lnTo>
                  <a:pt x="2739" y="1081"/>
                </a:lnTo>
                <a:lnTo>
                  <a:pt x="2761" y="1166"/>
                </a:lnTo>
                <a:lnTo>
                  <a:pt x="2775" y="1253"/>
                </a:lnTo>
                <a:lnTo>
                  <a:pt x="2784" y="1342"/>
                </a:lnTo>
                <a:lnTo>
                  <a:pt x="2787" y="1432"/>
                </a:lnTo>
                <a:lnTo>
                  <a:pt x="2785" y="1516"/>
                </a:lnTo>
                <a:lnTo>
                  <a:pt x="2776" y="1598"/>
                </a:lnTo>
                <a:lnTo>
                  <a:pt x="2763" y="1681"/>
                </a:lnTo>
                <a:lnTo>
                  <a:pt x="2745" y="1761"/>
                </a:lnTo>
                <a:lnTo>
                  <a:pt x="2722" y="1840"/>
                </a:lnTo>
                <a:lnTo>
                  <a:pt x="2693" y="1918"/>
                </a:lnTo>
                <a:lnTo>
                  <a:pt x="2660" y="1993"/>
                </a:lnTo>
                <a:lnTo>
                  <a:pt x="2621" y="2067"/>
                </a:lnTo>
                <a:lnTo>
                  <a:pt x="2578" y="2137"/>
                </a:lnTo>
                <a:lnTo>
                  <a:pt x="2529" y="2206"/>
                </a:lnTo>
                <a:lnTo>
                  <a:pt x="2510" y="2226"/>
                </a:lnTo>
                <a:lnTo>
                  <a:pt x="2489" y="2244"/>
                </a:lnTo>
                <a:lnTo>
                  <a:pt x="2464" y="2257"/>
                </a:lnTo>
                <a:lnTo>
                  <a:pt x="2438" y="2267"/>
                </a:lnTo>
                <a:lnTo>
                  <a:pt x="2411" y="2271"/>
                </a:lnTo>
                <a:lnTo>
                  <a:pt x="2399" y="2271"/>
                </a:lnTo>
                <a:lnTo>
                  <a:pt x="2374" y="2269"/>
                </a:lnTo>
                <a:lnTo>
                  <a:pt x="2349" y="2263"/>
                </a:lnTo>
                <a:lnTo>
                  <a:pt x="2326" y="2254"/>
                </a:lnTo>
                <a:lnTo>
                  <a:pt x="2304" y="2241"/>
                </a:lnTo>
                <a:lnTo>
                  <a:pt x="2284" y="2224"/>
                </a:lnTo>
                <a:lnTo>
                  <a:pt x="2263" y="2202"/>
                </a:lnTo>
                <a:lnTo>
                  <a:pt x="2244" y="2180"/>
                </a:lnTo>
                <a:lnTo>
                  <a:pt x="2230" y="2155"/>
                </a:lnTo>
                <a:lnTo>
                  <a:pt x="2220" y="2128"/>
                </a:lnTo>
                <a:lnTo>
                  <a:pt x="2216" y="2099"/>
                </a:lnTo>
                <a:lnTo>
                  <a:pt x="2216" y="2071"/>
                </a:lnTo>
                <a:lnTo>
                  <a:pt x="2221" y="2044"/>
                </a:lnTo>
                <a:lnTo>
                  <a:pt x="2232" y="2017"/>
                </a:lnTo>
                <a:lnTo>
                  <a:pt x="2247" y="1992"/>
                </a:lnTo>
                <a:lnTo>
                  <a:pt x="2290" y="1929"/>
                </a:lnTo>
                <a:lnTo>
                  <a:pt x="2327" y="1864"/>
                </a:lnTo>
                <a:lnTo>
                  <a:pt x="2360" y="1796"/>
                </a:lnTo>
                <a:lnTo>
                  <a:pt x="2386" y="1727"/>
                </a:lnTo>
                <a:lnTo>
                  <a:pt x="2407" y="1655"/>
                </a:lnTo>
                <a:lnTo>
                  <a:pt x="2421" y="1582"/>
                </a:lnTo>
                <a:lnTo>
                  <a:pt x="2429" y="1507"/>
                </a:lnTo>
                <a:lnTo>
                  <a:pt x="2433" y="1432"/>
                </a:lnTo>
                <a:lnTo>
                  <a:pt x="2431" y="1359"/>
                </a:lnTo>
                <a:lnTo>
                  <a:pt x="2422" y="1289"/>
                </a:lnTo>
                <a:lnTo>
                  <a:pt x="2409" y="1219"/>
                </a:lnTo>
                <a:lnTo>
                  <a:pt x="2390" y="1151"/>
                </a:lnTo>
                <a:lnTo>
                  <a:pt x="2366" y="1085"/>
                </a:lnTo>
                <a:lnTo>
                  <a:pt x="2338" y="1020"/>
                </a:lnTo>
                <a:lnTo>
                  <a:pt x="2304" y="957"/>
                </a:lnTo>
                <a:lnTo>
                  <a:pt x="2266" y="898"/>
                </a:lnTo>
                <a:lnTo>
                  <a:pt x="2222" y="840"/>
                </a:lnTo>
                <a:lnTo>
                  <a:pt x="2205" y="815"/>
                </a:lnTo>
                <a:lnTo>
                  <a:pt x="2194" y="788"/>
                </a:lnTo>
                <a:lnTo>
                  <a:pt x="2187" y="759"/>
                </a:lnTo>
                <a:lnTo>
                  <a:pt x="2186" y="730"/>
                </a:lnTo>
                <a:lnTo>
                  <a:pt x="2191" y="701"/>
                </a:lnTo>
                <a:lnTo>
                  <a:pt x="2199" y="674"/>
                </a:lnTo>
                <a:lnTo>
                  <a:pt x="2213" y="648"/>
                </a:lnTo>
                <a:lnTo>
                  <a:pt x="2233" y="624"/>
                </a:lnTo>
                <a:lnTo>
                  <a:pt x="2255" y="602"/>
                </a:lnTo>
                <a:lnTo>
                  <a:pt x="2276" y="585"/>
                </a:lnTo>
                <a:lnTo>
                  <a:pt x="2299" y="571"/>
                </a:lnTo>
                <a:lnTo>
                  <a:pt x="2324" y="562"/>
                </a:lnTo>
                <a:lnTo>
                  <a:pt x="2350" y="557"/>
                </a:lnTo>
                <a:lnTo>
                  <a:pt x="2378" y="555"/>
                </a:lnTo>
                <a:close/>
                <a:moveTo>
                  <a:pt x="1635" y="180"/>
                </a:moveTo>
                <a:lnTo>
                  <a:pt x="1665" y="184"/>
                </a:lnTo>
                <a:lnTo>
                  <a:pt x="1694" y="195"/>
                </a:lnTo>
                <a:lnTo>
                  <a:pt x="1720" y="210"/>
                </a:lnTo>
                <a:lnTo>
                  <a:pt x="1743" y="231"/>
                </a:lnTo>
                <a:lnTo>
                  <a:pt x="1762" y="255"/>
                </a:lnTo>
                <a:lnTo>
                  <a:pt x="1776" y="282"/>
                </a:lnTo>
                <a:lnTo>
                  <a:pt x="1785" y="310"/>
                </a:lnTo>
                <a:lnTo>
                  <a:pt x="1787" y="341"/>
                </a:lnTo>
                <a:lnTo>
                  <a:pt x="1787" y="2523"/>
                </a:lnTo>
                <a:lnTo>
                  <a:pt x="1785" y="2553"/>
                </a:lnTo>
                <a:lnTo>
                  <a:pt x="1776" y="2583"/>
                </a:lnTo>
                <a:lnTo>
                  <a:pt x="1762" y="2610"/>
                </a:lnTo>
                <a:lnTo>
                  <a:pt x="1743" y="2634"/>
                </a:lnTo>
                <a:lnTo>
                  <a:pt x="1720" y="2653"/>
                </a:lnTo>
                <a:lnTo>
                  <a:pt x="1694" y="2670"/>
                </a:lnTo>
                <a:lnTo>
                  <a:pt x="1671" y="2678"/>
                </a:lnTo>
                <a:lnTo>
                  <a:pt x="1648" y="2683"/>
                </a:lnTo>
                <a:lnTo>
                  <a:pt x="1625" y="2685"/>
                </a:lnTo>
                <a:lnTo>
                  <a:pt x="1597" y="2683"/>
                </a:lnTo>
                <a:lnTo>
                  <a:pt x="1571" y="2675"/>
                </a:lnTo>
                <a:lnTo>
                  <a:pt x="1545" y="2663"/>
                </a:lnTo>
                <a:lnTo>
                  <a:pt x="1522" y="2647"/>
                </a:lnTo>
                <a:lnTo>
                  <a:pt x="635" y="1916"/>
                </a:lnTo>
                <a:lnTo>
                  <a:pt x="163" y="1916"/>
                </a:lnTo>
                <a:lnTo>
                  <a:pt x="130" y="1912"/>
                </a:lnTo>
                <a:lnTo>
                  <a:pt x="99" y="1903"/>
                </a:lnTo>
                <a:lnTo>
                  <a:pt x="72" y="1887"/>
                </a:lnTo>
                <a:lnTo>
                  <a:pt x="48" y="1868"/>
                </a:lnTo>
                <a:lnTo>
                  <a:pt x="27" y="1844"/>
                </a:lnTo>
                <a:lnTo>
                  <a:pt x="13" y="1817"/>
                </a:lnTo>
                <a:lnTo>
                  <a:pt x="3" y="1786"/>
                </a:lnTo>
                <a:lnTo>
                  <a:pt x="0" y="1754"/>
                </a:lnTo>
                <a:lnTo>
                  <a:pt x="0" y="1111"/>
                </a:lnTo>
                <a:lnTo>
                  <a:pt x="3" y="1078"/>
                </a:lnTo>
                <a:lnTo>
                  <a:pt x="13" y="1048"/>
                </a:lnTo>
                <a:lnTo>
                  <a:pt x="27" y="1019"/>
                </a:lnTo>
                <a:lnTo>
                  <a:pt x="48" y="995"/>
                </a:lnTo>
                <a:lnTo>
                  <a:pt x="72" y="976"/>
                </a:lnTo>
                <a:lnTo>
                  <a:pt x="99" y="961"/>
                </a:lnTo>
                <a:lnTo>
                  <a:pt x="130" y="952"/>
                </a:lnTo>
                <a:lnTo>
                  <a:pt x="163" y="949"/>
                </a:lnTo>
                <a:lnTo>
                  <a:pt x="635" y="949"/>
                </a:lnTo>
                <a:lnTo>
                  <a:pt x="1522" y="216"/>
                </a:lnTo>
                <a:lnTo>
                  <a:pt x="1547" y="199"/>
                </a:lnTo>
                <a:lnTo>
                  <a:pt x="1575" y="187"/>
                </a:lnTo>
                <a:lnTo>
                  <a:pt x="1605" y="181"/>
                </a:lnTo>
                <a:lnTo>
                  <a:pt x="1635" y="180"/>
                </a:lnTo>
                <a:close/>
                <a:moveTo>
                  <a:pt x="2931" y="0"/>
                </a:moveTo>
                <a:lnTo>
                  <a:pt x="2957" y="4"/>
                </a:lnTo>
                <a:lnTo>
                  <a:pt x="2983" y="11"/>
                </a:lnTo>
                <a:lnTo>
                  <a:pt x="3007" y="22"/>
                </a:lnTo>
                <a:lnTo>
                  <a:pt x="3028" y="37"/>
                </a:lnTo>
                <a:lnTo>
                  <a:pt x="3048" y="55"/>
                </a:lnTo>
                <a:lnTo>
                  <a:pt x="3118" y="138"/>
                </a:lnTo>
                <a:lnTo>
                  <a:pt x="3183" y="224"/>
                </a:lnTo>
                <a:lnTo>
                  <a:pt x="3244" y="313"/>
                </a:lnTo>
                <a:lnTo>
                  <a:pt x="3300" y="406"/>
                </a:lnTo>
                <a:lnTo>
                  <a:pt x="3350" y="499"/>
                </a:lnTo>
                <a:lnTo>
                  <a:pt x="3396" y="597"/>
                </a:lnTo>
                <a:lnTo>
                  <a:pt x="3437" y="696"/>
                </a:lnTo>
                <a:lnTo>
                  <a:pt x="3472" y="797"/>
                </a:lnTo>
                <a:lnTo>
                  <a:pt x="3503" y="899"/>
                </a:lnTo>
                <a:lnTo>
                  <a:pt x="3528" y="1003"/>
                </a:lnTo>
                <a:lnTo>
                  <a:pt x="3548" y="1108"/>
                </a:lnTo>
                <a:lnTo>
                  <a:pt x="3562" y="1216"/>
                </a:lnTo>
                <a:lnTo>
                  <a:pt x="3569" y="1324"/>
                </a:lnTo>
                <a:lnTo>
                  <a:pt x="3573" y="1432"/>
                </a:lnTo>
                <a:lnTo>
                  <a:pt x="3569" y="1545"/>
                </a:lnTo>
                <a:lnTo>
                  <a:pt x="3561" y="1656"/>
                </a:lnTo>
                <a:lnTo>
                  <a:pt x="3545" y="1768"/>
                </a:lnTo>
                <a:lnTo>
                  <a:pt x="3524" y="1877"/>
                </a:lnTo>
                <a:lnTo>
                  <a:pt x="3497" y="1985"/>
                </a:lnTo>
                <a:lnTo>
                  <a:pt x="3465" y="2092"/>
                </a:lnTo>
                <a:lnTo>
                  <a:pt x="3427" y="2196"/>
                </a:lnTo>
                <a:lnTo>
                  <a:pt x="3382" y="2299"/>
                </a:lnTo>
                <a:lnTo>
                  <a:pt x="3333" y="2399"/>
                </a:lnTo>
                <a:lnTo>
                  <a:pt x="3278" y="2496"/>
                </a:lnTo>
                <a:lnTo>
                  <a:pt x="3218" y="2590"/>
                </a:lnTo>
                <a:lnTo>
                  <a:pt x="3153" y="2682"/>
                </a:lnTo>
                <a:lnTo>
                  <a:pt x="3082" y="2770"/>
                </a:lnTo>
                <a:lnTo>
                  <a:pt x="3062" y="2789"/>
                </a:lnTo>
                <a:lnTo>
                  <a:pt x="3040" y="2804"/>
                </a:lnTo>
                <a:lnTo>
                  <a:pt x="3017" y="2816"/>
                </a:lnTo>
                <a:lnTo>
                  <a:pt x="2991" y="2824"/>
                </a:lnTo>
                <a:lnTo>
                  <a:pt x="2965" y="2827"/>
                </a:lnTo>
                <a:lnTo>
                  <a:pt x="2957" y="2827"/>
                </a:lnTo>
                <a:lnTo>
                  <a:pt x="2932" y="2825"/>
                </a:lnTo>
                <a:lnTo>
                  <a:pt x="2907" y="2820"/>
                </a:lnTo>
                <a:lnTo>
                  <a:pt x="2884" y="2810"/>
                </a:lnTo>
                <a:lnTo>
                  <a:pt x="2863" y="2797"/>
                </a:lnTo>
                <a:lnTo>
                  <a:pt x="2843" y="2780"/>
                </a:lnTo>
                <a:lnTo>
                  <a:pt x="2822" y="2759"/>
                </a:lnTo>
                <a:lnTo>
                  <a:pt x="2801" y="2735"/>
                </a:lnTo>
                <a:lnTo>
                  <a:pt x="2787" y="2709"/>
                </a:lnTo>
                <a:lnTo>
                  <a:pt x="2779" y="2681"/>
                </a:lnTo>
                <a:lnTo>
                  <a:pt x="2774" y="2651"/>
                </a:lnTo>
                <a:lnTo>
                  <a:pt x="2775" y="2622"/>
                </a:lnTo>
                <a:lnTo>
                  <a:pt x="2783" y="2594"/>
                </a:lnTo>
                <a:lnTo>
                  <a:pt x="2795" y="2565"/>
                </a:lnTo>
                <a:lnTo>
                  <a:pt x="2812" y="2540"/>
                </a:lnTo>
                <a:lnTo>
                  <a:pt x="2876" y="2461"/>
                </a:lnTo>
                <a:lnTo>
                  <a:pt x="2933" y="2378"/>
                </a:lnTo>
                <a:lnTo>
                  <a:pt x="2986" y="2294"/>
                </a:lnTo>
                <a:lnTo>
                  <a:pt x="3034" y="2206"/>
                </a:lnTo>
                <a:lnTo>
                  <a:pt x="3076" y="2114"/>
                </a:lnTo>
                <a:lnTo>
                  <a:pt x="3113" y="2022"/>
                </a:lnTo>
                <a:lnTo>
                  <a:pt x="3145" y="1927"/>
                </a:lnTo>
                <a:lnTo>
                  <a:pt x="3171" y="1831"/>
                </a:lnTo>
                <a:lnTo>
                  <a:pt x="3191" y="1732"/>
                </a:lnTo>
                <a:lnTo>
                  <a:pt x="3206" y="1633"/>
                </a:lnTo>
                <a:lnTo>
                  <a:pt x="3215" y="1533"/>
                </a:lnTo>
                <a:lnTo>
                  <a:pt x="3218" y="1432"/>
                </a:lnTo>
                <a:lnTo>
                  <a:pt x="3215" y="1336"/>
                </a:lnTo>
                <a:lnTo>
                  <a:pt x="3207" y="1239"/>
                </a:lnTo>
                <a:lnTo>
                  <a:pt x="3194" y="1144"/>
                </a:lnTo>
                <a:lnTo>
                  <a:pt x="3175" y="1050"/>
                </a:lnTo>
                <a:lnTo>
                  <a:pt x="3152" y="957"/>
                </a:lnTo>
                <a:lnTo>
                  <a:pt x="3122" y="866"/>
                </a:lnTo>
                <a:lnTo>
                  <a:pt x="3088" y="777"/>
                </a:lnTo>
                <a:lnTo>
                  <a:pt x="3049" y="690"/>
                </a:lnTo>
                <a:lnTo>
                  <a:pt x="3005" y="604"/>
                </a:lnTo>
                <a:lnTo>
                  <a:pt x="2957" y="522"/>
                </a:lnTo>
                <a:lnTo>
                  <a:pt x="2904" y="442"/>
                </a:lnTo>
                <a:lnTo>
                  <a:pt x="2846" y="365"/>
                </a:lnTo>
                <a:lnTo>
                  <a:pt x="2784" y="290"/>
                </a:lnTo>
                <a:lnTo>
                  <a:pt x="2767" y="269"/>
                </a:lnTo>
                <a:lnTo>
                  <a:pt x="2755" y="244"/>
                </a:lnTo>
                <a:lnTo>
                  <a:pt x="2747" y="219"/>
                </a:lnTo>
                <a:lnTo>
                  <a:pt x="2743" y="191"/>
                </a:lnTo>
                <a:lnTo>
                  <a:pt x="2744" y="165"/>
                </a:lnTo>
                <a:lnTo>
                  <a:pt x="2749" y="139"/>
                </a:lnTo>
                <a:lnTo>
                  <a:pt x="2758" y="114"/>
                </a:lnTo>
                <a:lnTo>
                  <a:pt x="2772" y="90"/>
                </a:lnTo>
                <a:lnTo>
                  <a:pt x="2791" y="70"/>
                </a:lnTo>
                <a:lnTo>
                  <a:pt x="2811" y="48"/>
                </a:lnTo>
                <a:lnTo>
                  <a:pt x="2831" y="31"/>
                </a:lnTo>
                <a:lnTo>
                  <a:pt x="2854" y="18"/>
                </a:lnTo>
                <a:lnTo>
                  <a:pt x="2878" y="8"/>
                </a:lnTo>
                <a:lnTo>
                  <a:pt x="2904" y="2"/>
                </a:lnTo>
                <a:lnTo>
                  <a:pt x="2931"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A4348"/>
        </a:solidFill>
        <a:effectLst/>
      </p:bgPr>
    </p:bg>
    <p:spTree>
      <p:nvGrpSpPr>
        <p:cNvPr id="1" name=""/>
        <p:cNvGrpSpPr/>
        <p:nvPr/>
      </p:nvGrpSpPr>
      <p:grpSpPr>
        <a:xfrm>
          <a:off x="0" y="0"/>
          <a:ext cx="0" cy="0"/>
          <a:chOff x="0" y="0"/>
          <a:chExt cx="0" cy="0"/>
        </a:xfrm>
      </p:grpSpPr>
      <p:sp>
        <p:nvSpPr>
          <p:cNvPr id="2" name="矩形 1"/>
          <p:cNvSpPr/>
          <p:nvPr/>
        </p:nvSpPr>
        <p:spPr>
          <a:xfrm>
            <a:off x="933450" y="1022350"/>
            <a:ext cx="4456430" cy="4813300"/>
          </a:xfrm>
          <a:prstGeom prst="rect">
            <a:avLst/>
          </a:prstGeom>
          <a:blipFill rotWithShape="1">
            <a:blip r:embed="rId1"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4164965" y="3174365"/>
            <a:ext cx="5579110" cy="2380615"/>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4" name="组合 53"/>
          <p:cNvGrpSpPr/>
          <p:nvPr/>
        </p:nvGrpSpPr>
        <p:grpSpPr>
          <a:xfrm>
            <a:off x="5713730" y="1235075"/>
            <a:ext cx="5358765" cy="1079500"/>
            <a:chOff x="5380" y="892"/>
            <a:chExt cx="8439" cy="1700"/>
          </a:xfrm>
        </p:grpSpPr>
        <p:sp>
          <p:nvSpPr>
            <p:cNvPr id="182" name="Google Shape;182;p34"/>
            <p:cNvSpPr txBox="1"/>
            <p:nvPr/>
          </p:nvSpPr>
          <p:spPr>
            <a:xfrm>
              <a:off x="5380" y="1437"/>
              <a:ext cx="8439" cy="812"/>
            </a:xfrm>
            <a:prstGeom prst="rect">
              <a:avLst/>
            </a:prstGeom>
            <a:noFill/>
            <a:ln>
              <a:noFill/>
            </a:ln>
          </p:spPr>
          <p:txBody>
            <a:bodyPr spcFirstLastPara="1" wrap="square" lIns="91433" tIns="45700" rIns="91433" bIns="45700" anchor="t" anchorCtr="0">
              <a:noAutofit/>
            </a:bodyPr>
            <a:lstStyle/>
            <a:p>
              <a:pPr marL="0" marR="0" lvl="0" indent="0" algn="l" rtl="0">
                <a:lnSpc>
                  <a:spcPct val="110000"/>
                </a:lnSpc>
                <a:spcBef>
                  <a:spcPts val="0"/>
                </a:spcBef>
                <a:spcAft>
                  <a:spcPts val="0"/>
                </a:spcAft>
                <a:buNone/>
              </a:pPr>
              <a:r>
                <a:rPr lang="zh-CN" altLang="en-US" sz="3060" b="1">
                  <a:solidFill>
                    <a:schemeClr val="bg1"/>
                  </a:solidFill>
                  <a:latin typeface="等线" panose="02010600030101010101" charset="-122"/>
                  <a:ea typeface="等线" panose="02010600030101010101" charset="-122"/>
                  <a:sym typeface="+mn-ea"/>
                </a:rPr>
                <a:t>添加此处原有标题</a:t>
              </a:r>
              <a:endParaRPr lang="zh-CN" altLang="en-US" sz="3060" b="1">
                <a:solidFill>
                  <a:schemeClr val="bg1"/>
                </a:solidFill>
                <a:latin typeface="等线" panose="02010600030101010101" charset="-122"/>
                <a:ea typeface="等线" panose="02010600030101010101" charset="-122"/>
                <a:cs typeface="+mj-lt"/>
                <a:sym typeface="+mn-ea"/>
              </a:endParaRPr>
            </a:p>
          </p:txBody>
        </p:sp>
        <p:sp>
          <p:nvSpPr>
            <p:cNvPr id="183" name="Google Shape;183;p34"/>
            <p:cNvSpPr txBox="1"/>
            <p:nvPr/>
          </p:nvSpPr>
          <p:spPr>
            <a:xfrm>
              <a:off x="5416" y="892"/>
              <a:ext cx="6548" cy="460"/>
            </a:xfrm>
            <a:prstGeom prst="rect">
              <a:avLst/>
            </a:prstGeom>
            <a:noFill/>
            <a:ln>
              <a:noFill/>
            </a:ln>
          </p:spPr>
          <p:txBody>
            <a:bodyPr spcFirstLastPara="1" wrap="square" lIns="91433" tIns="45700" rIns="91433" bIns="45700" anchor="t" anchorCtr="0">
              <a:noAutofit/>
            </a:bodyPr>
            <a:lstStyle/>
            <a:p>
              <a:pPr marL="0" marR="0" lvl="0" indent="0" algn="l" rtl="0">
                <a:spcBef>
                  <a:spcPts val="0"/>
                </a:spcBef>
                <a:spcAft>
                  <a:spcPts val="0"/>
                </a:spcAft>
                <a:buNone/>
              </a:pPr>
              <a:r>
                <a:rPr lang="en-US" altLang="en-GB" sz="1335" b="1">
                  <a:solidFill>
                    <a:schemeClr val="bg1"/>
                  </a:solidFill>
                  <a:latin typeface="等线" panose="02010600030101010101" charset="-122"/>
                  <a:ea typeface="等线" panose="02010600030101010101" charset="-122"/>
                  <a:cs typeface="+mj-lt"/>
                  <a:sym typeface="Montserrat" panose="00000500000000000000"/>
                </a:rPr>
                <a:t>TEXT HERE</a:t>
              </a:r>
              <a:endParaRPr lang="en-US" altLang="en-GB" sz="1335" b="1">
                <a:solidFill>
                  <a:schemeClr val="bg1"/>
                </a:solidFill>
                <a:latin typeface="等线" panose="02010600030101010101" charset="-122"/>
                <a:ea typeface="等线" panose="02010600030101010101" charset="-122"/>
                <a:cs typeface="+mj-lt"/>
                <a:sym typeface="Montserrat" panose="00000500000000000000"/>
              </a:endParaRPr>
            </a:p>
          </p:txBody>
        </p:sp>
        <p:sp>
          <p:nvSpPr>
            <p:cNvPr id="185" name="Google Shape;185;p34"/>
            <p:cNvSpPr/>
            <p:nvPr/>
          </p:nvSpPr>
          <p:spPr>
            <a:xfrm>
              <a:off x="5646" y="2487"/>
              <a:ext cx="1200" cy="105"/>
            </a:xfrm>
            <a:prstGeom prst="rect">
              <a:avLst/>
            </a:prstGeom>
            <a:solidFill>
              <a:schemeClr val="bg1"/>
            </a:solidFill>
            <a:ln>
              <a:noFill/>
            </a:ln>
          </p:spPr>
          <p:txBody>
            <a:bodyPr spcFirstLastPara="1" wrap="square" lIns="91433" tIns="45700" rIns="91433" bIns="45700" anchor="ctr" anchorCtr="0">
              <a:noAutofit/>
            </a:bodyPr>
            <a:lstStyle/>
            <a:p>
              <a:pPr marL="0" marR="0" lvl="0" indent="0" algn="l" rtl="0">
                <a:spcBef>
                  <a:spcPts val="0"/>
                </a:spcBef>
                <a:spcAft>
                  <a:spcPts val="0"/>
                </a:spcAft>
                <a:buNone/>
              </a:pPr>
              <a:endParaRPr sz="1865">
                <a:solidFill>
                  <a:schemeClr val="bg1"/>
                </a:solidFill>
                <a:latin typeface="等线" panose="02010600030101010101" charset="-122"/>
                <a:ea typeface="等线" panose="02010600030101010101" charset="-122"/>
                <a:cs typeface="+mj-lt"/>
                <a:sym typeface="Montserrat" panose="00000500000000000000"/>
              </a:endParaRPr>
            </a:p>
          </p:txBody>
        </p:sp>
      </p:grpSp>
      <p:grpSp>
        <p:nvGrpSpPr>
          <p:cNvPr id="5" name="组合 4"/>
          <p:cNvGrpSpPr/>
          <p:nvPr/>
        </p:nvGrpSpPr>
        <p:grpSpPr>
          <a:xfrm>
            <a:off x="4812030" y="3775710"/>
            <a:ext cx="3810000" cy="1177925"/>
            <a:chOff x="10262" y="5032"/>
            <a:chExt cx="6000" cy="1855"/>
          </a:xfrm>
        </p:grpSpPr>
        <p:sp>
          <p:nvSpPr>
            <p:cNvPr id="264" name="Google Shape;264;p41"/>
            <p:cNvSpPr txBox="1"/>
            <p:nvPr/>
          </p:nvSpPr>
          <p:spPr>
            <a:xfrm>
              <a:off x="11283" y="5032"/>
              <a:ext cx="3186" cy="900"/>
            </a:xfrm>
            <a:prstGeom prst="rect">
              <a:avLst/>
            </a:prstGeom>
            <a:noFill/>
            <a:ln>
              <a:noFill/>
            </a:ln>
          </p:spPr>
          <p:txBody>
            <a:bodyPr spcFirstLastPara="1" wrap="square" lIns="91433" tIns="45700" rIns="91433" bIns="45700" anchor="t" anchorCtr="0">
              <a:noAutofit/>
            </a:bodyPr>
            <a:lstStyle/>
            <a:p>
              <a:pPr marL="0" marR="0" lvl="0" indent="0" algn="l" rtl="0" fontAlgn="auto">
                <a:lnSpc>
                  <a:spcPct val="100000"/>
                </a:lnSpc>
                <a:spcBef>
                  <a:spcPts val="0"/>
                </a:spcBef>
                <a:spcAft>
                  <a:spcPts val="0"/>
                </a:spcAft>
                <a:buNone/>
              </a:pPr>
              <a:r>
                <a:rPr lang="zh-CN" altLang="en-US" b="1">
                  <a:solidFill>
                    <a:schemeClr val="bg1"/>
                  </a:solidFill>
                  <a:latin typeface="等线" panose="02010600030101010101" charset="-122"/>
                  <a:ea typeface="等线" panose="02010600030101010101" charset="-122"/>
                  <a:cs typeface="+mj-lt"/>
                  <a:sym typeface="Montserrat" panose="00000500000000000000"/>
                </a:rPr>
                <a:t>单机</a:t>
              </a:r>
              <a:endParaRPr lang="zh-CN" altLang="en-US" b="1">
                <a:solidFill>
                  <a:schemeClr val="bg1"/>
                </a:solidFill>
                <a:latin typeface="等线" panose="02010600030101010101" charset="-122"/>
                <a:ea typeface="等线" panose="02010600030101010101" charset="-122"/>
                <a:cs typeface="+mj-lt"/>
                <a:sym typeface="Montserrat" panose="00000500000000000000"/>
              </a:endParaRPr>
            </a:p>
            <a:p>
              <a:pPr marL="0" marR="0" lvl="0" indent="0" algn="l" rtl="0" fontAlgn="auto">
                <a:lnSpc>
                  <a:spcPct val="100000"/>
                </a:lnSpc>
                <a:spcBef>
                  <a:spcPts val="0"/>
                </a:spcBef>
                <a:spcAft>
                  <a:spcPts val="0"/>
                </a:spcAft>
                <a:buNone/>
              </a:pPr>
              <a:r>
                <a:rPr lang="zh-CN" altLang="en-US" b="1">
                  <a:solidFill>
                    <a:schemeClr val="bg1"/>
                  </a:solidFill>
                  <a:latin typeface="等线" panose="02010600030101010101" charset="-122"/>
                  <a:ea typeface="等线" panose="02010600030101010101" charset="-122"/>
                  <a:cs typeface="+mj-lt"/>
                  <a:sym typeface="Montserrat" panose="00000500000000000000"/>
                </a:rPr>
                <a:t>此处输入标题</a:t>
              </a:r>
              <a:endParaRPr lang="zh-CN" altLang="en-US" b="1">
                <a:solidFill>
                  <a:schemeClr val="bg1"/>
                </a:solidFill>
                <a:latin typeface="等线" panose="02010600030101010101" charset="-122"/>
                <a:ea typeface="等线" panose="02010600030101010101" charset="-122"/>
                <a:cs typeface="+mj-lt"/>
                <a:sym typeface="Montserrat" panose="00000500000000000000"/>
              </a:endParaRPr>
            </a:p>
          </p:txBody>
        </p:sp>
        <p:grpSp>
          <p:nvGrpSpPr>
            <p:cNvPr id="269" name="Google Shape;269;p41"/>
            <p:cNvGrpSpPr/>
            <p:nvPr/>
          </p:nvGrpSpPr>
          <p:grpSpPr>
            <a:xfrm>
              <a:off x="10262" y="5032"/>
              <a:ext cx="6000" cy="1855"/>
              <a:chOff x="6896099" y="3529621"/>
              <a:chExt cx="3810001" cy="1178241"/>
            </a:xfrm>
          </p:grpSpPr>
          <p:grpSp>
            <p:nvGrpSpPr>
              <p:cNvPr id="271" name="Google Shape;271;p41"/>
              <p:cNvGrpSpPr/>
              <p:nvPr/>
            </p:nvGrpSpPr>
            <p:grpSpPr>
              <a:xfrm>
                <a:off x="7008102" y="3529621"/>
                <a:ext cx="490845" cy="490842"/>
                <a:chOff x="7027152" y="3529621"/>
                <a:chExt cx="490845" cy="490842"/>
              </a:xfrm>
            </p:grpSpPr>
            <p:sp>
              <p:nvSpPr>
                <p:cNvPr id="272" name="Google Shape;272;p41"/>
                <p:cNvSpPr/>
                <p:nvPr/>
              </p:nvSpPr>
              <p:spPr>
                <a:xfrm>
                  <a:off x="7027153" y="3529621"/>
                  <a:ext cx="490844" cy="490842"/>
                </a:xfrm>
                <a:prstGeom prst="ellipse">
                  <a:avLst/>
                </a:prstGeom>
                <a:noFill/>
                <a:ln w="19050" cap="flat" cmpd="sng">
                  <a:solidFill>
                    <a:schemeClr val="bg1"/>
                  </a:solidFill>
                  <a:prstDash val="solid"/>
                  <a:miter lim="800000"/>
                  <a:headEnd type="none" w="sm" len="sm"/>
                  <a:tailEnd type="none" w="sm" len="sm"/>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5">
                    <a:ln>
                      <a:solidFill>
                        <a:schemeClr val="tx1">
                          <a:lumMod val="95000"/>
                          <a:lumOff val="5000"/>
                        </a:schemeClr>
                      </a:solidFill>
                    </a:ln>
                    <a:solidFill>
                      <a:schemeClr val="bg1"/>
                    </a:solidFill>
                    <a:latin typeface="等线" panose="02010600030101010101" charset="-122"/>
                    <a:ea typeface="等线" panose="02010600030101010101" charset="-122"/>
                    <a:cs typeface="+mj-lt"/>
                    <a:sym typeface="Montserrat" panose="00000500000000000000"/>
                  </a:endParaRPr>
                </a:p>
              </p:txBody>
            </p:sp>
            <p:sp>
              <p:nvSpPr>
                <p:cNvPr id="273" name="Google Shape;273;p41"/>
                <p:cNvSpPr txBox="1"/>
                <p:nvPr/>
              </p:nvSpPr>
              <p:spPr>
                <a:xfrm>
                  <a:off x="7027152" y="3574986"/>
                  <a:ext cx="440044" cy="400110"/>
                </a:xfrm>
                <a:prstGeom prst="rect">
                  <a:avLst/>
                </a:prstGeom>
                <a:noFill/>
                <a:ln>
                  <a:noFill/>
                </a:ln>
              </p:spPr>
              <p:txBody>
                <a:bodyPr spcFirstLastPara="1" wrap="square" lIns="91433" tIns="45700" rIns="91433" bIns="45700" anchor="t" anchorCtr="0">
                  <a:noAutofit/>
                </a:bodyPr>
                <a:lstStyle/>
                <a:p>
                  <a:pPr marL="0" marR="0" lvl="0" indent="0" algn="ctr" rtl="0">
                    <a:spcBef>
                      <a:spcPts val="0"/>
                    </a:spcBef>
                    <a:spcAft>
                      <a:spcPts val="0"/>
                    </a:spcAft>
                    <a:buNone/>
                  </a:pPr>
                  <a:r>
                    <a:rPr lang="en-GB" sz="2000" b="1">
                      <a:solidFill>
                        <a:schemeClr val="bg1"/>
                      </a:solidFill>
                      <a:latin typeface="等线" panose="02010600030101010101" charset="-122"/>
                      <a:ea typeface="等线" panose="02010600030101010101" charset="-122"/>
                      <a:cs typeface="+mj-lt"/>
                      <a:sym typeface="Montserrat Light"/>
                    </a:rPr>
                    <a:t>1</a:t>
                  </a:r>
                  <a:endParaRPr lang="en-GB" sz="2000" b="1">
                    <a:solidFill>
                      <a:schemeClr val="bg1"/>
                    </a:solidFill>
                    <a:latin typeface="等线" panose="02010600030101010101" charset="-122"/>
                    <a:ea typeface="等线" panose="02010600030101010101" charset="-122"/>
                    <a:cs typeface="+mj-lt"/>
                    <a:sym typeface="Montserrat Light"/>
                  </a:endParaRPr>
                </a:p>
              </p:txBody>
            </p:sp>
          </p:grpSp>
          <p:sp>
            <p:nvSpPr>
              <p:cNvPr id="274" name="Google Shape;274;p41"/>
              <p:cNvSpPr txBox="1"/>
              <p:nvPr/>
            </p:nvSpPr>
            <p:spPr>
              <a:xfrm>
                <a:off x="6896099" y="4139565"/>
                <a:ext cx="3810001" cy="568297"/>
              </a:xfrm>
              <a:prstGeom prst="rect">
                <a:avLst/>
              </a:prstGeom>
              <a:noFill/>
              <a:ln>
                <a:noFill/>
              </a:ln>
            </p:spPr>
            <p:txBody>
              <a:bodyPr spcFirstLastPara="1" wrap="square" lIns="91433" tIns="45700" rIns="91433" bIns="45700" anchor="t" anchorCtr="0">
                <a:noAutofit/>
              </a:bodyPr>
              <a:lstStyle/>
              <a:p>
                <a:pPr marL="0" marR="0" lvl="0" indent="0" algn="l" rtl="0">
                  <a:lnSpc>
                    <a:spcPct val="222000"/>
                  </a:lnSpc>
                  <a:spcBef>
                    <a:spcPts val="0"/>
                  </a:spcBef>
                  <a:spcAft>
                    <a:spcPts val="0"/>
                  </a:spcAft>
                  <a:buNone/>
                </a:pPr>
                <a:r>
                  <a:rPr lang="zh-CN" altLang="en-US" sz="935">
                    <a:solidFill>
                      <a:schemeClr val="bg1"/>
                    </a:solidFill>
                    <a:latin typeface="等线" panose="02010600030101010101" charset="-122"/>
                    <a:ea typeface="等线" panose="02010600030101010101" charset="-122"/>
                    <a:cs typeface="+mj-lt"/>
                    <a:sym typeface="+mn-ea"/>
                  </a:rPr>
                  <a:t>I walked through many mountains, walked through many waters, and knew many people.</a:t>
                </a:r>
                <a:endParaRPr lang="zh-CN" altLang="en-US" sz="935">
                  <a:solidFill>
                    <a:schemeClr val="bg1"/>
                  </a:solidFill>
                  <a:latin typeface="等线" panose="02010600030101010101" charset="-122"/>
                  <a:ea typeface="等线" panose="02010600030101010101" charset="-122"/>
                  <a:cs typeface="+mj-lt"/>
                  <a:sym typeface="+mn-ea"/>
                </a:endParaRPr>
              </a:p>
            </p:txBody>
          </p:sp>
        </p:grpSp>
      </p:grpSp>
      <p:sp>
        <p:nvSpPr>
          <p:cNvPr id="4" name="矩形 3"/>
          <p:cNvSpPr/>
          <p:nvPr/>
        </p:nvSpPr>
        <p:spPr>
          <a:xfrm>
            <a:off x="9895205" y="2638425"/>
            <a:ext cx="2315210" cy="3197225"/>
          </a:xfrm>
          <a:prstGeom prst="rect">
            <a:avLst/>
          </a:prstGeom>
          <a:blipFill rotWithShape="1">
            <a:blip r:embed="rId2"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grpSp>
        <p:nvGrpSpPr>
          <p:cNvPr id="5" name="组合 4"/>
          <p:cNvGrpSpPr/>
          <p:nvPr/>
        </p:nvGrpSpPr>
        <p:grpSpPr>
          <a:xfrm>
            <a:off x="1417955" y="511810"/>
            <a:ext cx="2738120" cy="5725160"/>
            <a:chOff x="2233" y="806"/>
            <a:chExt cx="4312" cy="9016"/>
          </a:xfrm>
        </p:grpSpPr>
        <p:sp>
          <p:nvSpPr>
            <p:cNvPr id="3" name="矩形 2"/>
            <p:cNvSpPr/>
            <p:nvPr/>
          </p:nvSpPr>
          <p:spPr>
            <a:xfrm>
              <a:off x="2233" y="806"/>
              <a:ext cx="4312" cy="7956"/>
            </a:xfrm>
            <a:prstGeom prst="rect">
              <a:avLst/>
            </a:prstGeom>
            <a:blipFill rotWithShape="1">
              <a:blip r:embed="rId1"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2233" y="6900"/>
              <a:ext cx="4312" cy="2922"/>
            </a:xfrm>
            <a:prstGeom prst="rect">
              <a:avLst/>
            </a:prstGeom>
            <a:solidFill>
              <a:srgbClr val="B2493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矩形 5"/>
          <p:cNvSpPr/>
          <p:nvPr/>
        </p:nvSpPr>
        <p:spPr>
          <a:xfrm>
            <a:off x="4518660" y="3718560"/>
            <a:ext cx="3154680" cy="2500630"/>
          </a:xfrm>
          <a:prstGeom prst="rect">
            <a:avLst/>
          </a:prstGeom>
          <a:blipFill rotWithShape="1">
            <a:blip r:embed="rId2"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7735570" y="3718560"/>
            <a:ext cx="3112770" cy="2500630"/>
          </a:xfrm>
          <a:prstGeom prst="rect">
            <a:avLst/>
          </a:prstGeom>
          <a:blipFill rotWithShape="1">
            <a:blip r:embed="rId3"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4518660" y="1228090"/>
            <a:ext cx="6603365" cy="2340610"/>
            <a:chOff x="11445" y="-155"/>
            <a:chExt cx="10399" cy="3686"/>
          </a:xfrm>
        </p:grpSpPr>
        <p:sp>
          <p:nvSpPr>
            <p:cNvPr id="19" name="文本框 18"/>
            <p:cNvSpPr txBox="1"/>
            <p:nvPr/>
          </p:nvSpPr>
          <p:spPr>
            <a:xfrm>
              <a:off x="11445" y="1182"/>
              <a:ext cx="10399" cy="2349"/>
            </a:xfrm>
            <a:prstGeom prst="rect">
              <a:avLst/>
            </a:prstGeom>
            <a:noFill/>
          </p:spPr>
          <p:txBody>
            <a:bodyPr wrap="square" rtlCol="0" anchor="t">
              <a:spAutoFit/>
            </a:bodyPr>
            <a:lstStyle/>
            <a:p>
              <a:pPr fontAlgn="auto">
                <a:lnSpc>
                  <a:spcPct val="130000"/>
                </a:lnSpc>
              </a:pPr>
              <a:r>
                <a:rPr lang="zh-CN" altLang="en-US" sz="1000">
                  <a:solidFill>
                    <a:schemeClr val="bg1"/>
                  </a:solidFill>
                  <a:latin typeface="等线" panose="02010600030101010101" charset="-122"/>
                  <a:ea typeface="等线" panose="02010600030101010101" charset="-122"/>
                  <a:cs typeface="+mj-lt"/>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1000">
                <a:solidFill>
                  <a:schemeClr val="bg1"/>
                </a:solidFill>
                <a:latin typeface="等线" panose="02010600030101010101" charset="-122"/>
                <a:ea typeface="等线" panose="02010600030101010101" charset="-122"/>
                <a:cs typeface="+mj-lt"/>
              </a:endParaRPr>
            </a:p>
            <a:p>
              <a:pPr fontAlgn="auto">
                <a:lnSpc>
                  <a:spcPct val="130000"/>
                </a:lnSpc>
              </a:pPr>
              <a:r>
                <a:rPr lang="zh-CN" altLang="en-US" sz="1000">
                  <a:solidFill>
                    <a:schemeClr val="bg1"/>
                  </a:solidFill>
                  <a:latin typeface="等线" panose="02010600030101010101" charset="-122"/>
                  <a:ea typeface="等线" panose="02010600030101010101" charset="-122"/>
                  <a:cs typeface="+mj-lt"/>
                  <a:sym typeface="+mn-ea"/>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1000">
                <a:solidFill>
                  <a:schemeClr val="bg1"/>
                </a:solidFill>
                <a:latin typeface="等线" panose="02010600030101010101" charset="-122"/>
                <a:ea typeface="等线" panose="02010600030101010101" charset="-122"/>
                <a:cs typeface="+mj-lt"/>
              </a:endParaRPr>
            </a:p>
            <a:p>
              <a:pPr fontAlgn="auto">
                <a:lnSpc>
                  <a:spcPct val="130000"/>
                </a:lnSpc>
              </a:pPr>
              <a:endParaRPr lang="zh-CN" altLang="en-US" sz="1000">
                <a:solidFill>
                  <a:schemeClr val="bg1"/>
                </a:solidFill>
                <a:latin typeface="等线" panose="02010600030101010101" charset="-122"/>
                <a:ea typeface="等线" panose="02010600030101010101" charset="-122"/>
                <a:cs typeface="+mj-lt"/>
              </a:endParaRPr>
            </a:p>
          </p:txBody>
        </p:sp>
        <p:sp>
          <p:nvSpPr>
            <p:cNvPr id="20" name="文本框 19"/>
            <p:cNvSpPr txBox="1"/>
            <p:nvPr/>
          </p:nvSpPr>
          <p:spPr>
            <a:xfrm>
              <a:off x="11445" y="-155"/>
              <a:ext cx="5893" cy="822"/>
            </a:xfrm>
            <a:prstGeom prst="rect">
              <a:avLst/>
            </a:prstGeom>
            <a:noFill/>
          </p:spPr>
          <p:txBody>
            <a:bodyPr wrap="square" rtlCol="0">
              <a:spAutoFit/>
            </a:bodyPr>
            <a:lstStyle/>
            <a:p>
              <a:r>
                <a:rPr lang="zh-CN" altLang="en-US" sz="2800" b="1">
                  <a:solidFill>
                    <a:schemeClr val="bg1"/>
                  </a:solidFill>
                  <a:latin typeface="等线" panose="02010600030101010101" charset="-122"/>
                  <a:ea typeface="等线" panose="02010600030101010101" charset="-122"/>
                </a:rPr>
                <a:t>添加此处原有标题</a:t>
              </a:r>
              <a:endParaRPr lang="zh-CN" altLang="en-US" sz="2800" b="1">
                <a:solidFill>
                  <a:schemeClr val="bg1"/>
                </a:solidFill>
                <a:latin typeface="等线" panose="02010600030101010101" charset="-122"/>
                <a:ea typeface="等线" panose="02010600030101010101" charset="-122"/>
              </a:endParaRPr>
            </a:p>
          </p:txBody>
        </p:sp>
      </p:grpSp>
      <p:cxnSp>
        <p:nvCxnSpPr>
          <p:cNvPr id="8" name="直接连接符 7"/>
          <p:cNvCxnSpPr/>
          <p:nvPr/>
        </p:nvCxnSpPr>
        <p:spPr>
          <a:xfrm>
            <a:off x="4617085" y="1843405"/>
            <a:ext cx="1837055" cy="0"/>
          </a:xfrm>
          <a:prstGeom prst="line">
            <a:avLst/>
          </a:prstGeom>
          <a:ln w="22225">
            <a:solidFill>
              <a:schemeClr val="bg1"/>
            </a:soli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a:off x="1650365" y="4700270"/>
            <a:ext cx="2273935" cy="1141095"/>
            <a:chOff x="11445" y="554"/>
            <a:chExt cx="3581" cy="1797"/>
          </a:xfrm>
        </p:grpSpPr>
        <p:sp>
          <p:nvSpPr>
            <p:cNvPr id="32" name="文本框 31"/>
            <p:cNvSpPr txBox="1"/>
            <p:nvPr/>
          </p:nvSpPr>
          <p:spPr>
            <a:xfrm>
              <a:off x="11445" y="1202"/>
              <a:ext cx="3581" cy="1149"/>
            </a:xfrm>
            <a:prstGeom prst="rect">
              <a:avLst/>
            </a:prstGeom>
            <a:noFill/>
          </p:spPr>
          <p:txBody>
            <a:bodyPr wrap="square" rtlCol="0" anchor="t">
              <a:spAutoFit/>
            </a:bodyPr>
            <a:lstStyle/>
            <a:p>
              <a:pPr algn="ctr" fontAlgn="auto">
                <a:lnSpc>
                  <a:spcPct val="130000"/>
                </a:lnSpc>
              </a:pPr>
              <a:r>
                <a:rPr lang="zh-CN" altLang="en-US" sz="800">
                  <a:solidFill>
                    <a:schemeClr val="bg1"/>
                  </a:solidFill>
                  <a:latin typeface="等线" panose="02010600030101010101" charset="-122"/>
                  <a:ea typeface="等线" panose="02010600030101010101" charset="-122"/>
                  <a:cs typeface="+mj-lt"/>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mj-lt"/>
              </a:endParaRPr>
            </a:p>
          </p:txBody>
        </p:sp>
        <p:sp>
          <p:nvSpPr>
            <p:cNvPr id="33" name="文本框 32"/>
            <p:cNvSpPr txBox="1"/>
            <p:nvPr/>
          </p:nvSpPr>
          <p:spPr>
            <a:xfrm>
              <a:off x="11561" y="554"/>
              <a:ext cx="3348" cy="483"/>
            </a:xfrm>
            <a:prstGeom prst="rect">
              <a:avLst/>
            </a:prstGeom>
            <a:noFill/>
          </p:spPr>
          <p:txBody>
            <a:bodyPr wrap="square" rtlCol="0">
              <a:spAutoFit/>
            </a:bodyPr>
            <a:lstStyle/>
            <a:p>
              <a:pPr algn="ctr"/>
              <a:r>
                <a:rPr lang="zh-CN" altLang="en-US" sz="1400">
                  <a:solidFill>
                    <a:schemeClr val="bg1"/>
                  </a:solidFill>
                  <a:latin typeface="等线" panose="02010600030101010101" charset="-122"/>
                  <a:ea typeface="等线" panose="02010600030101010101" charset="-122"/>
                  <a:sym typeface="+mn-ea"/>
                </a:rPr>
                <a:t>简短的绪论</a:t>
              </a:r>
              <a:endParaRPr lang="zh-CN" altLang="en-US" sz="1400">
                <a:solidFill>
                  <a:schemeClr val="bg1"/>
                </a:solidFill>
                <a:latin typeface="等线" panose="02010600030101010101" charset="-122"/>
                <a:ea typeface="等线" panose="02010600030101010101" charset="-122"/>
                <a:sym typeface="+mn-ea"/>
              </a:endParaRPr>
            </a:p>
          </p:txBody>
        </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2" name="矩形 1"/>
          <p:cNvSpPr/>
          <p:nvPr/>
        </p:nvSpPr>
        <p:spPr>
          <a:xfrm>
            <a:off x="6988810" y="-6350"/>
            <a:ext cx="5221605" cy="6853555"/>
          </a:xfrm>
          <a:prstGeom prst="rect">
            <a:avLst/>
          </a:prstGeom>
          <a:solidFill>
            <a:srgbClr val="30485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10159" y="10794"/>
            <a:ext cx="5119488" cy="6847205"/>
          </a:xfrm>
          <a:prstGeom prst="rect">
            <a:avLst/>
          </a:prstGeom>
          <a:blipFill>
            <a:blip r:embed="rId1" cstate="screen"/>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1" name="组合 20"/>
          <p:cNvGrpSpPr/>
          <p:nvPr/>
        </p:nvGrpSpPr>
        <p:grpSpPr>
          <a:xfrm>
            <a:off x="7633335" y="3081655"/>
            <a:ext cx="3933190" cy="1685290"/>
            <a:chOff x="11445" y="247"/>
            <a:chExt cx="6194" cy="2654"/>
          </a:xfrm>
        </p:grpSpPr>
        <p:sp>
          <p:nvSpPr>
            <p:cNvPr id="19" name="文本框 18"/>
            <p:cNvSpPr txBox="1"/>
            <p:nvPr/>
          </p:nvSpPr>
          <p:spPr>
            <a:xfrm>
              <a:off x="11445" y="1182"/>
              <a:ext cx="6194" cy="1719"/>
            </a:xfrm>
            <a:prstGeom prst="rect">
              <a:avLst/>
            </a:prstGeom>
            <a:noFill/>
          </p:spPr>
          <p:txBody>
            <a:bodyPr wrap="square" rtlCol="0" anchor="t">
              <a:spAutoFit/>
            </a:bodyPr>
            <a:lstStyle/>
            <a:p>
              <a:pPr fontAlgn="auto">
                <a:lnSpc>
                  <a:spcPct val="130000"/>
                </a:lnSpc>
              </a:pPr>
              <a:r>
                <a:rPr lang="zh-CN" altLang="en-US" sz="1000">
                  <a:solidFill>
                    <a:schemeClr val="bg1"/>
                  </a:solidFill>
                  <a:latin typeface="+mj-lt"/>
                  <a:ea typeface="思源黑体 CN Light" panose="020B0300000000000000" charset="-122"/>
                  <a:cs typeface="+mj-lt"/>
                </a:rPr>
                <a:t>I walked through many mountains, walked through many waters, and knew many people. The only thing that really makes me tempted is that you see me at the moment. But there is not too much extravagant hope, but I hope to have your heart, not to leave.</a:t>
              </a:r>
              <a:endParaRPr lang="zh-CN" altLang="en-US" sz="1000">
                <a:solidFill>
                  <a:schemeClr val="bg1"/>
                </a:solidFill>
                <a:latin typeface="+mj-lt"/>
                <a:ea typeface="思源黑体 CN Light" panose="020B0300000000000000" charset="-122"/>
                <a:cs typeface="+mj-lt"/>
              </a:endParaRPr>
            </a:p>
          </p:txBody>
        </p:sp>
        <p:sp>
          <p:nvSpPr>
            <p:cNvPr id="20" name="文本框 19"/>
            <p:cNvSpPr txBox="1"/>
            <p:nvPr/>
          </p:nvSpPr>
          <p:spPr>
            <a:xfrm>
              <a:off x="11445" y="247"/>
              <a:ext cx="4714" cy="725"/>
            </a:xfrm>
            <a:prstGeom prst="rect">
              <a:avLst/>
            </a:prstGeom>
            <a:noFill/>
          </p:spPr>
          <p:txBody>
            <a:bodyPr wrap="square" rtlCol="0">
              <a:spAutoFit/>
            </a:bodyPr>
            <a:lstStyle/>
            <a:p>
              <a:r>
                <a:rPr lang="zh-CN" altLang="en-US" sz="2400">
                  <a:solidFill>
                    <a:schemeClr val="bg1"/>
                  </a:solidFill>
                  <a:latin typeface="等线" panose="02010600030101010101" charset="-122"/>
                  <a:ea typeface="等线" panose="02010600030101010101" charset="-122"/>
                </a:rPr>
                <a:t>添加此处原有标题</a:t>
              </a:r>
              <a:endParaRPr lang="zh-CN" altLang="en-US" sz="2400">
                <a:solidFill>
                  <a:schemeClr val="bg1"/>
                </a:solidFill>
                <a:latin typeface="等线" panose="02010600030101010101" charset="-122"/>
                <a:ea typeface="等线" panose="02010600030101010101" charset="-122"/>
              </a:endParaRPr>
            </a:p>
          </p:txBody>
        </p:sp>
      </p:grpSp>
      <p:sp>
        <p:nvSpPr>
          <p:cNvPr id="4" name="文本框 3"/>
          <p:cNvSpPr txBox="1"/>
          <p:nvPr/>
        </p:nvSpPr>
        <p:spPr>
          <a:xfrm>
            <a:off x="7632700" y="4924425"/>
            <a:ext cx="3933190" cy="491490"/>
          </a:xfrm>
          <a:prstGeom prst="rect">
            <a:avLst/>
          </a:prstGeom>
          <a:noFill/>
        </p:spPr>
        <p:txBody>
          <a:bodyPr wrap="square" rtlCol="0" anchor="t">
            <a:spAutoFit/>
          </a:bodyPr>
          <a:lstStyle/>
          <a:p>
            <a:pPr fontAlgn="auto">
              <a:lnSpc>
                <a:spcPct val="130000"/>
              </a:lnSpc>
            </a:pPr>
            <a:r>
              <a:rPr lang="zh-CN" altLang="en-US" sz="1000">
                <a:solidFill>
                  <a:schemeClr val="bg1"/>
                </a:solidFill>
                <a:latin typeface="+mj-lt"/>
                <a:ea typeface="思源黑体 CN Light" panose="020B0300000000000000" charset="-122"/>
                <a:cs typeface="+mj-lt"/>
              </a:rPr>
              <a:t>I walked through many mountains, walked through many waters, and knew many people. </a:t>
            </a:r>
            <a:endParaRPr lang="zh-CN" altLang="en-US" sz="1000">
              <a:solidFill>
                <a:schemeClr val="bg1"/>
              </a:solidFill>
              <a:latin typeface="+mj-lt"/>
              <a:ea typeface="思源黑体 CN Light" panose="020B0300000000000000" charset="-122"/>
              <a:cs typeface="+mj-lt"/>
            </a:endParaRPr>
          </a:p>
        </p:txBody>
      </p:sp>
      <p:cxnSp>
        <p:nvCxnSpPr>
          <p:cNvPr id="6" name="直接连接符 5"/>
          <p:cNvCxnSpPr/>
          <p:nvPr/>
        </p:nvCxnSpPr>
        <p:spPr>
          <a:xfrm>
            <a:off x="6482080" y="516890"/>
            <a:ext cx="484759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1383" name="Google Shape;1383;p92"/>
          <p:cNvSpPr txBox="1"/>
          <p:nvPr/>
        </p:nvSpPr>
        <p:spPr>
          <a:xfrm>
            <a:off x="6870608" y="2361150"/>
            <a:ext cx="4500337" cy="1595373"/>
          </a:xfrm>
          <a:prstGeom prst="rect">
            <a:avLst/>
          </a:prstGeom>
          <a:noFill/>
          <a:ln>
            <a:noFill/>
          </a:ln>
        </p:spPr>
        <p:txBody>
          <a:bodyPr spcFirstLastPara="1" wrap="square" lIns="91433" tIns="45700" rIns="91433" bIns="45700" anchor="t" anchorCtr="0">
            <a:noAutofit/>
          </a:bodyPr>
          <a:lstStyle/>
          <a:p>
            <a:pPr fontAlgn="auto">
              <a:lnSpc>
                <a:spcPct val="130000"/>
              </a:lnSpc>
            </a:pPr>
            <a:r>
              <a:rPr lang="zh-CN" altLang="en-US" sz="935">
                <a:solidFill>
                  <a:schemeClr val="bg1"/>
                </a:solidFill>
                <a:latin typeface="等线" panose="02010600030101010101" charset="-122"/>
                <a:ea typeface="等线" panose="02010600030101010101" charset="-122"/>
                <a:cs typeface="+mj-lt"/>
                <a:sym typeface="+mn-ea"/>
              </a:rPr>
              <a:t>I walked through many mountains, walked through many waters, and knew many people. The only thing that really makes me tempted is that you see me at the moment. I walked through many mountains, walked through many waters, and knew many people. The only thing that really makes me tempted is that you see me at the moment.</a:t>
            </a:r>
            <a:endParaRPr lang="zh-CN" altLang="en-US" sz="935">
              <a:solidFill>
                <a:schemeClr val="bg1"/>
              </a:solidFill>
              <a:latin typeface="等线" panose="02010600030101010101" charset="-122"/>
              <a:ea typeface="等线" panose="02010600030101010101" charset="-122"/>
              <a:cs typeface="+mj-lt"/>
              <a:sym typeface="+mn-ea"/>
            </a:endParaRPr>
          </a:p>
          <a:p>
            <a:pPr fontAlgn="auto">
              <a:lnSpc>
                <a:spcPct val="130000"/>
              </a:lnSpc>
            </a:pPr>
            <a:r>
              <a:rPr lang="zh-CN" altLang="en-US" sz="935">
                <a:solidFill>
                  <a:schemeClr val="bg1"/>
                </a:solidFill>
                <a:latin typeface="等线" panose="02010600030101010101" charset="-122"/>
                <a:ea typeface="等线" panose="02010600030101010101" charset="-122"/>
                <a:cs typeface="+mj-lt"/>
                <a:sym typeface="+mn-ea"/>
              </a:rPr>
              <a:t> </a:t>
            </a:r>
            <a:endParaRPr lang="zh-CN" altLang="en-US" sz="935">
              <a:solidFill>
                <a:schemeClr val="bg1"/>
              </a:solidFill>
              <a:latin typeface="等线" panose="02010600030101010101" charset="-122"/>
              <a:ea typeface="等线" panose="02010600030101010101" charset="-122"/>
              <a:cs typeface="+mj-lt"/>
              <a:sym typeface="+mn-ea"/>
            </a:endParaRPr>
          </a:p>
          <a:p>
            <a:pPr fontAlgn="auto">
              <a:lnSpc>
                <a:spcPct val="130000"/>
              </a:lnSpc>
            </a:pPr>
            <a:endParaRPr lang="zh-CN" altLang="en-US" sz="935">
              <a:solidFill>
                <a:schemeClr val="bg1"/>
              </a:solidFill>
              <a:latin typeface="等线" panose="02010600030101010101" charset="-122"/>
              <a:ea typeface="等线" panose="02010600030101010101" charset="-122"/>
              <a:cs typeface="+mj-lt"/>
            </a:endParaRPr>
          </a:p>
          <a:p>
            <a:pPr fontAlgn="auto">
              <a:lnSpc>
                <a:spcPct val="130000"/>
              </a:lnSpc>
            </a:pPr>
            <a:r>
              <a:rPr lang="zh-CN" altLang="en-US" sz="935">
                <a:solidFill>
                  <a:schemeClr val="bg1"/>
                </a:solidFill>
                <a:latin typeface="等线" panose="02010600030101010101" charset="-122"/>
                <a:ea typeface="等线" panose="02010600030101010101" charset="-122"/>
                <a:cs typeface="+mj-lt"/>
                <a:sym typeface="+mn-ea"/>
              </a:rPr>
              <a:t>I walked through many mountains, walked through many waters, and knew many people. The only thing that really makes me tempted is that you see me at the moment. I walked through many mountains, walked through many waters, and knew many people. The only thing that really makes me tempted is that you see me at the moment. </a:t>
            </a:r>
            <a:endParaRPr lang="zh-CN" altLang="en-US" sz="935">
              <a:solidFill>
                <a:schemeClr val="bg1"/>
              </a:solidFill>
              <a:latin typeface="等线" panose="02010600030101010101" charset="-122"/>
              <a:ea typeface="等线" panose="02010600030101010101" charset="-122"/>
              <a:cs typeface="+mj-lt"/>
            </a:endParaRPr>
          </a:p>
          <a:p>
            <a:pPr fontAlgn="auto">
              <a:lnSpc>
                <a:spcPct val="130000"/>
              </a:lnSpc>
            </a:pPr>
            <a:endParaRPr lang="zh-CN" altLang="en-US" sz="935">
              <a:solidFill>
                <a:schemeClr val="bg1"/>
              </a:solidFill>
              <a:latin typeface="等线" panose="02010600030101010101" charset="-122"/>
              <a:ea typeface="等线" panose="02010600030101010101" charset="-122"/>
              <a:cs typeface="+mj-lt"/>
            </a:endParaRPr>
          </a:p>
          <a:p>
            <a:pPr fontAlgn="auto">
              <a:lnSpc>
                <a:spcPct val="130000"/>
              </a:lnSpc>
            </a:pPr>
            <a:endParaRPr lang="zh-CN" altLang="en-US" sz="935">
              <a:solidFill>
                <a:schemeClr val="bg1"/>
              </a:solidFill>
              <a:latin typeface="等线" panose="02010600030101010101" charset="-122"/>
              <a:ea typeface="等线" panose="02010600030101010101" charset="-122"/>
              <a:cs typeface="+mj-lt"/>
              <a:sym typeface="Open Sans" panose="020B0606030504020204"/>
            </a:endParaRPr>
          </a:p>
        </p:txBody>
      </p:sp>
      <p:grpSp>
        <p:nvGrpSpPr>
          <p:cNvPr id="5" name="组合 4"/>
          <p:cNvGrpSpPr/>
          <p:nvPr/>
        </p:nvGrpSpPr>
        <p:grpSpPr>
          <a:xfrm>
            <a:off x="685800" y="1577975"/>
            <a:ext cx="5645785" cy="3742055"/>
            <a:chOff x="1080" y="2485"/>
            <a:chExt cx="8891" cy="5893"/>
          </a:xfrm>
        </p:grpSpPr>
        <p:sp>
          <p:nvSpPr>
            <p:cNvPr id="3" name="矩形 2"/>
            <p:cNvSpPr/>
            <p:nvPr/>
          </p:nvSpPr>
          <p:spPr>
            <a:xfrm>
              <a:off x="1080" y="2485"/>
              <a:ext cx="4259" cy="5893"/>
            </a:xfrm>
            <a:prstGeom prst="rect">
              <a:avLst/>
            </a:prstGeom>
            <a:blipFill rotWithShape="1">
              <a:blip r:embed="rId1"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nvSpPr>
          <p:spPr>
            <a:xfrm>
              <a:off x="5712" y="2485"/>
              <a:ext cx="4259" cy="5893"/>
            </a:xfrm>
            <a:prstGeom prst="rect">
              <a:avLst/>
            </a:prstGeom>
            <a:blipFill rotWithShape="1">
              <a:blip r:embed="rId2" cstate="email"/>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4" name="组合 53"/>
          <p:cNvGrpSpPr/>
          <p:nvPr/>
        </p:nvGrpSpPr>
        <p:grpSpPr>
          <a:xfrm>
            <a:off x="6870700" y="824230"/>
            <a:ext cx="5358765" cy="1079500"/>
            <a:chOff x="5380" y="892"/>
            <a:chExt cx="8439" cy="1700"/>
          </a:xfrm>
        </p:grpSpPr>
        <p:sp>
          <p:nvSpPr>
            <p:cNvPr id="182" name="Google Shape;182;p34"/>
            <p:cNvSpPr txBox="1"/>
            <p:nvPr/>
          </p:nvSpPr>
          <p:spPr>
            <a:xfrm>
              <a:off x="5380" y="1437"/>
              <a:ext cx="8439" cy="812"/>
            </a:xfrm>
            <a:prstGeom prst="rect">
              <a:avLst/>
            </a:prstGeom>
            <a:noFill/>
            <a:ln>
              <a:noFill/>
            </a:ln>
          </p:spPr>
          <p:txBody>
            <a:bodyPr spcFirstLastPara="1" wrap="square" lIns="91433" tIns="45700" rIns="91433" bIns="45700" anchor="t" anchorCtr="0">
              <a:noAutofit/>
            </a:bodyPr>
            <a:lstStyle/>
            <a:p>
              <a:pPr marL="0" marR="0" lvl="0" indent="0" algn="l" rtl="0">
                <a:lnSpc>
                  <a:spcPct val="110000"/>
                </a:lnSpc>
                <a:spcBef>
                  <a:spcPts val="0"/>
                </a:spcBef>
                <a:spcAft>
                  <a:spcPts val="0"/>
                </a:spcAft>
                <a:buNone/>
              </a:pPr>
              <a:r>
                <a:rPr lang="zh-CN" altLang="en-US" sz="3060" b="1">
                  <a:solidFill>
                    <a:schemeClr val="bg1"/>
                  </a:solidFill>
                  <a:latin typeface="等线" panose="02010600030101010101" charset="-122"/>
                  <a:ea typeface="等线" panose="02010600030101010101" charset="-122"/>
                  <a:sym typeface="+mn-ea"/>
                </a:rPr>
                <a:t>添加此处原有标题</a:t>
              </a:r>
              <a:endParaRPr lang="zh-CN" altLang="en-US" sz="3060" b="1">
                <a:solidFill>
                  <a:schemeClr val="bg1"/>
                </a:solidFill>
                <a:latin typeface="等线" panose="02010600030101010101" charset="-122"/>
                <a:ea typeface="等线" panose="02010600030101010101" charset="-122"/>
                <a:cs typeface="+mj-lt"/>
                <a:sym typeface="+mn-ea"/>
              </a:endParaRPr>
            </a:p>
          </p:txBody>
        </p:sp>
        <p:sp>
          <p:nvSpPr>
            <p:cNvPr id="183" name="Google Shape;183;p34"/>
            <p:cNvSpPr txBox="1"/>
            <p:nvPr/>
          </p:nvSpPr>
          <p:spPr>
            <a:xfrm>
              <a:off x="5416" y="892"/>
              <a:ext cx="6548" cy="460"/>
            </a:xfrm>
            <a:prstGeom prst="rect">
              <a:avLst/>
            </a:prstGeom>
            <a:noFill/>
            <a:ln>
              <a:noFill/>
            </a:ln>
          </p:spPr>
          <p:txBody>
            <a:bodyPr spcFirstLastPara="1" wrap="square" lIns="91433" tIns="45700" rIns="91433" bIns="45700" anchor="t" anchorCtr="0">
              <a:noAutofit/>
            </a:bodyPr>
            <a:lstStyle/>
            <a:p>
              <a:pPr marL="0" marR="0" lvl="0" indent="0" algn="l" rtl="0">
                <a:spcBef>
                  <a:spcPts val="0"/>
                </a:spcBef>
                <a:spcAft>
                  <a:spcPts val="0"/>
                </a:spcAft>
                <a:buNone/>
              </a:pPr>
              <a:r>
                <a:rPr lang="en-US" altLang="en-GB" sz="1335" b="1">
                  <a:solidFill>
                    <a:schemeClr val="bg1"/>
                  </a:solidFill>
                  <a:latin typeface="等线" panose="02010600030101010101" charset="-122"/>
                  <a:ea typeface="等线" panose="02010600030101010101" charset="-122"/>
                  <a:cs typeface="+mj-lt"/>
                  <a:sym typeface="Montserrat" panose="00000500000000000000"/>
                </a:rPr>
                <a:t>TEXT HERE</a:t>
              </a:r>
              <a:endParaRPr lang="en-US" altLang="en-GB" sz="1335" b="1">
                <a:solidFill>
                  <a:schemeClr val="bg1"/>
                </a:solidFill>
                <a:latin typeface="等线" panose="02010600030101010101" charset="-122"/>
                <a:ea typeface="等线" panose="02010600030101010101" charset="-122"/>
                <a:cs typeface="+mj-lt"/>
                <a:sym typeface="Montserrat" panose="00000500000000000000"/>
              </a:endParaRPr>
            </a:p>
          </p:txBody>
        </p:sp>
        <p:sp>
          <p:nvSpPr>
            <p:cNvPr id="185" name="Google Shape;185;p34"/>
            <p:cNvSpPr/>
            <p:nvPr/>
          </p:nvSpPr>
          <p:spPr>
            <a:xfrm>
              <a:off x="5646" y="2487"/>
              <a:ext cx="1200" cy="105"/>
            </a:xfrm>
            <a:prstGeom prst="rect">
              <a:avLst/>
            </a:prstGeom>
            <a:solidFill>
              <a:schemeClr val="bg1"/>
            </a:solidFill>
            <a:ln>
              <a:noFill/>
            </a:ln>
          </p:spPr>
          <p:txBody>
            <a:bodyPr spcFirstLastPara="1" wrap="square" lIns="91433" tIns="45700" rIns="91433" bIns="45700" anchor="ctr" anchorCtr="0">
              <a:noAutofit/>
            </a:bodyPr>
            <a:lstStyle/>
            <a:p>
              <a:pPr marL="0" marR="0" lvl="0" indent="0" algn="l" rtl="0">
                <a:spcBef>
                  <a:spcPts val="0"/>
                </a:spcBef>
                <a:spcAft>
                  <a:spcPts val="0"/>
                </a:spcAft>
                <a:buNone/>
              </a:pPr>
              <a:endParaRPr sz="1865">
                <a:solidFill>
                  <a:schemeClr val="bg1"/>
                </a:solidFill>
                <a:latin typeface="等线" panose="02010600030101010101" charset="-122"/>
                <a:ea typeface="等线" panose="02010600030101010101" charset="-122"/>
                <a:cs typeface="+mj-lt"/>
                <a:sym typeface="Montserrat" panose="00000500000000000000"/>
              </a:endParaRPr>
            </a:p>
          </p:txBody>
        </p:sp>
      </p:grpSp>
      <p:sp>
        <p:nvSpPr>
          <p:cNvPr id="100" name="文本框 99"/>
          <p:cNvSpPr txBox="1"/>
          <p:nvPr/>
        </p:nvSpPr>
        <p:spPr>
          <a:xfrm>
            <a:off x="685800" y="824230"/>
            <a:ext cx="5080000" cy="521970"/>
          </a:xfrm>
          <a:prstGeom prst="rect">
            <a:avLst/>
          </a:prstGeom>
          <a:noFill/>
          <a:ln w="9525">
            <a:noFill/>
          </a:ln>
        </p:spPr>
        <p:txBody>
          <a:bodyPr>
            <a:spAutoFit/>
          </a:bodyPr>
          <a:lstStyle/>
          <a:p>
            <a:pPr indent="0"/>
            <a:r>
              <a:rPr lang="en-US" sz="1400" b="0">
                <a:solidFill>
                  <a:schemeClr val="bg1"/>
                </a:solidFill>
                <a:latin typeface="等线" panose="02010600030101010101" charset="-122"/>
                <a:ea typeface="等线" panose="02010600030101010101" charset="-122"/>
                <a:cs typeface="Times New Roman" panose="02020603050405020304" charset="0"/>
              </a:rPr>
              <a:t>i walked through MANY MOUNTAINS, WALKED THROUGH MANY WATERS, AND KNEW MANY PEOPLE. </a:t>
            </a:r>
            <a:endParaRPr lang="en-US" altLang="en-US" sz="1400" b="0">
              <a:solidFill>
                <a:schemeClr val="bg1"/>
              </a:solidFill>
              <a:latin typeface="等线" panose="02010600030101010101" charset="-122"/>
              <a:ea typeface="等线" panose="02010600030101010101" charset="-122"/>
              <a:cs typeface="Times New Roman" panose="02020603050405020304" charset="0"/>
            </a:endParaRPr>
          </a:p>
        </p:txBody>
      </p:sp>
      <p:grpSp>
        <p:nvGrpSpPr>
          <p:cNvPr id="568" name="Google Shape;568;p47"/>
          <p:cNvGrpSpPr/>
          <p:nvPr/>
        </p:nvGrpSpPr>
        <p:grpSpPr>
          <a:xfrm>
            <a:off x="6844093" y="4968761"/>
            <a:ext cx="3682956" cy="824204"/>
            <a:chOff x="6746103" y="3303474"/>
            <a:chExt cx="3682956" cy="824204"/>
          </a:xfrm>
        </p:grpSpPr>
        <p:sp>
          <p:nvSpPr>
            <p:cNvPr id="569" name="Google Shape;569;p47"/>
            <p:cNvSpPr txBox="1"/>
            <p:nvPr/>
          </p:nvSpPr>
          <p:spPr>
            <a:xfrm>
              <a:off x="6746103" y="3303474"/>
              <a:ext cx="997857" cy="246221"/>
            </a:xfrm>
            <a:prstGeom prst="rect">
              <a:avLst/>
            </a:prstGeom>
            <a:noFill/>
            <a:ln>
              <a:noFill/>
            </a:ln>
          </p:spPr>
          <p:txBody>
            <a:bodyPr spcFirstLastPara="1" wrap="square" lIns="91433" tIns="45700" rIns="91433" bIns="45700" anchor="t" anchorCtr="0">
              <a:noAutofit/>
            </a:bodyPr>
            <a:lstStyle/>
            <a:p>
              <a:pPr marL="0" marR="0" lvl="0" indent="0" algn="l" rtl="0">
                <a:spcBef>
                  <a:spcPts val="0"/>
                </a:spcBef>
                <a:spcAft>
                  <a:spcPts val="0"/>
                </a:spcAft>
                <a:buNone/>
              </a:pPr>
              <a:r>
                <a:rPr lang="en-GB" sz="1065" b="1">
                  <a:solidFill>
                    <a:schemeClr val="bg1"/>
                  </a:solidFill>
                  <a:latin typeface="+mj-lt"/>
                  <a:ea typeface="Montserrat Light"/>
                  <a:cs typeface="+mj-lt"/>
                  <a:sym typeface="Montserrat Light"/>
                </a:rPr>
                <a:t>TITLE HERE</a:t>
              </a:r>
              <a:endParaRPr lang="en-GB" sz="1065" b="1">
                <a:solidFill>
                  <a:schemeClr val="bg1"/>
                </a:solidFill>
                <a:latin typeface="+mj-lt"/>
                <a:ea typeface="Montserrat Light"/>
                <a:cs typeface="+mj-lt"/>
                <a:sym typeface="Montserrat Light"/>
              </a:endParaRPr>
            </a:p>
          </p:txBody>
        </p:sp>
        <p:grpSp>
          <p:nvGrpSpPr>
            <p:cNvPr id="570" name="Google Shape;570;p47"/>
            <p:cNvGrpSpPr/>
            <p:nvPr/>
          </p:nvGrpSpPr>
          <p:grpSpPr>
            <a:xfrm>
              <a:off x="6843396" y="3559831"/>
              <a:ext cx="3585663" cy="215444"/>
              <a:chOff x="932998" y="4710746"/>
              <a:chExt cx="3585663" cy="215444"/>
            </a:xfrm>
          </p:grpSpPr>
          <p:sp>
            <p:nvSpPr>
              <p:cNvPr id="571" name="Google Shape;571;p47"/>
              <p:cNvSpPr/>
              <p:nvPr/>
            </p:nvSpPr>
            <p:spPr>
              <a:xfrm>
                <a:off x="932998" y="4791529"/>
                <a:ext cx="2962274" cy="84656"/>
              </a:xfrm>
              <a:prstGeom prst="rect">
                <a:avLst/>
              </a:prstGeom>
              <a:solidFill>
                <a:srgbClr val="FED8DB"/>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5">
                  <a:solidFill>
                    <a:schemeClr val="bg1"/>
                  </a:solidFill>
                  <a:latin typeface="+mj-lt"/>
                  <a:ea typeface="Montserrat" panose="00000500000000000000"/>
                  <a:cs typeface="+mj-lt"/>
                  <a:sym typeface="Montserrat" panose="00000500000000000000"/>
                </a:endParaRPr>
              </a:p>
            </p:txBody>
          </p:sp>
          <p:sp>
            <p:nvSpPr>
              <p:cNvPr id="572" name="Google Shape;572;p47"/>
              <p:cNvSpPr/>
              <p:nvPr/>
            </p:nvSpPr>
            <p:spPr>
              <a:xfrm>
                <a:off x="932998" y="4791529"/>
                <a:ext cx="1991177" cy="84656"/>
              </a:xfrm>
              <a:prstGeom prst="rect">
                <a:avLst/>
              </a:prstGeom>
              <a:solidFill>
                <a:srgbClr val="FB8F98"/>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5">
                  <a:solidFill>
                    <a:schemeClr val="bg1"/>
                  </a:solidFill>
                  <a:latin typeface="+mj-lt"/>
                  <a:ea typeface="Montserrat" panose="00000500000000000000"/>
                  <a:cs typeface="+mj-lt"/>
                  <a:sym typeface="Montserrat" panose="00000500000000000000"/>
                </a:endParaRPr>
              </a:p>
            </p:txBody>
          </p:sp>
          <p:sp>
            <p:nvSpPr>
              <p:cNvPr id="573" name="Google Shape;573;p47"/>
              <p:cNvSpPr txBox="1"/>
              <p:nvPr/>
            </p:nvSpPr>
            <p:spPr>
              <a:xfrm>
                <a:off x="4034291" y="4710746"/>
                <a:ext cx="484370" cy="215444"/>
              </a:xfrm>
              <a:prstGeom prst="rect">
                <a:avLst/>
              </a:prstGeom>
              <a:noFill/>
              <a:ln>
                <a:noFill/>
              </a:ln>
            </p:spPr>
            <p:txBody>
              <a:bodyPr spcFirstLastPara="1" wrap="square" lIns="91433" tIns="45700" rIns="91433" bIns="45700" anchor="t" anchorCtr="0">
                <a:noAutofit/>
              </a:bodyPr>
              <a:lstStyle/>
              <a:p>
                <a:pPr marL="0" marR="0" lvl="0" indent="0" algn="l" rtl="0">
                  <a:spcBef>
                    <a:spcPts val="0"/>
                  </a:spcBef>
                  <a:spcAft>
                    <a:spcPts val="0"/>
                  </a:spcAft>
                  <a:buNone/>
                </a:pPr>
                <a:r>
                  <a:rPr lang="en-GB" sz="800" b="1">
                    <a:solidFill>
                      <a:schemeClr val="bg1"/>
                    </a:solidFill>
                    <a:latin typeface="+mj-lt"/>
                    <a:ea typeface="Montserrat Light"/>
                    <a:cs typeface="+mj-lt"/>
                    <a:sym typeface="Montserrat Light"/>
                  </a:rPr>
                  <a:t>60%</a:t>
                </a:r>
                <a:endParaRPr lang="en-GB" sz="800" b="1">
                  <a:solidFill>
                    <a:schemeClr val="bg1"/>
                  </a:solidFill>
                  <a:latin typeface="+mj-lt"/>
                  <a:ea typeface="Montserrat Light"/>
                  <a:cs typeface="+mj-lt"/>
                  <a:sym typeface="Montserrat Light"/>
                </a:endParaRPr>
              </a:p>
            </p:txBody>
          </p:sp>
        </p:grpSp>
        <p:grpSp>
          <p:nvGrpSpPr>
            <p:cNvPr id="574" name="Google Shape;574;p47"/>
            <p:cNvGrpSpPr/>
            <p:nvPr/>
          </p:nvGrpSpPr>
          <p:grpSpPr>
            <a:xfrm>
              <a:off x="6843396" y="3912234"/>
              <a:ext cx="3585663" cy="215444"/>
              <a:chOff x="932998" y="4710746"/>
              <a:chExt cx="3585663" cy="215444"/>
            </a:xfrm>
          </p:grpSpPr>
          <p:sp>
            <p:nvSpPr>
              <p:cNvPr id="575" name="Google Shape;575;p47"/>
              <p:cNvSpPr/>
              <p:nvPr/>
            </p:nvSpPr>
            <p:spPr>
              <a:xfrm>
                <a:off x="932998" y="4791529"/>
                <a:ext cx="2962274" cy="84656"/>
              </a:xfrm>
              <a:prstGeom prst="rect">
                <a:avLst/>
              </a:prstGeom>
              <a:solidFill>
                <a:srgbClr val="FED8DB"/>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5">
                  <a:solidFill>
                    <a:schemeClr val="bg1"/>
                  </a:solidFill>
                  <a:latin typeface="+mj-lt"/>
                  <a:ea typeface="Montserrat" panose="00000500000000000000"/>
                  <a:cs typeface="+mj-lt"/>
                  <a:sym typeface="Montserrat" panose="00000500000000000000"/>
                </a:endParaRPr>
              </a:p>
            </p:txBody>
          </p:sp>
          <p:sp>
            <p:nvSpPr>
              <p:cNvPr id="576" name="Google Shape;576;p47"/>
              <p:cNvSpPr/>
              <p:nvPr/>
            </p:nvSpPr>
            <p:spPr>
              <a:xfrm>
                <a:off x="932998" y="4791529"/>
                <a:ext cx="1180645" cy="84656"/>
              </a:xfrm>
              <a:prstGeom prst="rect">
                <a:avLst/>
              </a:prstGeom>
              <a:solidFill>
                <a:srgbClr val="FB8F98"/>
              </a:soli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5">
                  <a:solidFill>
                    <a:schemeClr val="bg1"/>
                  </a:solidFill>
                  <a:latin typeface="+mj-lt"/>
                  <a:ea typeface="Montserrat" panose="00000500000000000000"/>
                  <a:cs typeface="+mj-lt"/>
                  <a:sym typeface="Montserrat" panose="00000500000000000000"/>
                </a:endParaRPr>
              </a:p>
            </p:txBody>
          </p:sp>
          <p:sp>
            <p:nvSpPr>
              <p:cNvPr id="577" name="Google Shape;577;p47"/>
              <p:cNvSpPr txBox="1"/>
              <p:nvPr/>
            </p:nvSpPr>
            <p:spPr>
              <a:xfrm>
                <a:off x="4034291" y="4710746"/>
                <a:ext cx="484370" cy="215444"/>
              </a:xfrm>
              <a:prstGeom prst="rect">
                <a:avLst/>
              </a:prstGeom>
              <a:noFill/>
              <a:ln>
                <a:noFill/>
              </a:ln>
            </p:spPr>
            <p:txBody>
              <a:bodyPr spcFirstLastPara="1" wrap="square" lIns="91433" tIns="45700" rIns="91433" bIns="45700" anchor="t" anchorCtr="0">
                <a:noAutofit/>
              </a:bodyPr>
              <a:lstStyle/>
              <a:p>
                <a:pPr marL="0" marR="0" lvl="0" indent="0" algn="l" rtl="0">
                  <a:spcBef>
                    <a:spcPts val="0"/>
                  </a:spcBef>
                  <a:spcAft>
                    <a:spcPts val="0"/>
                  </a:spcAft>
                  <a:buNone/>
                </a:pPr>
                <a:r>
                  <a:rPr lang="en-GB" sz="800" b="1">
                    <a:solidFill>
                      <a:schemeClr val="bg1"/>
                    </a:solidFill>
                    <a:latin typeface="+mj-lt"/>
                    <a:ea typeface="Montserrat Light"/>
                    <a:cs typeface="+mj-lt"/>
                    <a:sym typeface="Montserrat Light"/>
                  </a:rPr>
                  <a:t>40%</a:t>
                </a:r>
                <a:endParaRPr lang="en-GB" sz="800" b="1">
                  <a:solidFill>
                    <a:schemeClr val="bg1"/>
                  </a:solidFill>
                  <a:latin typeface="+mj-lt"/>
                  <a:ea typeface="Montserrat Light"/>
                  <a:cs typeface="+mj-lt"/>
                  <a:sym typeface="Montserrat Light"/>
                </a:endParaRPr>
              </a:p>
            </p:txBody>
          </p:sp>
        </p:gr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B464D"/>
        </a:solidFill>
        <a:effectLst/>
      </p:bgPr>
    </p:bg>
    <p:spTree>
      <p:nvGrpSpPr>
        <p:cNvPr id="1" name=""/>
        <p:cNvGrpSpPr/>
        <p:nvPr/>
      </p:nvGrpSpPr>
      <p:grpSpPr>
        <a:xfrm>
          <a:off x="0" y="0"/>
          <a:ext cx="0" cy="0"/>
          <a:chOff x="0" y="0"/>
          <a:chExt cx="0" cy="0"/>
        </a:xfrm>
      </p:grpSpPr>
      <p:sp>
        <p:nvSpPr>
          <p:cNvPr id="17" name="矩形 16"/>
          <p:cNvSpPr/>
          <p:nvPr/>
        </p:nvSpPr>
        <p:spPr>
          <a:xfrm>
            <a:off x="474345" y="9525"/>
            <a:ext cx="3758565" cy="6871970"/>
          </a:xfrm>
          <a:prstGeom prst="rect">
            <a:avLst/>
          </a:prstGeom>
          <a:solidFill>
            <a:srgbClr val="B556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5" name="组合 24"/>
          <p:cNvGrpSpPr/>
          <p:nvPr/>
        </p:nvGrpSpPr>
        <p:grpSpPr>
          <a:xfrm>
            <a:off x="1007745" y="2611755"/>
            <a:ext cx="2703830" cy="1304925"/>
            <a:chOff x="11445" y="45"/>
            <a:chExt cx="4258" cy="2055"/>
          </a:xfrm>
        </p:grpSpPr>
        <p:sp>
          <p:nvSpPr>
            <p:cNvPr id="26" name="文本框 25"/>
            <p:cNvSpPr txBox="1"/>
            <p:nvPr/>
          </p:nvSpPr>
          <p:spPr>
            <a:xfrm>
              <a:off x="11445" y="1202"/>
              <a:ext cx="4258" cy="898"/>
            </a:xfrm>
            <a:prstGeom prst="rect">
              <a:avLst/>
            </a:prstGeom>
            <a:noFill/>
          </p:spPr>
          <p:txBody>
            <a:bodyPr wrap="square" rtlCol="0" anchor="t">
              <a:spAutoFit/>
            </a:bodyPr>
            <a:lstStyle/>
            <a:p>
              <a:pPr algn="l" fontAlgn="auto">
                <a:lnSpc>
                  <a:spcPct val="130000"/>
                </a:lnSpc>
              </a:pPr>
              <a:r>
                <a:rPr lang="zh-CN" altLang="en-US" sz="800">
                  <a:solidFill>
                    <a:schemeClr val="bg1"/>
                  </a:solidFill>
                  <a:latin typeface="等线" panose="02010600030101010101" charset="-122"/>
                  <a:ea typeface="等线" panose="02010600030101010101" charset="-122"/>
                  <a:cs typeface="+mj-lt"/>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mj-lt"/>
              </a:endParaRPr>
            </a:p>
          </p:txBody>
        </p:sp>
        <p:sp>
          <p:nvSpPr>
            <p:cNvPr id="27" name="文本框 26"/>
            <p:cNvSpPr txBox="1"/>
            <p:nvPr/>
          </p:nvSpPr>
          <p:spPr>
            <a:xfrm>
              <a:off x="11445" y="45"/>
              <a:ext cx="4258" cy="725"/>
            </a:xfrm>
            <a:prstGeom prst="rect">
              <a:avLst/>
            </a:prstGeom>
            <a:noFill/>
          </p:spPr>
          <p:txBody>
            <a:bodyPr wrap="square" rtlCol="0">
              <a:spAutoFit/>
            </a:bodyPr>
            <a:lstStyle/>
            <a:p>
              <a:r>
                <a:rPr lang="zh-CN" altLang="en-US" sz="2400">
                  <a:solidFill>
                    <a:schemeClr val="bg1"/>
                  </a:solidFill>
                  <a:latin typeface="等线" panose="02010600030101010101" charset="-122"/>
                  <a:ea typeface="等线" panose="02010600030101010101" charset="-122"/>
                  <a:sym typeface="+mn-ea"/>
                </a:rPr>
                <a:t>添加此处原有标题</a:t>
              </a:r>
              <a:endParaRPr lang="zh-CN" altLang="en-US" sz="2400">
                <a:solidFill>
                  <a:schemeClr val="bg1"/>
                </a:solidFill>
                <a:latin typeface="等线" panose="02010600030101010101" charset="-122"/>
                <a:ea typeface="等线" panose="02010600030101010101" charset="-122"/>
                <a:sym typeface="+mn-ea"/>
              </a:endParaRPr>
            </a:p>
          </p:txBody>
        </p:sp>
      </p:grpSp>
      <p:grpSp>
        <p:nvGrpSpPr>
          <p:cNvPr id="16" name="组合 15"/>
          <p:cNvGrpSpPr/>
          <p:nvPr/>
        </p:nvGrpSpPr>
        <p:grpSpPr>
          <a:xfrm>
            <a:off x="4673600" y="1603375"/>
            <a:ext cx="5513070" cy="3651250"/>
            <a:chOff x="7360" y="1982"/>
            <a:chExt cx="8682" cy="5750"/>
          </a:xfrm>
        </p:grpSpPr>
        <p:grpSp>
          <p:nvGrpSpPr>
            <p:cNvPr id="8" name="组合 7"/>
            <p:cNvGrpSpPr/>
            <p:nvPr/>
          </p:nvGrpSpPr>
          <p:grpSpPr>
            <a:xfrm>
              <a:off x="7360" y="5936"/>
              <a:ext cx="8682" cy="1796"/>
              <a:chOff x="7160" y="1648"/>
              <a:chExt cx="8682" cy="1796"/>
            </a:xfrm>
          </p:grpSpPr>
          <p:grpSp>
            <p:nvGrpSpPr>
              <p:cNvPr id="2" name="组合 1"/>
              <p:cNvGrpSpPr/>
              <p:nvPr/>
            </p:nvGrpSpPr>
            <p:grpSpPr>
              <a:xfrm>
                <a:off x="7160" y="1648"/>
                <a:ext cx="3581" cy="1797"/>
                <a:chOff x="11445" y="554"/>
                <a:chExt cx="3581" cy="1797"/>
              </a:xfrm>
            </p:grpSpPr>
            <p:sp>
              <p:nvSpPr>
                <p:cNvPr id="3" name="文本框 2"/>
                <p:cNvSpPr txBox="1"/>
                <p:nvPr/>
              </p:nvSpPr>
              <p:spPr>
                <a:xfrm>
                  <a:off x="11445" y="1202"/>
                  <a:ext cx="3581" cy="1149"/>
                </a:xfrm>
                <a:prstGeom prst="rect">
                  <a:avLst/>
                </a:prstGeom>
                <a:noFill/>
              </p:spPr>
              <p:txBody>
                <a:bodyPr wrap="square" rtlCol="0" anchor="t">
                  <a:spAutoFit/>
                </a:bodyPr>
                <a:lstStyle/>
                <a:p>
                  <a:pPr algn="l" fontAlgn="auto">
                    <a:lnSpc>
                      <a:spcPct val="130000"/>
                    </a:lnSpc>
                  </a:pPr>
                  <a:r>
                    <a:rPr lang="zh-CN" altLang="en-US" sz="800">
                      <a:solidFill>
                        <a:schemeClr val="bg1"/>
                      </a:solidFill>
                      <a:latin typeface="等线" panose="02010600030101010101" charset="-122"/>
                      <a:ea typeface="等线" panose="02010600030101010101" charset="-122"/>
                      <a:cs typeface="+mj-lt"/>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mj-lt"/>
                  </a:endParaRPr>
                </a:p>
              </p:txBody>
            </p:sp>
            <p:sp>
              <p:nvSpPr>
                <p:cNvPr id="4" name="文本框 3"/>
                <p:cNvSpPr txBox="1"/>
                <p:nvPr/>
              </p:nvSpPr>
              <p:spPr>
                <a:xfrm>
                  <a:off x="11445" y="554"/>
                  <a:ext cx="3348" cy="483"/>
                </a:xfrm>
                <a:prstGeom prst="rect">
                  <a:avLst/>
                </a:prstGeom>
                <a:noFill/>
              </p:spPr>
              <p:txBody>
                <a:bodyPr wrap="square" rtlCol="0">
                  <a:spAutoFit/>
                </a:bodyPr>
                <a:lstStyle/>
                <a:p>
                  <a:r>
                    <a:rPr lang="zh-CN" altLang="en-US" sz="1400">
                      <a:solidFill>
                        <a:schemeClr val="bg1"/>
                      </a:solidFill>
                      <a:latin typeface="等线" panose="02010600030101010101" charset="-122"/>
                      <a:ea typeface="等线" panose="02010600030101010101" charset="-122"/>
                      <a:sym typeface="+mn-ea"/>
                    </a:rPr>
                    <a:t>添加此处原有标题</a:t>
                  </a:r>
                  <a:endParaRPr lang="zh-CN" altLang="en-US" sz="1400">
                    <a:solidFill>
                      <a:schemeClr val="bg1"/>
                    </a:solidFill>
                    <a:latin typeface="等线" panose="02010600030101010101" charset="-122"/>
                    <a:ea typeface="等线" panose="02010600030101010101" charset="-122"/>
                    <a:sym typeface="+mn-ea"/>
                  </a:endParaRPr>
                </a:p>
              </p:txBody>
            </p:sp>
          </p:grpSp>
          <p:grpSp>
            <p:nvGrpSpPr>
              <p:cNvPr id="5" name="组合 4"/>
              <p:cNvGrpSpPr/>
              <p:nvPr/>
            </p:nvGrpSpPr>
            <p:grpSpPr>
              <a:xfrm>
                <a:off x="12262" y="1648"/>
                <a:ext cx="3581" cy="1797"/>
                <a:chOff x="11445" y="554"/>
                <a:chExt cx="3581" cy="1797"/>
              </a:xfrm>
            </p:grpSpPr>
            <p:sp>
              <p:nvSpPr>
                <p:cNvPr id="6" name="文本框 5"/>
                <p:cNvSpPr txBox="1"/>
                <p:nvPr/>
              </p:nvSpPr>
              <p:spPr>
                <a:xfrm>
                  <a:off x="11445" y="1202"/>
                  <a:ext cx="3581" cy="1149"/>
                </a:xfrm>
                <a:prstGeom prst="rect">
                  <a:avLst/>
                </a:prstGeom>
                <a:noFill/>
              </p:spPr>
              <p:txBody>
                <a:bodyPr wrap="square" rtlCol="0" anchor="t">
                  <a:spAutoFit/>
                </a:bodyPr>
                <a:lstStyle/>
                <a:p>
                  <a:pPr algn="l" fontAlgn="auto">
                    <a:lnSpc>
                      <a:spcPct val="130000"/>
                    </a:lnSpc>
                  </a:pPr>
                  <a:r>
                    <a:rPr lang="zh-CN" altLang="en-US" sz="800">
                      <a:solidFill>
                        <a:schemeClr val="bg1"/>
                      </a:solidFill>
                      <a:latin typeface="等线" panose="02010600030101010101" charset="-122"/>
                      <a:ea typeface="等线" panose="02010600030101010101" charset="-122"/>
                      <a:cs typeface="+mj-lt"/>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mj-lt"/>
                  </a:endParaRPr>
                </a:p>
              </p:txBody>
            </p:sp>
            <p:sp>
              <p:nvSpPr>
                <p:cNvPr id="7" name="文本框 6"/>
                <p:cNvSpPr txBox="1"/>
                <p:nvPr/>
              </p:nvSpPr>
              <p:spPr>
                <a:xfrm>
                  <a:off x="11445" y="554"/>
                  <a:ext cx="3348" cy="483"/>
                </a:xfrm>
                <a:prstGeom prst="rect">
                  <a:avLst/>
                </a:prstGeom>
                <a:noFill/>
              </p:spPr>
              <p:txBody>
                <a:bodyPr wrap="square" rtlCol="0">
                  <a:spAutoFit/>
                </a:bodyPr>
                <a:lstStyle/>
                <a:p>
                  <a:r>
                    <a:rPr lang="zh-CN" altLang="en-US" sz="1400">
                      <a:solidFill>
                        <a:schemeClr val="bg1"/>
                      </a:solidFill>
                      <a:latin typeface="等线" panose="02010600030101010101" charset="-122"/>
                      <a:ea typeface="等线" panose="02010600030101010101" charset="-122"/>
                      <a:sym typeface="+mn-ea"/>
                    </a:rPr>
                    <a:t>添加此处原有标题</a:t>
                  </a:r>
                  <a:endParaRPr lang="zh-CN" altLang="en-US" sz="1400">
                    <a:solidFill>
                      <a:schemeClr val="bg1"/>
                    </a:solidFill>
                    <a:latin typeface="等线" panose="02010600030101010101" charset="-122"/>
                    <a:ea typeface="等线" panose="02010600030101010101" charset="-122"/>
                    <a:sym typeface="+mn-ea"/>
                  </a:endParaRPr>
                </a:p>
              </p:txBody>
            </p:sp>
          </p:grpSp>
        </p:grpSp>
        <p:grpSp>
          <p:nvGrpSpPr>
            <p:cNvPr id="9" name="组合 8"/>
            <p:cNvGrpSpPr/>
            <p:nvPr/>
          </p:nvGrpSpPr>
          <p:grpSpPr>
            <a:xfrm>
              <a:off x="7360" y="1982"/>
              <a:ext cx="8682" cy="1796"/>
              <a:chOff x="7160" y="1648"/>
              <a:chExt cx="8682" cy="1796"/>
            </a:xfrm>
          </p:grpSpPr>
          <p:grpSp>
            <p:nvGrpSpPr>
              <p:cNvPr id="10" name="组合 9"/>
              <p:cNvGrpSpPr/>
              <p:nvPr/>
            </p:nvGrpSpPr>
            <p:grpSpPr>
              <a:xfrm>
                <a:off x="7160" y="1648"/>
                <a:ext cx="3581" cy="1797"/>
                <a:chOff x="11445" y="554"/>
                <a:chExt cx="3581" cy="1797"/>
              </a:xfrm>
            </p:grpSpPr>
            <p:sp>
              <p:nvSpPr>
                <p:cNvPr id="11" name="文本框 10"/>
                <p:cNvSpPr txBox="1"/>
                <p:nvPr/>
              </p:nvSpPr>
              <p:spPr>
                <a:xfrm>
                  <a:off x="11445" y="1202"/>
                  <a:ext cx="3581" cy="1149"/>
                </a:xfrm>
                <a:prstGeom prst="rect">
                  <a:avLst/>
                </a:prstGeom>
                <a:noFill/>
              </p:spPr>
              <p:txBody>
                <a:bodyPr wrap="square" rtlCol="0" anchor="t">
                  <a:spAutoFit/>
                </a:bodyPr>
                <a:lstStyle/>
                <a:p>
                  <a:pPr algn="l" fontAlgn="auto">
                    <a:lnSpc>
                      <a:spcPct val="130000"/>
                    </a:lnSpc>
                  </a:pPr>
                  <a:r>
                    <a:rPr lang="zh-CN" altLang="en-US" sz="800">
                      <a:solidFill>
                        <a:schemeClr val="bg1"/>
                      </a:solidFill>
                      <a:latin typeface="等线" panose="02010600030101010101" charset="-122"/>
                      <a:ea typeface="等线" panose="02010600030101010101" charset="-122"/>
                      <a:cs typeface="+mj-lt"/>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mj-lt"/>
                  </a:endParaRPr>
                </a:p>
              </p:txBody>
            </p:sp>
            <p:sp>
              <p:nvSpPr>
                <p:cNvPr id="12" name="文本框 11"/>
                <p:cNvSpPr txBox="1"/>
                <p:nvPr/>
              </p:nvSpPr>
              <p:spPr>
                <a:xfrm>
                  <a:off x="11445" y="554"/>
                  <a:ext cx="3348" cy="483"/>
                </a:xfrm>
                <a:prstGeom prst="rect">
                  <a:avLst/>
                </a:prstGeom>
                <a:noFill/>
              </p:spPr>
              <p:txBody>
                <a:bodyPr wrap="square" rtlCol="0">
                  <a:spAutoFit/>
                </a:bodyPr>
                <a:lstStyle/>
                <a:p>
                  <a:r>
                    <a:rPr lang="zh-CN" altLang="en-US" sz="1400">
                      <a:solidFill>
                        <a:schemeClr val="bg1"/>
                      </a:solidFill>
                      <a:latin typeface="等线" panose="02010600030101010101" charset="-122"/>
                      <a:ea typeface="等线" panose="02010600030101010101" charset="-122"/>
                      <a:sym typeface="+mn-ea"/>
                    </a:rPr>
                    <a:t>添加此处原有标题</a:t>
                  </a:r>
                  <a:endParaRPr lang="zh-CN" altLang="en-US" sz="1400">
                    <a:solidFill>
                      <a:schemeClr val="bg1"/>
                    </a:solidFill>
                    <a:latin typeface="等线" panose="02010600030101010101" charset="-122"/>
                    <a:ea typeface="等线" panose="02010600030101010101" charset="-122"/>
                    <a:sym typeface="+mn-ea"/>
                  </a:endParaRPr>
                </a:p>
              </p:txBody>
            </p:sp>
          </p:grpSp>
          <p:grpSp>
            <p:nvGrpSpPr>
              <p:cNvPr id="13" name="组合 12"/>
              <p:cNvGrpSpPr/>
              <p:nvPr/>
            </p:nvGrpSpPr>
            <p:grpSpPr>
              <a:xfrm>
                <a:off x="12262" y="1648"/>
                <a:ext cx="3581" cy="1797"/>
                <a:chOff x="11445" y="554"/>
                <a:chExt cx="3581" cy="1797"/>
              </a:xfrm>
            </p:grpSpPr>
            <p:sp>
              <p:nvSpPr>
                <p:cNvPr id="14" name="文本框 13"/>
                <p:cNvSpPr txBox="1"/>
                <p:nvPr/>
              </p:nvSpPr>
              <p:spPr>
                <a:xfrm>
                  <a:off x="11445" y="1202"/>
                  <a:ext cx="3581" cy="1149"/>
                </a:xfrm>
                <a:prstGeom prst="rect">
                  <a:avLst/>
                </a:prstGeom>
                <a:noFill/>
              </p:spPr>
              <p:txBody>
                <a:bodyPr wrap="square" rtlCol="0" anchor="t">
                  <a:spAutoFit/>
                </a:bodyPr>
                <a:lstStyle/>
                <a:p>
                  <a:pPr algn="l" fontAlgn="auto">
                    <a:lnSpc>
                      <a:spcPct val="130000"/>
                    </a:lnSpc>
                  </a:pPr>
                  <a:r>
                    <a:rPr lang="zh-CN" altLang="en-US" sz="800">
                      <a:solidFill>
                        <a:schemeClr val="bg1"/>
                      </a:solidFill>
                      <a:latin typeface="等线" panose="02010600030101010101" charset="-122"/>
                      <a:ea typeface="等线" panose="02010600030101010101" charset="-122"/>
                      <a:cs typeface="+mj-lt"/>
                    </a:rPr>
                    <a:t>I walked through many mountains, walked through many waters, and knew many people. The only thing that really makes me tempted is that you see me at the moment. </a:t>
                  </a:r>
                  <a:endParaRPr lang="zh-CN" altLang="en-US" sz="800">
                    <a:solidFill>
                      <a:schemeClr val="bg1"/>
                    </a:solidFill>
                    <a:latin typeface="等线" panose="02010600030101010101" charset="-122"/>
                    <a:ea typeface="等线" panose="02010600030101010101" charset="-122"/>
                    <a:cs typeface="+mj-lt"/>
                  </a:endParaRPr>
                </a:p>
              </p:txBody>
            </p:sp>
            <p:sp>
              <p:nvSpPr>
                <p:cNvPr id="15" name="文本框 14"/>
                <p:cNvSpPr txBox="1"/>
                <p:nvPr/>
              </p:nvSpPr>
              <p:spPr>
                <a:xfrm>
                  <a:off x="11445" y="554"/>
                  <a:ext cx="3348" cy="483"/>
                </a:xfrm>
                <a:prstGeom prst="rect">
                  <a:avLst/>
                </a:prstGeom>
                <a:noFill/>
              </p:spPr>
              <p:txBody>
                <a:bodyPr wrap="square" rtlCol="0">
                  <a:spAutoFit/>
                </a:bodyPr>
                <a:lstStyle/>
                <a:p>
                  <a:r>
                    <a:rPr lang="zh-CN" altLang="en-US" sz="1400">
                      <a:solidFill>
                        <a:schemeClr val="bg1"/>
                      </a:solidFill>
                      <a:latin typeface="等线" panose="02010600030101010101" charset="-122"/>
                      <a:ea typeface="等线" panose="02010600030101010101" charset="-122"/>
                      <a:sym typeface="+mn-ea"/>
                    </a:rPr>
                    <a:t>添加此处原有标题</a:t>
                  </a:r>
                  <a:endParaRPr lang="zh-CN" altLang="en-US" sz="1400">
                    <a:solidFill>
                      <a:schemeClr val="bg1"/>
                    </a:solidFill>
                    <a:latin typeface="等线" panose="02010600030101010101" charset="-122"/>
                    <a:ea typeface="等线" panose="02010600030101010101" charset="-122"/>
                    <a:sym typeface="+mn-ea"/>
                  </a:endParaRPr>
                </a:p>
              </p:txBody>
            </p:sp>
          </p:grpSp>
        </p:grpSp>
      </p:gr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cstate="screen">
            <a:lum/>
          </a:blip>
          <a:srcRect/>
          <a:stretch>
            <a:fillRect/>
          </a:stretch>
        </a:blipFill>
        <a:effectLst/>
      </p:bgPr>
    </p:bg>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392697" y="331963"/>
            <a:ext cx="11406605" cy="6194073"/>
          </a:xfrm>
          <a:prstGeom prst="rect">
            <a:avLst/>
          </a:prstGeom>
        </p:spPr>
      </p:pic>
      <p:sp>
        <p:nvSpPr>
          <p:cNvPr id="2" name="文本框 1"/>
          <p:cNvSpPr txBox="1"/>
          <p:nvPr/>
        </p:nvSpPr>
        <p:spPr>
          <a:xfrm>
            <a:off x="3077307" y="4046494"/>
            <a:ext cx="6037384" cy="1862048"/>
          </a:xfrm>
          <a:prstGeom prst="rect">
            <a:avLst/>
          </a:prstGeom>
          <a:noFill/>
        </p:spPr>
        <p:txBody>
          <a:bodyPr wrap="square" rtlCol="0">
            <a:spAutoFit/>
          </a:bodyPr>
          <a:lstStyle/>
          <a:p>
            <a:pPr algn="dist"/>
            <a:r>
              <a:rPr lang="en-US" altLang="zh-CN" sz="11500" b="1" dirty="0">
                <a:solidFill>
                  <a:schemeClr val="bg1"/>
                </a:solidFill>
              </a:rPr>
              <a:t>THANKS</a:t>
            </a:r>
            <a:endParaRPr lang="zh-CN" altLang="en-US" sz="11500" b="1" dirty="0">
              <a:solidFill>
                <a:schemeClr val="bg1"/>
              </a:solidFill>
            </a:endParaRPr>
          </a:p>
        </p:txBody>
      </p:sp>
      <p:sp>
        <p:nvSpPr>
          <p:cNvPr id="3" name="椭圆 2"/>
          <p:cNvSpPr/>
          <p:nvPr/>
        </p:nvSpPr>
        <p:spPr>
          <a:xfrm>
            <a:off x="8213005" y="1625626"/>
            <a:ext cx="1803374" cy="1803374"/>
          </a:xfrm>
          <a:prstGeom prst="ellipse">
            <a:avLst/>
          </a:prstGeom>
          <a:noFill/>
          <a:ln>
            <a:solidFill>
              <a:srgbClr val="B5563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6000">
        <p15:prstTrans prst="curtains"/>
      </p:transition>
    </mc:Choice>
    <mc:Fallback>
      <p:transition spd="slow">
        <p:fade/>
      </p:transition>
    </mc:Fallback>
  </mc:AlternateContent>
</p:sld>
</file>

<file path=ppt/tags/tag1.xml><?xml version="1.0" encoding="utf-8"?>
<p:tagLst xmlns:p="http://schemas.openxmlformats.org/presentationml/2006/main">
  <p:tag name="COMMONDATA" val="eyJoZGlkIjoiODAxMTM5MzFhOWUwODJiZjcwZWJkMjJmM2RlYzNhN2QifQ=="/>
</p:tagLst>
</file>

<file path=ppt/theme/theme1.xml><?xml version="1.0" encoding="utf-8"?>
<a:theme xmlns:a="http://schemas.openxmlformats.org/drawingml/2006/main" name="https://v.youku.com/v_show/id_XNTg4OTcwMDM3Ng==.html&#1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7946</Words>
  <Application>WPS 演示</Application>
  <PresentationFormat>宽屏</PresentationFormat>
  <Paragraphs>202</Paragraphs>
  <Slides>18</Slides>
  <Notes>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18</vt:i4>
      </vt:variant>
    </vt:vector>
  </HeadingPairs>
  <TitlesOfParts>
    <vt:vector size="39" baseType="lpstr">
      <vt:lpstr>Arial</vt:lpstr>
      <vt:lpstr>宋体</vt:lpstr>
      <vt:lpstr>Wingdings</vt:lpstr>
      <vt:lpstr>等线</vt:lpstr>
      <vt:lpstr>..黑体UI-韩语</vt:lpstr>
      <vt:lpstr>黑体</vt:lpstr>
      <vt:lpstr>Montserrat Medium</vt:lpstr>
      <vt:lpstr>Montserrat Light</vt:lpstr>
      <vt:lpstr>思源黑体 CN Regular</vt:lpstr>
      <vt:lpstr>Arial</vt:lpstr>
      <vt:lpstr>Montserrat Light</vt:lpstr>
      <vt:lpstr>Montserrat</vt:lpstr>
      <vt:lpstr>Montserrat</vt:lpstr>
      <vt:lpstr>思源黑体 CN Light</vt:lpstr>
      <vt:lpstr>Open Sans</vt:lpstr>
      <vt:lpstr>Times New Roman</vt:lpstr>
      <vt:lpstr>微软雅黑</vt:lpstr>
      <vt:lpstr>Arial Unicode MS</vt:lpstr>
      <vt:lpstr>等线 Light</vt:lpstr>
      <vt:lpstr>Calibri</vt:lpstr>
      <vt:lpstr>https://v.youku.com/v_show/id_XNTg4OTcwMDM3Ng==.html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凤凤 赵</dc:creator>
  <cp:lastModifiedBy>Administrator</cp:lastModifiedBy>
  <cp:revision>15</cp:revision>
  <dcterms:created xsi:type="dcterms:W3CDTF">2020-01-17T06:56:00Z</dcterms:created>
  <dcterms:modified xsi:type="dcterms:W3CDTF">2022-09-28T02:12:29Z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46BD418CE0A0415CB33447F288884AB9</vt:lpwstr>
  </property>
  <property fmtid="{D5CDD505-2E9C-101B-9397-08002B2CF9AE}" pid="3" name="KSOProductBuildVer">
    <vt:lpwstr>2052-11.1.0.12358</vt:lpwstr>
  </property>
</Properties>
</file>
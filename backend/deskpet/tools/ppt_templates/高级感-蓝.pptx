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6858000" cy="9144000"/>
  <p:embeddedFontLst>
    <p:embeddedFont>
      <p:font typeface="Lato" panose="020F0502020204030203"/>
      <p:regular r:id="rId25"/>
      <p:bold r:id="rId26"/>
      <p:italic r:id="rId27"/>
    </p:embeddedFont>
    <p:embeddedFont>
      <p:font typeface="Montserrat Classic" panose="00000500000000000000"/>
      <p:regular r:id="rId28"/>
    </p:embeddedFont>
    <p:embeddedFont>
      <p:font typeface="Lato Italics" panose="020F0502020204030203"/>
      <p:italic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058756"/>
            <a:ext cx="18288000" cy="1199544"/>
          </a:xfrm>
          <a:prstGeom prst="rect">
            <a:avLst/>
          </a:prstGeom>
          <a:solidFill>
            <a:srgbClr val="DCE2E2"/>
          </a:solidFill>
        </p:spPr>
      </p:sp>
      <p:sp>
        <p:nvSpPr>
          <p:cNvPr id="3" name="TextBox 3"/>
          <p:cNvSpPr txBox="1"/>
          <p:nvPr/>
        </p:nvSpPr>
        <p:spPr>
          <a:xfrm>
            <a:off x="696859" y="2777817"/>
            <a:ext cx="16894281" cy="2760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95"/>
              </a:lnSpc>
              <a:spcBef>
                <a:spcPct val="0"/>
              </a:spcBef>
            </a:pPr>
            <a:r>
              <a:rPr lang="en-US" sz="16210">
                <a:solidFill>
                  <a:srgbClr val="BAC6C6"/>
                </a:solidFill>
                <a:latin typeface="Noto Serif Display ExtraCondensed Light Bold"/>
              </a:rPr>
              <a:t>SARAH AMELIA</a:t>
            </a:r>
            <a:endParaRPr lang="en-US" sz="16210">
              <a:solidFill>
                <a:srgbClr val="BAC6C6"/>
              </a:solidFill>
              <a:latin typeface="Noto Serif Display ExtraCondensed L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01313" y="3390946"/>
            <a:ext cx="13485373" cy="243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5"/>
              </a:lnSpc>
              <a:spcBef>
                <a:spcPct val="0"/>
              </a:spcBef>
            </a:pPr>
            <a:r>
              <a:rPr lang="en-US" sz="14150">
                <a:solidFill>
                  <a:srgbClr val="464A4E"/>
                </a:solidFill>
                <a:latin typeface="BDScript Bold" panose="00000800000000000000"/>
              </a:rPr>
              <a:t>graphic designer</a:t>
            </a:r>
            <a:endParaRPr lang="en-US" sz="14150">
              <a:solidFill>
                <a:srgbClr val="464A4E"/>
              </a:solidFill>
              <a:latin typeface="BDScript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401313" y="8389288"/>
            <a:ext cx="1348537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281">
                <a:solidFill>
                  <a:srgbClr val="464A4E"/>
                </a:solidFill>
                <a:latin typeface="Lato" panose="020F0502020204030203"/>
              </a:rPr>
              <a:t>Graphic entrepreneur in presentation - Creative std.</a:t>
            </a:r>
            <a:endParaRPr lang="en-US" sz="3000" spc="281">
              <a:solidFill>
                <a:srgbClr val="464A4E"/>
              </a:solidFill>
              <a:latin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874945"/>
            <a:ext cx="8668253" cy="86336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2630" r="21833"/>
          <a:stretch>
            <a:fillRect/>
          </a:stretch>
        </p:blipFill>
        <p:spPr>
          <a:xfrm>
            <a:off x="1028099" y="1076993"/>
            <a:ext cx="8288455" cy="8229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510593" y="912378"/>
            <a:ext cx="6116762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About Me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35183" y="7039773"/>
            <a:ext cx="4673278" cy="203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540"/>
              </a:lnSpc>
              <a:spcBef>
                <a:spcPct val="0"/>
              </a:spcBef>
            </a:pPr>
            <a:r>
              <a:rPr lang="en-US" sz="11815">
                <a:solidFill>
                  <a:srgbClr val="464A4E"/>
                </a:solidFill>
                <a:latin typeface="BDScript Bold" panose="00000800000000000000"/>
              </a:rPr>
              <a:t>about me</a:t>
            </a:r>
            <a:endParaRPr lang="en-US" sz="11815">
              <a:solidFill>
                <a:srgbClr val="464A4E"/>
              </a:solidFill>
              <a:latin typeface="BDScript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510593" y="3457182"/>
            <a:ext cx="7232990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EXPERIENCE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10593" y="3947828"/>
            <a:ext cx="654025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10593" y="5600524"/>
            <a:ext cx="7232990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AWARDS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510593" y="6091169"/>
            <a:ext cx="654025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2195" y="1028700"/>
            <a:ext cx="12343609" cy="8229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2075328"/>
            <a:ext cx="1623060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464A4E"/>
                </a:solidFill>
                <a:latin typeface="BDScript Bold" panose="00000800000000000000"/>
              </a:rPr>
              <a:t>Just keep moving forward</a:t>
            </a:r>
            <a:endParaRPr lang="en-US" sz="12000">
              <a:solidFill>
                <a:srgbClr val="464A4E"/>
              </a:solidFill>
              <a:latin typeface="BDScrip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8077922"/>
            <a:ext cx="6787393" cy="2209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120"/>
              </a:lnSpc>
              <a:spcBef>
                <a:spcPct val="0"/>
              </a:spcBef>
            </a:pPr>
            <a:r>
              <a:rPr lang="en-US" sz="12940">
                <a:solidFill>
                  <a:srgbClr val="BAC6C6"/>
                </a:solidFill>
                <a:latin typeface="Noto Serif Display ExtraCondensed Light Bold"/>
              </a:rPr>
              <a:t>QUOTE</a:t>
            </a:r>
            <a:endParaRPr lang="en-US" sz="12940">
              <a:solidFill>
                <a:srgbClr val="BAC6C6"/>
              </a:solidFill>
              <a:latin typeface="Noto Serif Display ExtraCondensed Ligh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99846" y="0"/>
            <a:ext cx="8088154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1024172" y="2531054"/>
            <a:ext cx="3666239" cy="7216502"/>
            <a:chOff x="0" y="0"/>
            <a:chExt cx="1240185" cy="24411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0185" cy="2441138"/>
            </a:xfrm>
            <a:custGeom>
              <a:avLst/>
              <a:gdLst/>
              <a:ahLst/>
              <a:cxnLst/>
              <a:rect l="l" t="t" r="r" b="b"/>
              <a:pathLst>
                <a:path w="1240185" h="2441138">
                  <a:moveTo>
                    <a:pt x="0" y="0"/>
                  </a:moveTo>
                  <a:lnTo>
                    <a:pt x="0" y="2441138"/>
                  </a:lnTo>
                  <a:lnTo>
                    <a:pt x="1240185" y="2441138"/>
                  </a:lnTo>
                  <a:lnTo>
                    <a:pt x="1240185" y="0"/>
                  </a:lnTo>
                  <a:lnTo>
                    <a:pt x="0" y="0"/>
                  </a:lnTo>
                  <a:close/>
                  <a:moveTo>
                    <a:pt x="1179225" y="2380178"/>
                  </a:moveTo>
                  <a:lnTo>
                    <a:pt x="59690" y="2380178"/>
                  </a:lnTo>
                  <a:lnTo>
                    <a:pt x="59690" y="59690"/>
                  </a:lnTo>
                  <a:lnTo>
                    <a:pt x="1179225" y="59690"/>
                  </a:lnTo>
                  <a:lnTo>
                    <a:pt x="1179225" y="23801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201884" y="1345336"/>
            <a:ext cx="6116762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Welcome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71240" y="1480634"/>
            <a:ext cx="5972155" cy="2033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540"/>
              </a:lnSpc>
              <a:spcBef>
                <a:spcPct val="0"/>
              </a:spcBef>
            </a:pPr>
            <a:r>
              <a:rPr lang="en-US" sz="11815">
                <a:solidFill>
                  <a:srgbClr val="BAC6C6"/>
                </a:solidFill>
                <a:latin typeface="BDScript Bold" panose="00000800000000000000"/>
              </a:rPr>
              <a:t>creative std.</a:t>
            </a:r>
            <a:endParaRPr lang="en-US" sz="11815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1884" y="4380787"/>
            <a:ext cx="7319582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01884" y="6004578"/>
            <a:ext cx="7319582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3906" b="58141"/>
          <a:stretch>
            <a:fillRect/>
          </a:stretch>
        </p:blipFill>
        <p:spPr>
          <a:xfrm>
            <a:off x="0" y="0"/>
            <a:ext cx="18288000" cy="4581298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028700" y="1028700"/>
            <a:ext cx="16230600" cy="8229600"/>
            <a:chOff x="0" y="0"/>
            <a:chExt cx="5490351" cy="2783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90351" cy="2783840"/>
            </a:xfrm>
            <a:custGeom>
              <a:avLst/>
              <a:gdLst/>
              <a:ahLst/>
              <a:cxnLst/>
              <a:rect l="l" t="t" r="r" b="b"/>
              <a:pathLst>
                <a:path w="5490351" h="2783840">
                  <a:moveTo>
                    <a:pt x="0" y="0"/>
                  </a:moveTo>
                  <a:lnTo>
                    <a:pt x="0" y="2783840"/>
                  </a:lnTo>
                  <a:lnTo>
                    <a:pt x="5490351" y="2783840"/>
                  </a:lnTo>
                  <a:lnTo>
                    <a:pt x="5490351" y="0"/>
                  </a:lnTo>
                  <a:lnTo>
                    <a:pt x="0" y="0"/>
                  </a:lnTo>
                  <a:close/>
                  <a:moveTo>
                    <a:pt x="5429391" y="2722880"/>
                  </a:moveTo>
                  <a:lnTo>
                    <a:pt x="59690" y="2722880"/>
                  </a:lnTo>
                  <a:lnTo>
                    <a:pt x="59690" y="59690"/>
                  </a:lnTo>
                  <a:lnTo>
                    <a:pt x="5429391" y="59690"/>
                  </a:lnTo>
                  <a:lnTo>
                    <a:pt x="5429391" y="2722880"/>
                  </a:lnTo>
                  <a:close/>
                </a:path>
              </a:pathLst>
            </a:custGeom>
            <a:solidFill>
              <a:srgbClr val="BAC6C6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047967" y="7016650"/>
            <a:ext cx="564473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68123" y="7016650"/>
            <a:ext cx="564473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8123" y="5067300"/>
            <a:ext cx="10502212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Introduction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5143500"/>
          </a:xfrm>
          <a:prstGeom prst="rect">
            <a:avLst/>
          </a:prstGeom>
          <a:solidFill>
            <a:srgbClr val="DCE2E2"/>
          </a:solidFill>
        </p:spPr>
      </p:sp>
      <p:sp>
        <p:nvSpPr>
          <p:cNvPr id="3" name="AutoShape 3"/>
          <p:cNvSpPr/>
          <p:nvPr/>
        </p:nvSpPr>
        <p:spPr>
          <a:xfrm>
            <a:off x="797789" y="826653"/>
            <a:ext cx="6561186" cy="86336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33430" y="1028700"/>
            <a:ext cx="6089904" cy="8229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996587" y="6757035"/>
            <a:ext cx="3393352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996587" y="1114425"/>
            <a:ext cx="9262713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Me Story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28700" y="1106138"/>
            <a:ext cx="16230600" cy="8074723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7768142" y="0"/>
            <a:ext cx="10519858" cy="10287000"/>
          </a:xfrm>
          <a:prstGeom prst="rect">
            <a:avLst/>
          </a:prstGeom>
          <a:solidFill>
            <a:srgbClr val="DCE2E2">
              <a:alpha val="83922"/>
            </a:srgbClr>
          </a:solidFill>
        </p:spPr>
      </p:sp>
      <p:sp>
        <p:nvSpPr>
          <p:cNvPr id="4" name="TextBox 4"/>
          <p:cNvSpPr txBox="1"/>
          <p:nvPr/>
        </p:nvSpPr>
        <p:spPr>
          <a:xfrm>
            <a:off x="8960030" y="4403944"/>
            <a:ext cx="6675712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750"/>
              </a:lnSpc>
              <a:spcBef>
                <a:spcPct val="0"/>
              </a:spcBef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MASTERS IN PRODUCT DESIGN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960030" y="5076825"/>
            <a:ext cx="745561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960030" y="6445039"/>
            <a:ext cx="6675712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750"/>
              </a:lnSpc>
              <a:spcBef>
                <a:spcPct val="0"/>
              </a:spcBef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BA PRODUCT DESIGN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66988" y="7089172"/>
            <a:ext cx="744865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60030" y="1474091"/>
            <a:ext cx="8299270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Education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8241821" y="4543522"/>
            <a:ext cx="187386" cy="3370515"/>
            <a:chOff x="0" y="0"/>
            <a:chExt cx="249848" cy="4494020"/>
          </a:xfrm>
        </p:grpSpPr>
        <p:sp>
          <p:nvSpPr>
            <p:cNvPr id="10" name="AutoShape 10"/>
            <p:cNvSpPr/>
            <p:nvPr/>
          </p:nvSpPr>
          <p:spPr>
            <a:xfrm rot="5385302">
              <a:off x="-2102975" y="2247010"/>
              <a:ext cx="4455798" cy="0"/>
            </a:xfrm>
            <a:prstGeom prst="line">
              <a:avLst/>
            </a:prstGeom>
            <a:ln w="38100" cap="rnd">
              <a:solidFill>
                <a:srgbClr val="464A4E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 rot="0">
              <a:off x="0" y="0"/>
              <a:ext cx="249848" cy="249848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64A4E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 rot="0">
              <a:off x="0" y="2702951"/>
              <a:ext cx="249848" cy="249848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464A4E"/>
              </a:solidFill>
            </p:spPr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9518" r="4442"/>
          <a:stretch>
            <a:fillRect/>
          </a:stretch>
        </p:blipFill>
        <p:spPr>
          <a:xfrm>
            <a:off x="10988211" y="1826961"/>
            <a:ext cx="5575164" cy="663307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287145" y="7324195"/>
            <a:ext cx="5972155" cy="2033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40"/>
              </a:lnSpc>
              <a:spcBef>
                <a:spcPct val="0"/>
              </a:spcBef>
            </a:pPr>
            <a:r>
              <a:rPr lang="en-US" sz="11815">
                <a:solidFill>
                  <a:srgbClr val="464A4E"/>
                </a:solidFill>
                <a:latin typeface="BDScript Bold" panose="00000800000000000000"/>
              </a:rPr>
              <a:t>professional</a:t>
            </a:r>
            <a:endParaRPr lang="en-US" sz="11815">
              <a:solidFill>
                <a:srgbClr val="464A4E"/>
              </a:solidFill>
              <a:latin typeface="BDScript Bold" panose="0000080000000000000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DCE2E2"/>
          </a:solidFill>
        </p:spPr>
      </p:sp>
      <p:sp>
        <p:nvSpPr>
          <p:cNvPr id="5" name="TextBox 5"/>
          <p:cNvSpPr txBox="1"/>
          <p:nvPr/>
        </p:nvSpPr>
        <p:spPr>
          <a:xfrm>
            <a:off x="1028700" y="6354191"/>
            <a:ext cx="4057959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Copywriting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  <a:p>
            <a:pPr marL="518160" lvl="1" indent="-259080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Layout design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  <a:p>
            <a:pPr marL="518160" lvl="1" indent="-259080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Social media design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  <a:p>
            <a:pPr marL="518160" lvl="1" indent="-259080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Photo editing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63427" y="1114425"/>
            <a:ext cx="7051873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What We Do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1293" r="33720"/>
          <a:stretch>
            <a:fillRect/>
          </a:stretch>
        </p:blipFill>
        <p:spPr>
          <a:xfrm>
            <a:off x="14689024" y="0"/>
            <a:ext cx="3598976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1114425"/>
            <a:ext cx="9455005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Personal Skills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02164" y="5518150"/>
            <a:ext cx="3981879" cy="43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3100">
                <a:solidFill>
                  <a:srgbClr val="464A4E"/>
                </a:solidFill>
                <a:latin typeface="Montserrat Classic" panose="00000500000000000000"/>
              </a:rPr>
              <a:t>Time management</a:t>
            </a:r>
            <a:endParaRPr lang="en-US" sz="31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27351" y="5518150"/>
            <a:ext cx="3981879" cy="43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3100">
                <a:solidFill>
                  <a:srgbClr val="464A4E"/>
                </a:solidFill>
                <a:latin typeface="Montserrat Classic" panose="00000500000000000000"/>
              </a:rPr>
              <a:t>Creative spirit</a:t>
            </a:r>
            <a:endParaRPr lang="en-US" sz="31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71223" y="7734504"/>
            <a:ext cx="3981879" cy="43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0"/>
              </a:lnSpc>
              <a:spcBef>
                <a:spcPct val="0"/>
              </a:spcBef>
            </a:pPr>
            <a:r>
              <a:rPr lang="en-US" sz="3100" u="none">
                <a:solidFill>
                  <a:srgbClr val="464A4E"/>
                </a:solidFill>
                <a:latin typeface="Montserrat Classic" panose="00000500000000000000"/>
              </a:rPr>
              <a:t>Organized</a:t>
            </a:r>
            <a:endParaRPr lang="en-US" sz="3100" u="none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7462" y="6639855"/>
            <a:ext cx="3981879" cy="43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3100">
                <a:solidFill>
                  <a:srgbClr val="464A4E"/>
                </a:solidFill>
                <a:latin typeface="Montserrat Classic" panose="00000500000000000000"/>
              </a:rPr>
              <a:t>Fast learner</a:t>
            </a:r>
            <a:endParaRPr lang="en-US" sz="31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14964" y="6639855"/>
            <a:ext cx="3981879" cy="43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3100">
                <a:solidFill>
                  <a:srgbClr val="464A4E"/>
                </a:solidFill>
                <a:latin typeface="Montserrat Classic" panose="00000500000000000000"/>
              </a:rPr>
              <a:t>Motivated</a:t>
            </a:r>
            <a:endParaRPr lang="en-US" sz="31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09517" y="6639855"/>
            <a:ext cx="3981879" cy="43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0"/>
              </a:lnSpc>
              <a:spcBef>
                <a:spcPct val="0"/>
              </a:spcBef>
            </a:pPr>
            <a:r>
              <a:rPr lang="en-US" sz="3100" u="none">
                <a:solidFill>
                  <a:srgbClr val="464A4E"/>
                </a:solidFill>
                <a:latin typeface="Montserrat Classic" panose="00000500000000000000"/>
              </a:rPr>
              <a:t>Professional</a:t>
            </a:r>
            <a:endParaRPr lang="en-US" sz="3100" u="none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27351" y="7734504"/>
            <a:ext cx="3981879" cy="43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0"/>
              </a:lnSpc>
              <a:spcBef>
                <a:spcPct val="0"/>
              </a:spcBef>
            </a:pPr>
            <a:r>
              <a:rPr lang="en-US" sz="3100" u="none">
                <a:solidFill>
                  <a:srgbClr val="464A4E"/>
                </a:solidFill>
                <a:latin typeface="Montserrat Classic" panose="00000500000000000000"/>
              </a:rPr>
              <a:t>Reliable </a:t>
            </a:r>
            <a:endParaRPr lang="en-US" sz="3100" u="none">
              <a:solidFill>
                <a:srgbClr val="464A4E"/>
              </a:solidFill>
              <a:latin typeface="Montserrat Classic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8229600"/>
          </a:xfrm>
          <a:prstGeom prst="rect">
            <a:avLst/>
          </a:prstGeom>
          <a:solidFill>
            <a:srgbClr val="DCE2E2"/>
          </a:solidFill>
        </p:spPr>
      </p:sp>
      <p:sp>
        <p:nvSpPr>
          <p:cNvPr id="3" name="TextBox 3"/>
          <p:cNvSpPr txBox="1"/>
          <p:nvPr/>
        </p:nvSpPr>
        <p:spPr>
          <a:xfrm>
            <a:off x="6888170" y="2685715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ONE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88170" y="3225729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88170" y="5661096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TWO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88170" y="6201110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39641" y="2685715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THREE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039641" y="3225729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039641" y="5661096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FOUR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39641" y="6201110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17825" y="1964112"/>
            <a:ext cx="4092686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Skills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557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17825" y="6714795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ONE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17825" y="7254809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35753" y="6714795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TWO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35753" y="7254809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17825" y="1403064"/>
            <a:ext cx="6809124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Experience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82925" y="6714795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THREE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82925" y="7254809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73000"/>
          </a:blip>
          <a:srcRect t="1557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96859" y="2311092"/>
            <a:ext cx="16894281" cy="2760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95"/>
              </a:lnSpc>
              <a:spcBef>
                <a:spcPct val="0"/>
              </a:spcBef>
            </a:pPr>
            <a:r>
              <a:rPr lang="en-US" sz="16210">
                <a:solidFill>
                  <a:srgbClr val="BAC6C6"/>
                </a:solidFill>
                <a:latin typeface="Noto Serif Display ExtraCondensed Light Bold"/>
              </a:rPr>
              <a:t>BREAK TIME</a:t>
            </a:r>
            <a:endParaRPr lang="en-US" sz="16210">
              <a:solidFill>
                <a:srgbClr val="BAC6C6"/>
              </a:solidFill>
              <a:latin typeface="Noto Serif Display ExtraCondensed L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01313" y="2955971"/>
            <a:ext cx="13485373" cy="243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5"/>
              </a:lnSpc>
              <a:spcBef>
                <a:spcPct val="0"/>
              </a:spcBef>
            </a:pPr>
            <a:r>
              <a:rPr lang="en-US" sz="14150">
                <a:solidFill>
                  <a:srgbClr val="464A4E"/>
                </a:solidFill>
                <a:latin typeface="BDScript Bold" panose="00000800000000000000"/>
              </a:rPr>
              <a:t>break time</a:t>
            </a:r>
            <a:endParaRPr lang="en-US" sz="14150">
              <a:solidFill>
                <a:srgbClr val="464A4E"/>
              </a:solidFill>
              <a:latin typeface="BDScript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27505" y="5679722"/>
            <a:ext cx="7232990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01.00 - 01.30 PM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8050" b="18050"/>
          <a:stretch>
            <a:fillRect/>
          </a:stretch>
        </p:blipFill>
        <p:spPr>
          <a:xfrm>
            <a:off x="13588862" y="4492136"/>
            <a:ext cx="1604621" cy="153801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4073" r="16285"/>
          <a:stretch>
            <a:fillRect/>
          </a:stretch>
        </p:blipFill>
        <p:spPr>
          <a:xfrm>
            <a:off x="8341689" y="4492136"/>
            <a:ext cx="1604621" cy="153801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8549"/>
          <a:stretch>
            <a:fillRect/>
          </a:stretch>
        </p:blipFill>
        <p:spPr>
          <a:xfrm>
            <a:off x="2730780" y="4492136"/>
            <a:ext cx="1590585" cy="153801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17825" y="6489364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ONE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17825" y="7029378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335753" y="6489364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TWO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335753" y="7029378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82925" y="6489364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THREE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82925" y="7029378"/>
            <a:ext cx="3616495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114425"/>
            <a:ext cx="6809124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Creative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34319" y="355632"/>
            <a:ext cx="5972155" cy="247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14400">
                <a:solidFill>
                  <a:srgbClr val="BAC6C6"/>
                </a:solidFill>
                <a:latin typeface="BDScript Bold" panose="00000800000000000000"/>
              </a:rPr>
              <a:t>Portfolio</a:t>
            </a:r>
            <a:endParaRPr lang="en-US" sz="14400">
              <a:solidFill>
                <a:srgbClr val="BAC6C6"/>
              </a:solidFill>
              <a:latin typeface="BDScript Bold" panose="000008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31322" y="1522219"/>
            <a:ext cx="4825357" cy="724256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154520" y="4724400"/>
            <a:ext cx="1527155" cy="377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0"/>
              </a:lnSpc>
              <a:spcBef>
                <a:spcPct val="0"/>
              </a:spcBef>
            </a:pPr>
            <a:r>
              <a:rPr lang="en-US" sz="22000">
                <a:solidFill>
                  <a:srgbClr val="BAC6C6"/>
                </a:solidFill>
                <a:latin typeface="BDScript Bold" panose="00000800000000000000"/>
              </a:rPr>
              <a:t>3</a:t>
            </a:r>
            <a:endParaRPr lang="en-US" sz="22000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154520" y="2145813"/>
            <a:ext cx="1527155" cy="377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0"/>
              </a:lnSpc>
              <a:spcBef>
                <a:spcPct val="0"/>
              </a:spcBef>
            </a:pPr>
            <a:r>
              <a:rPr lang="en-US" sz="22000">
                <a:solidFill>
                  <a:srgbClr val="BAC6C6"/>
                </a:solidFill>
                <a:latin typeface="BDScript Bold" panose="00000800000000000000"/>
              </a:rPr>
              <a:t>2</a:t>
            </a:r>
            <a:endParaRPr lang="en-US" sz="22000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154520" y="-574869"/>
            <a:ext cx="1527155" cy="377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0"/>
              </a:lnSpc>
              <a:spcBef>
                <a:spcPct val="0"/>
              </a:spcBef>
            </a:pPr>
            <a:r>
              <a:rPr lang="en-US" sz="22000">
                <a:solidFill>
                  <a:srgbClr val="BAC6C6"/>
                </a:solidFill>
                <a:latin typeface="BDScript Bold" panose="00000800000000000000"/>
              </a:rPr>
              <a:t>1</a:t>
            </a:r>
            <a:endParaRPr lang="en-US" sz="22000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640653" y="1669248"/>
            <a:ext cx="461864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ONE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640653" y="2209262"/>
            <a:ext cx="461864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640653" y="4261951"/>
            <a:ext cx="461864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TWO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640653" y="4801964"/>
            <a:ext cx="461864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1114425"/>
            <a:ext cx="6809124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Portfolio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640653" y="6852823"/>
            <a:ext cx="461864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THREE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640653" y="7392837"/>
            <a:ext cx="461864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971756"/>
            <a:ext cx="461864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39347" y="0"/>
            <a:ext cx="6182703" cy="10287000"/>
          </a:xfrm>
          <a:prstGeom prst="rect">
            <a:avLst/>
          </a:prstGeom>
          <a:solidFill>
            <a:srgbClr val="DCE2E2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60517" r="9381"/>
          <a:stretch>
            <a:fillRect/>
          </a:stretch>
        </p:blipFill>
        <p:spPr>
          <a:xfrm>
            <a:off x="0" y="0"/>
            <a:ext cx="5139347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154520" y="4724400"/>
            <a:ext cx="1527155" cy="377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0"/>
              </a:lnSpc>
              <a:spcBef>
                <a:spcPct val="0"/>
              </a:spcBef>
            </a:pPr>
            <a:r>
              <a:rPr lang="en-US" sz="22000">
                <a:solidFill>
                  <a:srgbClr val="BAC6C6"/>
                </a:solidFill>
                <a:latin typeface="BDScript Bold" panose="00000800000000000000"/>
              </a:rPr>
              <a:t>3</a:t>
            </a:r>
            <a:endParaRPr lang="en-US" sz="22000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154520" y="2145813"/>
            <a:ext cx="1527155" cy="377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0"/>
              </a:lnSpc>
              <a:spcBef>
                <a:spcPct val="0"/>
              </a:spcBef>
            </a:pPr>
            <a:r>
              <a:rPr lang="en-US" sz="22000">
                <a:solidFill>
                  <a:srgbClr val="BAC6C6"/>
                </a:solidFill>
                <a:latin typeface="BDScript Bold" panose="00000800000000000000"/>
              </a:rPr>
              <a:t>2</a:t>
            </a:r>
            <a:endParaRPr lang="en-US" sz="22000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54520" y="-574869"/>
            <a:ext cx="1527155" cy="377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0"/>
              </a:lnSpc>
              <a:spcBef>
                <a:spcPct val="0"/>
              </a:spcBef>
            </a:pPr>
            <a:r>
              <a:rPr lang="en-US" sz="22000">
                <a:solidFill>
                  <a:srgbClr val="BAC6C6"/>
                </a:solidFill>
                <a:latin typeface="BDScript Bold" panose="00000800000000000000"/>
              </a:rPr>
              <a:t>1</a:t>
            </a:r>
            <a:endParaRPr lang="en-US" sz="22000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640653" y="1669248"/>
            <a:ext cx="461864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ONE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640653" y="2209262"/>
            <a:ext cx="461864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640653" y="4261951"/>
            <a:ext cx="461864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TWO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640653" y="4801964"/>
            <a:ext cx="461864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21375" y="1114425"/>
            <a:ext cx="4886505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Portfolio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640653" y="6852823"/>
            <a:ext cx="461864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THREE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40653" y="7392837"/>
            <a:ext cx="4618647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921375" y="4592414"/>
            <a:ext cx="4618647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921375" y="6786148"/>
            <a:ext cx="4618647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6897"/>
          <a:stretch>
            <a:fillRect/>
          </a:stretch>
        </p:blipFill>
        <p:spPr>
          <a:xfrm>
            <a:off x="1028700" y="1028700"/>
            <a:ext cx="4789455" cy="437324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9936" y="4248873"/>
            <a:ext cx="3337531" cy="500942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r="13179"/>
          <a:stretch>
            <a:fillRect/>
          </a:stretch>
        </p:blipFill>
        <p:spPr>
          <a:xfrm>
            <a:off x="10078448" y="1028700"/>
            <a:ext cx="7180852" cy="411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289936" y="9469061"/>
            <a:ext cx="3337531" cy="817939"/>
          </a:xfrm>
          <a:prstGeom prst="rect">
            <a:avLst/>
          </a:prstGeom>
          <a:solidFill>
            <a:srgbClr val="DCE2E2"/>
          </a:solidFill>
        </p:spPr>
      </p:sp>
      <p:sp>
        <p:nvSpPr>
          <p:cNvPr id="6" name="TextBox 6"/>
          <p:cNvSpPr txBox="1"/>
          <p:nvPr/>
        </p:nvSpPr>
        <p:spPr>
          <a:xfrm>
            <a:off x="1416763" y="5379129"/>
            <a:ext cx="5972155" cy="247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14400">
                <a:solidFill>
                  <a:srgbClr val="BAC6C6"/>
                </a:solidFill>
                <a:latin typeface="BDScript Bold" panose="00000800000000000000"/>
              </a:rPr>
              <a:t>gallery</a:t>
            </a:r>
            <a:endParaRPr lang="en-US" sz="14400">
              <a:solidFill>
                <a:srgbClr val="BAC6C6"/>
              </a:solidFill>
              <a:latin typeface="BDScript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476454" y="8014335"/>
            <a:ext cx="6384839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 Italics" panose="020F0502020204030203"/>
              </a:rPr>
              <a:t>Presentations are communication tools that can be used as demonstrations, lectures, speeches, reports, and more.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 Italics" panose="020F050202020403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6801" y="7796068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PHONE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36801" y="8336082"/>
            <a:ext cx="361649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123-456-7890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10511" y="7796068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EMAIL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10511" y="8336082"/>
            <a:ext cx="4701306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hello@presentation.com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756823" y="7796068"/>
            <a:ext cx="3616495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>
                <a:solidFill>
                  <a:srgbClr val="464A4E"/>
                </a:solidFill>
                <a:latin typeface="Montserrat Classic" panose="00000500000000000000"/>
              </a:rPr>
              <a:t>ADDRESS</a:t>
            </a:r>
            <a:endParaRPr lang="en-US" sz="2500">
              <a:solidFill>
                <a:srgbClr val="464A4E"/>
              </a:solidFill>
              <a:latin typeface="Montserrat Classic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756823" y="8336082"/>
            <a:ext cx="529437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>
                <a:solidFill>
                  <a:srgbClr val="464A4E">
                    <a:alpha val="60000"/>
                  </a:srgbClr>
                </a:solidFill>
                <a:latin typeface="Lato" panose="020F0502020204030203"/>
              </a:rPr>
              <a:t>123 Anywhere St., Any City</a:t>
            </a:r>
            <a:endParaRPr lang="en-US" sz="2400">
              <a:solidFill>
                <a:srgbClr val="464A4E">
                  <a:alpha val="60000"/>
                </a:srgbClr>
              </a:solidFill>
              <a:latin typeface="Lato" panose="020F0502020204030203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 t="15185" b="49061"/>
          <a:stretch>
            <a:fillRect/>
          </a:stretch>
        </p:blipFill>
        <p:spPr>
          <a:xfrm>
            <a:off x="0" y="0"/>
            <a:ext cx="18288000" cy="4356209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5229225"/>
            <a:ext cx="7793405" cy="1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9205">
                <a:solidFill>
                  <a:srgbClr val="464A4E"/>
                </a:solidFill>
                <a:latin typeface="Noto Serif Display ExtraCondensed Light Bold"/>
              </a:rPr>
              <a:t>Contact us</a:t>
            </a:r>
            <a:endParaRPr lang="en-US" sz="9205">
              <a:solidFill>
                <a:srgbClr val="464A4E"/>
              </a:solidFill>
              <a:latin typeface="Noto Serif Display ExtraCondensed Light Bold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AxMTM5MzFhOWUwODJiZjcwZWJkMjJmM2RlYzNhN2QifQ=="/>
</p:tagLst>
</file>

<file path=ppt/theme/theme1.xml><?xml version="1.0" encoding="utf-8"?>
<a:theme xmlns:a="http://schemas.openxmlformats.org/drawingml/2006/main" name="https://v.youku.com/v_show/id_XNTg4OTcwMDM3Ng==.html&#13;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3215</Words>
  <Application>WPS 演示</Application>
  <PresentationFormat>On-screen Show (4:3)</PresentationFormat>
  <Paragraphs>193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Noto Serif Display ExtraCondensed Light Bold</vt:lpstr>
      <vt:lpstr>Sukar</vt:lpstr>
      <vt:lpstr>BDScript Bold</vt:lpstr>
      <vt:lpstr>Lato</vt:lpstr>
      <vt:lpstr>Montserrat Classic</vt:lpstr>
      <vt:lpstr>BDScript</vt:lpstr>
      <vt:lpstr>Arial</vt:lpstr>
      <vt:lpstr>Lato Italics</vt:lpstr>
      <vt:lpstr>微软雅黑</vt:lpstr>
      <vt:lpstr>Arial Unicode MS</vt:lpstr>
      <vt:lpstr>Calibri</vt:lpstr>
      <vt:lpstr>https://v.youku.com/v_show/id_XNTg4OTcwMDM3Ng==.html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3</cp:revision>
  <dcterms:created xsi:type="dcterms:W3CDTF">2006-08-16T00:00:00Z</dcterms:created>
  <dcterms:modified xsi:type="dcterms:W3CDTF">2022-09-28T01:30:15Z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A2492712C1C44A64A6A36E62AA56006B</vt:lpwstr>
  </property>
  <property fmtid="{D5CDD505-2E9C-101B-9397-08002B2CF9AE}" pid="3" name="KSOProductBuildVer">
    <vt:lpwstr>2052-11.1.0.12358</vt:lpwstr>
  </property>
</Properties>
</file>
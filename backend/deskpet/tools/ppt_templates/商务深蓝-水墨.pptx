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9" r:id="rId3"/>
    <p:sldId id="258" r:id="rId5"/>
    <p:sldId id="256" r:id="rId6"/>
    <p:sldId id="263" r:id="rId7"/>
    <p:sldId id="264" r:id="rId8"/>
    <p:sldId id="260" r:id="rId9"/>
    <p:sldId id="265" r:id="rId10"/>
    <p:sldId id="266" r:id="rId11"/>
    <p:sldId id="261" r:id="rId12"/>
    <p:sldId id="267" r:id="rId13"/>
    <p:sldId id="268" r:id="rId14"/>
    <p:sldId id="262" r:id="rId15"/>
    <p:sldId id="269" r:id="rId16"/>
    <p:sldId id="270" r:id="rId17"/>
    <p:sldId id="257" r:id="rId18"/>
  </p:sldIdLst>
  <p:sldSz cx="12192000" cy="6858000"/>
  <p:notesSz cx="6858000" cy="9144000"/>
  <p:embeddedFontLst>
    <p:embeddedFont>
      <p:font typeface="方正清刻本悦宋简体" panose="02000000000000000000" pitchFamily="2" charset="-122"/>
      <p:regular r:id="rId22"/>
    </p:embeddedFont>
    <p:embeddedFont>
      <p:font typeface="Gen Jyuu Gothic P Normal" panose="020B0202020203020207" pitchFamily="34" charset="-128"/>
      <p:regular r:id="rId23"/>
    </p:embeddedFont>
    <p:embeddedFont>
      <p:font typeface="Arial Black" panose="020B0A04020102020204" pitchFamily="34" charset="0"/>
      <p:bold r:id="rId24"/>
    </p:embeddedFont>
    <p:embeddedFont>
      <p:font typeface="等线 Light" panose="02010600030101010101" charset="-122"/>
      <p:regular r:id="rId25"/>
    </p:embeddedFont>
    <p:embeddedFont>
      <p:font typeface="等线" panose="02010600030101010101" charset="-122"/>
      <p:regular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7392"/>
    <a:srgbClr val="3E58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66" d="100"/>
          <a:sy n="66" d="100"/>
        </p:scale>
        <p:origin x="600" y="4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1C8CCF-7E4D-4C76-8DAE-11E9D3966FD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838752-5DF3-4814-A728-A26FB4A7C5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7838752-5DF3-4814-A728-A26FB4A7C5E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2E9A24-256B-4A79-A655-C2997D1D7C7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A3A48F-05E4-45E8-A1D3-7D638EFD0A2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E9A24-256B-4A79-A655-C2997D1D7C7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A3A48F-05E4-45E8-A1D3-7D638EFD0A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1" cstate="email"/>
          <a:srcRect l="26007" t="8289" r="26769" b="53138"/>
          <a:stretch>
            <a:fillRect/>
          </a:stretch>
        </p:blipFill>
        <p:spPr>
          <a:xfrm rot="5400000">
            <a:off x="-1840961" y="1840962"/>
            <a:ext cx="6858002" cy="3176079"/>
          </a:xfrm>
          <a:prstGeom prst="rect">
            <a:avLst/>
          </a:prstGeom>
        </p:spPr>
      </p:pic>
      <p:sp>
        <p:nvSpPr>
          <p:cNvPr id="4" name="文本框 3"/>
          <p:cNvSpPr txBox="1"/>
          <p:nvPr/>
        </p:nvSpPr>
        <p:spPr>
          <a:xfrm>
            <a:off x="3095254" y="2268079"/>
            <a:ext cx="6022345" cy="1107996"/>
          </a:xfrm>
          <a:prstGeom prst="rect">
            <a:avLst/>
          </a:prstGeom>
          <a:noFill/>
        </p:spPr>
        <p:txBody>
          <a:bodyPr wrap="square" rtlCol="0">
            <a:spAutoFit/>
          </a:bodyPr>
          <a:lstStyle/>
          <a:p>
            <a:pPr algn="ctr"/>
            <a:r>
              <a:rPr lang="zh-CN" altLang="en-US" sz="6600" dirty="0">
                <a:solidFill>
                  <a:srgbClr val="3E5879"/>
                </a:solidFill>
                <a:latin typeface="方正清刻本悦宋简体" panose="02000000000000000000" pitchFamily="2" charset="-122"/>
                <a:ea typeface="方正清刻本悦宋简体" panose="02000000000000000000" pitchFamily="2" charset="-122"/>
              </a:rPr>
              <a:t>心理健康教育</a:t>
            </a:r>
            <a:endParaRPr lang="zh-CN" altLang="en-US" sz="66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5" name="文本框 4"/>
          <p:cNvSpPr txBox="1"/>
          <p:nvPr/>
        </p:nvSpPr>
        <p:spPr>
          <a:xfrm>
            <a:off x="3806193" y="3267437"/>
            <a:ext cx="4600466" cy="276999"/>
          </a:xfrm>
          <a:prstGeom prst="rect">
            <a:avLst/>
          </a:prstGeom>
          <a:noFill/>
        </p:spPr>
        <p:txBody>
          <a:bodyPr wrap="square" rtlCol="0">
            <a:spAutoFit/>
          </a:bodyPr>
          <a:lstStyle/>
          <a:p>
            <a:pPr algn="dist"/>
            <a:r>
              <a:rPr lang="zh-CN" altLang="en-US" sz="12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2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7" name="矩形 6"/>
          <p:cNvSpPr/>
          <p:nvPr/>
        </p:nvSpPr>
        <p:spPr>
          <a:xfrm>
            <a:off x="3574196" y="3684409"/>
            <a:ext cx="5064460" cy="762453"/>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8" name="文本框 7"/>
          <p:cNvSpPr txBox="1"/>
          <p:nvPr/>
        </p:nvSpPr>
        <p:spPr>
          <a:xfrm>
            <a:off x="4964329" y="4701551"/>
            <a:ext cx="2284195" cy="275590"/>
          </a:xfrm>
          <a:prstGeom prst="rect">
            <a:avLst/>
          </a:prstGeom>
          <a:solidFill>
            <a:srgbClr val="557392"/>
          </a:solidFill>
        </p:spPr>
        <p:txBody>
          <a:bodyPr wrap="square" rtlCol="0">
            <a:spAutoFit/>
          </a:bodyPr>
          <a:lstStyle/>
          <a:p>
            <a:pPr algn="ctr"/>
            <a:r>
              <a:rPr lang="zh-CN" altLang="en-US" sz="1200" dirty="0">
                <a:solidFill>
                  <a:schemeClr val="bg1"/>
                </a:solidFill>
                <a:latin typeface="方正清刻本悦宋简体" panose="02000000000000000000" pitchFamily="2" charset="-122"/>
                <a:ea typeface="方正清刻本悦宋简体" panose="02000000000000000000" pitchFamily="2" charset="-122"/>
              </a:rPr>
              <a:t>汇报：</a:t>
            </a:r>
            <a:r>
              <a:rPr lang="en-US" altLang="zh-CN" sz="1200" dirty="0">
                <a:solidFill>
                  <a:schemeClr val="bg1"/>
                </a:solidFill>
                <a:latin typeface="方正清刻本悦宋简体" panose="02000000000000000000" pitchFamily="2" charset="-122"/>
                <a:ea typeface="方正清刻本悦宋简体" panose="02000000000000000000" pitchFamily="2" charset="-122"/>
              </a:rPr>
              <a:t>   </a:t>
            </a:r>
            <a:r>
              <a:rPr lang="zh-CN" altLang="en-US" sz="1200" dirty="0">
                <a:solidFill>
                  <a:schemeClr val="bg1"/>
                </a:solidFill>
                <a:latin typeface="方正清刻本悦宋简体" panose="02000000000000000000" pitchFamily="2" charset="-122"/>
                <a:ea typeface="方正清刻本悦宋简体" panose="02000000000000000000" pitchFamily="2" charset="-122"/>
              </a:rPr>
              <a:t>    班级：</a:t>
            </a:r>
            <a:r>
              <a:rPr lang="en-US" altLang="zh-CN" sz="1200" dirty="0">
                <a:solidFill>
                  <a:schemeClr val="bg1"/>
                </a:solidFill>
                <a:latin typeface="方正清刻本悦宋简体" panose="02000000000000000000" pitchFamily="2" charset="-122"/>
                <a:ea typeface="方正清刻本悦宋简体" panose="02000000000000000000" pitchFamily="2" charset="-122"/>
              </a:rPr>
              <a:t> </a:t>
            </a:r>
            <a:endParaRPr lang="en-US" altLang="zh-CN" sz="1200" dirty="0">
              <a:solidFill>
                <a:schemeClr val="bg1"/>
              </a:solidFill>
              <a:latin typeface="方正清刻本悦宋简体" panose="02000000000000000000" pitchFamily="2" charset="-122"/>
              <a:ea typeface="方正清刻本悦宋简体" panose="02000000000000000000" pitchFamily="2" charset="-122"/>
            </a:endParaRPr>
          </a:p>
        </p:txBody>
      </p:sp>
      <p:pic>
        <p:nvPicPr>
          <p:cNvPr id="9" name="图片 8"/>
          <p:cNvPicPr>
            <a:picLocks noChangeAspect="1"/>
          </p:cNvPicPr>
          <p:nvPr/>
        </p:nvPicPr>
        <p:blipFill rotWithShape="1">
          <a:blip r:embed="rId1" cstate="email"/>
          <a:srcRect l="15658" t="11647" r="37118" b="52846"/>
          <a:stretch>
            <a:fillRect/>
          </a:stretch>
        </p:blipFill>
        <p:spPr>
          <a:xfrm rot="16200000">
            <a:off x="7348684" y="2023916"/>
            <a:ext cx="6858002" cy="2810170"/>
          </a:xfrm>
          <a:prstGeom prst="rect">
            <a:avLst/>
          </a:prstGeom>
        </p:spPr>
      </p:pic>
      <p:grpSp>
        <p:nvGrpSpPr>
          <p:cNvPr id="10" name="组合 9"/>
          <p:cNvGrpSpPr/>
          <p:nvPr/>
        </p:nvGrpSpPr>
        <p:grpSpPr>
          <a:xfrm rot="5400000" flipH="1">
            <a:off x="5934976" y="5440268"/>
            <a:ext cx="342900" cy="342900"/>
            <a:chOff x="3375025" y="3854450"/>
            <a:chExt cx="342900" cy="342900"/>
          </a:xfrm>
          <a:solidFill>
            <a:srgbClr val="557392"/>
          </a:solidFill>
        </p:grpSpPr>
        <p:sp>
          <p:nvSpPr>
            <p:cNvPr id="11" name="矩形 10"/>
            <p:cNvSpPr/>
            <p:nvPr/>
          </p:nvSpPr>
          <p:spPr>
            <a:xfrm>
              <a:off x="3375025" y="3854450"/>
              <a:ext cx="342900" cy="342900"/>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nvGrpSpPr>
            <p:cNvPr id="12" name="组合 11"/>
            <p:cNvGrpSpPr/>
            <p:nvPr/>
          </p:nvGrpSpPr>
          <p:grpSpPr>
            <a:xfrm>
              <a:off x="3513138" y="3970710"/>
              <a:ext cx="66675" cy="110381"/>
              <a:chOff x="4130675" y="3959530"/>
              <a:chExt cx="66675" cy="133045"/>
            </a:xfrm>
            <a:grpFill/>
          </p:grpSpPr>
          <p:cxnSp>
            <p:nvCxnSpPr>
              <p:cNvPr id="13" name="直接连接符 12"/>
              <p:cNvCxnSpPr/>
              <p:nvPr/>
            </p:nvCxnSpPr>
            <p:spPr>
              <a:xfrm flipH="1">
                <a:off x="4130675" y="3959530"/>
                <a:ext cx="66675" cy="66675"/>
              </a:xfrm>
              <a:prstGeom prst="line">
                <a:avLst/>
              </a:prstGeom>
              <a:grpFill/>
              <a:ln w="15875" cap="rnd" cmpd="sng" algn="ctr">
                <a:solidFill>
                  <a:sysClr val="window" lastClr="FFFFFF"/>
                </a:solidFill>
                <a:prstDash val="solid"/>
                <a:miter lim="800000"/>
              </a:ln>
              <a:effectLst/>
            </p:spPr>
          </p:cxnSp>
          <p:cxnSp>
            <p:nvCxnSpPr>
              <p:cNvPr id="15" name="直接连接符 14"/>
              <p:cNvCxnSpPr/>
              <p:nvPr/>
            </p:nvCxnSpPr>
            <p:spPr>
              <a:xfrm flipH="1" flipV="1">
                <a:off x="4130675" y="4025900"/>
                <a:ext cx="66675" cy="66675"/>
              </a:xfrm>
              <a:prstGeom prst="line">
                <a:avLst/>
              </a:prstGeom>
              <a:grpFill/>
              <a:ln w="15875" cap="rnd" cmpd="sng" algn="ctr">
                <a:solidFill>
                  <a:sysClr val="window" lastClr="FFFFFF"/>
                </a:solidFill>
                <a:prstDash val="solid"/>
                <a:miter lim="800000"/>
              </a:ln>
              <a:effectLst/>
            </p:spPr>
          </p:cxnSp>
        </p:grpSp>
      </p:grpSp>
      <p:sp>
        <p:nvSpPr>
          <p:cNvPr id="14" name="文本框 13"/>
          <p:cNvSpPr txBox="1"/>
          <p:nvPr/>
        </p:nvSpPr>
        <p:spPr>
          <a:xfrm>
            <a:off x="3095254" y="1149053"/>
            <a:ext cx="6022345" cy="1200329"/>
          </a:xfrm>
          <a:prstGeom prst="rect">
            <a:avLst/>
          </a:prstGeom>
          <a:noFill/>
        </p:spPr>
        <p:txBody>
          <a:bodyPr wrap="square" rtlCol="0">
            <a:spAutoFit/>
          </a:bodyPr>
          <a:lstStyle/>
          <a:p>
            <a:pPr algn="ctr"/>
            <a:r>
              <a:rPr lang="en-US" altLang="zh-CN" sz="7200" dirty="0">
                <a:solidFill>
                  <a:srgbClr val="3E5879"/>
                </a:solidFill>
                <a:latin typeface="方正清刻本悦宋简体" panose="02000000000000000000" pitchFamily="2" charset="-122"/>
                <a:ea typeface="方正清刻本悦宋简体" panose="02000000000000000000" pitchFamily="2" charset="-122"/>
              </a:rPr>
              <a:t>20XX</a:t>
            </a:r>
            <a:endParaRPr lang="zh-CN" altLang="en-US" sz="7200" dirty="0">
              <a:solidFill>
                <a:srgbClr val="3E5879"/>
              </a:solidFill>
              <a:latin typeface="方正清刻本悦宋简体" panose="02000000000000000000" pitchFamily="2" charset="-122"/>
              <a:ea typeface="方正清刻本悦宋简体" panose="02000000000000000000"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1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ppt_x</p:attrName>
                                        </p:attrNameLst>
                                      </p:cBhvr>
                                      <p:tavLst>
                                        <p:tav tm="0">
                                          <p:val>
                                            <p:strVal val="#ppt_x-#ppt_w*1.125000"/>
                                          </p:val>
                                        </p:tav>
                                        <p:tav tm="100000">
                                          <p:val>
                                            <p:strVal val="#ppt_x"/>
                                          </p:val>
                                        </p:tav>
                                      </p:tavLst>
                                    </p:anim>
                                    <p:animEffect transition="in" filter="wipe(righ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cstate="email"/>
          <a:srcRect l="8839" t="8289" r="7208" b="64029"/>
          <a:stretch>
            <a:fillRect/>
          </a:stretch>
        </p:blipFill>
        <p:spPr>
          <a:xfrm rot="10800000">
            <a:off x="-1" y="0"/>
            <a:ext cx="12192000" cy="1916174"/>
          </a:xfrm>
          <a:prstGeom prst="rect">
            <a:avLst/>
          </a:prstGeom>
        </p:spPr>
      </p:pic>
      <p:grpSp>
        <p:nvGrpSpPr>
          <p:cNvPr id="9" name="组合 8"/>
          <p:cNvGrpSpPr/>
          <p:nvPr/>
        </p:nvGrpSpPr>
        <p:grpSpPr>
          <a:xfrm>
            <a:off x="4994834" y="2187274"/>
            <a:ext cx="2220908" cy="525517"/>
            <a:chOff x="9743090" y="1975945"/>
            <a:chExt cx="2220908" cy="525517"/>
          </a:xfrm>
          <a:solidFill>
            <a:srgbClr val="557392"/>
          </a:solidFill>
        </p:grpSpPr>
        <p:sp>
          <p:nvSpPr>
            <p:cNvPr id="10" name="矩形 9"/>
            <p:cNvSpPr/>
            <p:nvPr/>
          </p:nvSpPr>
          <p:spPr>
            <a:xfrm>
              <a:off x="9743090" y="1975945"/>
              <a:ext cx="2220908" cy="5255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清刻本悦宋简体" panose="02000000000000000000" pitchFamily="2" charset="-122"/>
                <a:ea typeface="方正清刻本悦宋简体" panose="02000000000000000000" pitchFamily="2" charset="-122"/>
              </a:endParaRPr>
            </a:p>
          </p:txBody>
        </p:sp>
        <p:sp>
          <p:nvSpPr>
            <p:cNvPr id="11" name="文本框 10"/>
            <p:cNvSpPr txBox="1"/>
            <p:nvPr/>
          </p:nvSpPr>
          <p:spPr>
            <a:xfrm>
              <a:off x="9906127" y="2105834"/>
              <a:ext cx="1894977" cy="307777"/>
            </a:xfrm>
            <a:prstGeom prst="rect">
              <a:avLst/>
            </a:prstGeom>
            <a:grpFill/>
          </p:spPr>
          <p:txBody>
            <a:bodyPr wrap="square" rtlCol="0">
              <a:spAutoFit/>
            </a:bodyPr>
            <a:lstStyle/>
            <a:p>
              <a:pPr algn="dist"/>
              <a:r>
                <a:rPr lang="en-US" altLang="zh-CN" sz="1400" dirty="0">
                  <a:solidFill>
                    <a:schemeClr val="bg1"/>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CONTENTS/</a:t>
              </a:r>
              <a:r>
                <a:rPr lang="zh-CN" altLang="en-US" sz="1400" dirty="0">
                  <a:solidFill>
                    <a:schemeClr val="bg1"/>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目录</a:t>
              </a:r>
              <a:endParaRPr lang="zh-CN" altLang="en-US" sz="1400" dirty="0">
                <a:solidFill>
                  <a:schemeClr val="bg1"/>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grpSp>
      <p:sp>
        <p:nvSpPr>
          <p:cNvPr id="12" name="椭圆 11"/>
          <p:cNvSpPr/>
          <p:nvPr/>
        </p:nvSpPr>
        <p:spPr>
          <a:xfrm>
            <a:off x="906722" y="3563265"/>
            <a:ext cx="560439" cy="560439"/>
          </a:xfrm>
          <a:prstGeom prst="ellipse">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52"/>
          <p:cNvSpPr txBox="1"/>
          <p:nvPr/>
        </p:nvSpPr>
        <p:spPr>
          <a:xfrm>
            <a:off x="953879" y="3689596"/>
            <a:ext cx="534121" cy="307777"/>
          </a:xfrm>
          <a:prstGeom prst="rect">
            <a:avLst/>
          </a:prstGeom>
          <a:noFill/>
        </p:spPr>
        <p:txBody>
          <a:bodyPr wrap="none" rtlCol="0" anchor="ctr" anchorCtr="0">
            <a:spAutoFit/>
          </a:bodyPr>
          <a:lstStyle/>
          <a:p>
            <a:pPr algn="ctr"/>
            <a:r>
              <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01</a:t>
            </a:r>
            <a:endPar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5" name="文本框 14"/>
          <p:cNvSpPr txBox="1"/>
          <p:nvPr/>
        </p:nvSpPr>
        <p:spPr>
          <a:xfrm>
            <a:off x="1679410" y="3744688"/>
            <a:ext cx="4023902" cy="531620"/>
          </a:xfrm>
          <a:prstGeom prst="rect">
            <a:avLst/>
          </a:prstGeom>
          <a:noFill/>
        </p:spPr>
        <p:txBody>
          <a:bodyPr wrap="square" rtlCol="0">
            <a:spAutoFit/>
          </a:bodyPr>
          <a:lstStyle/>
          <a:p>
            <a:pPr algn="just">
              <a:lnSpc>
                <a:spcPct val="150000"/>
              </a:lnSpc>
            </a:pPr>
            <a:r>
              <a:rPr lang="en-US" altLang="zh-CN"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we are great because of our dreams, and all the winners are great dreamers: by the fire on a winter night,</a:t>
            </a:r>
            <a:r>
              <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a:t>
            </a:r>
            <a:endPar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7" name="文本框 16"/>
          <p:cNvSpPr txBox="1"/>
          <p:nvPr/>
        </p:nvSpPr>
        <p:spPr>
          <a:xfrm>
            <a:off x="1686145" y="3156346"/>
            <a:ext cx="2548516" cy="584647"/>
          </a:xfrm>
          <a:prstGeom prst="rect">
            <a:avLst/>
          </a:prstGeom>
          <a:noFill/>
        </p:spPr>
        <p:txBody>
          <a:bodyPr wrap="square" rtlCol="0">
            <a:spAutoFit/>
          </a:bodyPr>
          <a:lstStyle/>
          <a:p>
            <a:pPr>
              <a:lnSpc>
                <a:spcPct val="150000"/>
              </a:lnSpc>
            </a:pPr>
            <a:r>
              <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输入标题内容</a:t>
            </a:r>
            <a:endPar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sp>
        <p:nvSpPr>
          <p:cNvPr id="18" name="椭圆 17"/>
          <p:cNvSpPr/>
          <p:nvPr/>
        </p:nvSpPr>
        <p:spPr>
          <a:xfrm>
            <a:off x="913457" y="5006429"/>
            <a:ext cx="560439" cy="560439"/>
          </a:xfrm>
          <a:prstGeom prst="ellipse">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52"/>
          <p:cNvSpPr txBox="1"/>
          <p:nvPr/>
        </p:nvSpPr>
        <p:spPr>
          <a:xfrm>
            <a:off x="960613" y="5132760"/>
            <a:ext cx="534122" cy="307777"/>
          </a:xfrm>
          <a:prstGeom prst="rect">
            <a:avLst/>
          </a:prstGeom>
          <a:noFill/>
        </p:spPr>
        <p:txBody>
          <a:bodyPr wrap="none" rtlCol="0" anchor="ctr" anchorCtr="0">
            <a:spAutoFit/>
          </a:bodyPr>
          <a:lstStyle/>
          <a:p>
            <a:pPr algn="ctr"/>
            <a:r>
              <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02</a:t>
            </a:r>
            <a:endPar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0" name="文本框 19"/>
          <p:cNvSpPr txBox="1"/>
          <p:nvPr/>
        </p:nvSpPr>
        <p:spPr>
          <a:xfrm>
            <a:off x="1686145" y="5187852"/>
            <a:ext cx="4023902" cy="531620"/>
          </a:xfrm>
          <a:prstGeom prst="rect">
            <a:avLst/>
          </a:prstGeom>
          <a:noFill/>
        </p:spPr>
        <p:txBody>
          <a:bodyPr wrap="square" rtlCol="0">
            <a:spAutoFit/>
          </a:bodyPr>
          <a:lstStyle/>
          <a:p>
            <a:pPr algn="just">
              <a:lnSpc>
                <a:spcPct val="150000"/>
              </a:lnSpc>
            </a:pPr>
            <a:r>
              <a:rPr lang="en-US" altLang="zh-CN"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we are great because of our dreams, and all the winners are great dreamers: by the fire on a winter night,</a:t>
            </a:r>
            <a:r>
              <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a:t>
            </a:r>
            <a:endPar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1" name="文本框 20"/>
          <p:cNvSpPr txBox="1"/>
          <p:nvPr/>
        </p:nvSpPr>
        <p:spPr>
          <a:xfrm>
            <a:off x="1692880" y="4599510"/>
            <a:ext cx="2548516" cy="584647"/>
          </a:xfrm>
          <a:prstGeom prst="rect">
            <a:avLst/>
          </a:prstGeom>
          <a:noFill/>
        </p:spPr>
        <p:txBody>
          <a:bodyPr wrap="square" rtlCol="0">
            <a:spAutoFit/>
          </a:bodyPr>
          <a:lstStyle/>
          <a:p>
            <a:pPr>
              <a:lnSpc>
                <a:spcPct val="150000"/>
              </a:lnSpc>
            </a:pPr>
            <a:r>
              <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输入标题内容</a:t>
            </a:r>
            <a:endPar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sp>
        <p:nvSpPr>
          <p:cNvPr id="22" name="椭圆 21"/>
          <p:cNvSpPr/>
          <p:nvPr/>
        </p:nvSpPr>
        <p:spPr>
          <a:xfrm>
            <a:off x="6549264" y="3550140"/>
            <a:ext cx="560439" cy="560439"/>
          </a:xfrm>
          <a:prstGeom prst="ellipse">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52"/>
          <p:cNvSpPr txBox="1"/>
          <p:nvPr/>
        </p:nvSpPr>
        <p:spPr>
          <a:xfrm>
            <a:off x="6596420" y="3676471"/>
            <a:ext cx="534122" cy="307777"/>
          </a:xfrm>
          <a:prstGeom prst="rect">
            <a:avLst/>
          </a:prstGeom>
          <a:noFill/>
        </p:spPr>
        <p:txBody>
          <a:bodyPr wrap="none" rtlCol="0" anchor="ctr" anchorCtr="0">
            <a:spAutoFit/>
          </a:bodyPr>
          <a:lstStyle/>
          <a:p>
            <a:pPr algn="ctr"/>
            <a:r>
              <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03</a:t>
            </a:r>
            <a:endPar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4" name="文本框 23"/>
          <p:cNvSpPr txBox="1"/>
          <p:nvPr/>
        </p:nvSpPr>
        <p:spPr>
          <a:xfrm>
            <a:off x="7321952" y="3731563"/>
            <a:ext cx="4023902" cy="531620"/>
          </a:xfrm>
          <a:prstGeom prst="rect">
            <a:avLst/>
          </a:prstGeom>
          <a:noFill/>
        </p:spPr>
        <p:txBody>
          <a:bodyPr wrap="square" rtlCol="0">
            <a:spAutoFit/>
          </a:bodyPr>
          <a:lstStyle/>
          <a:p>
            <a:pPr algn="just">
              <a:lnSpc>
                <a:spcPct val="150000"/>
              </a:lnSpc>
            </a:pPr>
            <a:r>
              <a:rPr lang="en-US" altLang="zh-CN"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we are great because of our dreams, and all the winners are great dreamers: by the fire on a winter night,</a:t>
            </a:r>
            <a:r>
              <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a:t>
            </a:r>
            <a:endPar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5" name="文本框 24"/>
          <p:cNvSpPr txBox="1"/>
          <p:nvPr/>
        </p:nvSpPr>
        <p:spPr>
          <a:xfrm>
            <a:off x="7328687" y="3143221"/>
            <a:ext cx="2548516" cy="584647"/>
          </a:xfrm>
          <a:prstGeom prst="rect">
            <a:avLst/>
          </a:prstGeom>
          <a:noFill/>
        </p:spPr>
        <p:txBody>
          <a:bodyPr wrap="square" rtlCol="0">
            <a:spAutoFit/>
          </a:bodyPr>
          <a:lstStyle/>
          <a:p>
            <a:pPr>
              <a:lnSpc>
                <a:spcPct val="150000"/>
              </a:lnSpc>
            </a:pPr>
            <a:r>
              <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输入标题内容</a:t>
            </a:r>
            <a:endPar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sp>
        <p:nvSpPr>
          <p:cNvPr id="26" name="椭圆 25"/>
          <p:cNvSpPr/>
          <p:nvPr/>
        </p:nvSpPr>
        <p:spPr>
          <a:xfrm>
            <a:off x="6555999" y="4993304"/>
            <a:ext cx="560439" cy="560439"/>
          </a:xfrm>
          <a:prstGeom prst="ellipse">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52"/>
          <p:cNvSpPr txBox="1"/>
          <p:nvPr/>
        </p:nvSpPr>
        <p:spPr>
          <a:xfrm>
            <a:off x="6603155" y="5119635"/>
            <a:ext cx="534122" cy="307777"/>
          </a:xfrm>
          <a:prstGeom prst="rect">
            <a:avLst/>
          </a:prstGeom>
          <a:noFill/>
        </p:spPr>
        <p:txBody>
          <a:bodyPr wrap="none" rtlCol="0" anchor="ctr" anchorCtr="0">
            <a:spAutoFit/>
          </a:bodyPr>
          <a:lstStyle/>
          <a:p>
            <a:pPr algn="ctr"/>
            <a:r>
              <a:rPr lang="en-US" altLang="zh-CN"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0</a:t>
            </a:r>
            <a:r>
              <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4</a:t>
            </a:r>
            <a:endParaRPr lang="en-US" sz="1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8" name="文本框 27"/>
          <p:cNvSpPr txBox="1"/>
          <p:nvPr/>
        </p:nvSpPr>
        <p:spPr>
          <a:xfrm>
            <a:off x="7328687" y="5174727"/>
            <a:ext cx="4023902" cy="531620"/>
          </a:xfrm>
          <a:prstGeom prst="rect">
            <a:avLst/>
          </a:prstGeom>
          <a:noFill/>
        </p:spPr>
        <p:txBody>
          <a:bodyPr wrap="square" rtlCol="0">
            <a:spAutoFit/>
          </a:bodyPr>
          <a:lstStyle/>
          <a:p>
            <a:pPr algn="just">
              <a:lnSpc>
                <a:spcPct val="150000"/>
              </a:lnSpc>
            </a:pPr>
            <a:r>
              <a:rPr lang="en-US" altLang="zh-CN"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we are great because of our dreams, and all the winners are great dreamers: by the fire on a winter night,</a:t>
            </a:r>
            <a:r>
              <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a:t>
            </a:r>
            <a:endParaRPr lang="zh-CN" altLang="en-US" sz="1000" dirty="0">
              <a:solidFill>
                <a:schemeClr val="tx1">
                  <a:lumMod val="95000"/>
                  <a:lumOff val="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9" name="文本框 28"/>
          <p:cNvSpPr txBox="1"/>
          <p:nvPr/>
        </p:nvSpPr>
        <p:spPr>
          <a:xfrm>
            <a:off x="7335422" y="4586385"/>
            <a:ext cx="2548516" cy="584647"/>
          </a:xfrm>
          <a:prstGeom prst="rect">
            <a:avLst/>
          </a:prstGeom>
          <a:noFill/>
        </p:spPr>
        <p:txBody>
          <a:bodyPr wrap="square" rtlCol="0">
            <a:spAutoFit/>
          </a:bodyPr>
          <a:lstStyle/>
          <a:p>
            <a:pPr>
              <a:lnSpc>
                <a:spcPct val="150000"/>
              </a:lnSpc>
            </a:pPr>
            <a:r>
              <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输入标题内容</a:t>
            </a:r>
            <a:endParaRPr lang="zh-CN" altLang="en-US" sz="2400" dirty="0">
              <a:solidFill>
                <a:schemeClr val="tx1">
                  <a:lumMod val="95000"/>
                  <a:lumOff val="5000"/>
                </a:schemeClr>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1000"/>
                                        <p:tgtEl>
                                          <p:spTgt spid="17"/>
                                        </p:tgtEl>
                                      </p:cBhvr>
                                    </p:animEffect>
                                    <p:anim calcmode="lin" valueType="num">
                                      <p:cBhvr>
                                        <p:cTn id="28" dur="1000" fill="hold"/>
                                        <p:tgtEl>
                                          <p:spTgt spid="17"/>
                                        </p:tgtEl>
                                        <p:attrNameLst>
                                          <p:attrName>ppt_x</p:attrName>
                                        </p:attrNameLst>
                                      </p:cBhvr>
                                      <p:tavLst>
                                        <p:tav tm="0">
                                          <p:val>
                                            <p:strVal val="#ppt_x"/>
                                          </p:val>
                                        </p:tav>
                                        <p:tav tm="100000">
                                          <p:val>
                                            <p:strVal val="#ppt_x"/>
                                          </p:val>
                                        </p:tav>
                                      </p:tavLst>
                                    </p:anim>
                                    <p:anim calcmode="lin" valueType="num">
                                      <p:cBhvr>
                                        <p:cTn id="29" dur="1000" fill="hold"/>
                                        <p:tgtEl>
                                          <p:spTgt spid="1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1000"/>
                                        <p:tgtEl>
                                          <p:spTgt spid="19"/>
                                        </p:tgtEl>
                                      </p:cBhvr>
                                    </p:animEffect>
                                    <p:anim calcmode="lin" valueType="num">
                                      <p:cBhvr>
                                        <p:cTn id="38" dur="1000" fill="hold"/>
                                        <p:tgtEl>
                                          <p:spTgt spid="19"/>
                                        </p:tgtEl>
                                        <p:attrNameLst>
                                          <p:attrName>ppt_x</p:attrName>
                                        </p:attrNameLst>
                                      </p:cBhvr>
                                      <p:tavLst>
                                        <p:tav tm="0">
                                          <p:val>
                                            <p:strVal val="#ppt_x"/>
                                          </p:val>
                                        </p:tav>
                                        <p:tav tm="100000">
                                          <p:val>
                                            <p:strVal val="#ppt_x"/>
                                          </p:val>
                                        </p:tav>
                                      </p:tavLst>
                                    </p:anim>
                                    <p:anim calcmode="lin" valueType="num">
                                      <p:cBhvr>
                                        <p:cTn id="39" dur="10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1000"/>
                                        <p:tgtEl>
                                          <p:spTgt spid="22"/>
                                        </p:tgtEl>
                                      </p:cBhvr>
                                    </p:animEffect>
                                    <p:anim calcmode="lin" valueType="num">
                                      <p:cBhvr>
                                        <p:cTn id="53" dur="1000" fill="hold"/>
                                        <p:tgtEl>
                                          <p:spTgt spid="22"/>
                                        </p:tgtEl>
                                        <p:attrNameLst>
                                          <p:attrName>ppt_x</p:attrName>
                                        </p:attrNameLst>
                                      </p:cBhvr>
                                      <p:tavLst>
                                        <p:tav tm="0">
                                          <p:val>
                                            <p:strVal val="#ppt_x"/>
                                          </p:val>
                                        </p:tav>
                                        <p:tav tm="100000">
                                          <p:val>
                                            <p:strVal val="#ppt_x"/>
                                          </p:val>
                                        </p:tav>
                                      </p:tavLst>
                                    </p:anim>
                                    <p:anim calcmode="lin" valueType="num">
                                      <p:cBhvr>
                                        <p:cTn id="54" dur="1000" fill="hold"/>
                                        <p:tgtEl>
                                          <p:spTgt spid="2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1000"/>
                                        <p:tgtEl>
                                          <p:spTgt spid="23"/>
                                        </p:tgtEl>
                                      </p:cBhvr>
                                    </p:animEffect>
                                    <p:anim calcmode="lin" valueType="num">
                                      <p:cBhvr>
                                        <p:cTn id="58" dur="1000" fill="hold"/>
                                        <p:tgtEl>
                                          <p:spTgt spid="23"/>
                                        </p:tgtEl>
                                        <p:attrNameLst>
                                          <p:attrName>ppt_x</p:attrName>
                                        </p:attrNameLst>
                                      </p:cBhvr>
                                      <p:tavLst>
                                        <p:tav tm="0">
                                          <p:val>
                                            <p:strVal val="#ppt_x"/>
                                          </p:val>
                                        </p:tav>
                                        <p:tav tm="100000">
                                          <p:val>
                                            <p:strVal val="#ppt_x"/>
                                          </p:val>
                                        </p:tav>
                                      </p:tavLst>
                                    </p:anim>
                                    <p:anim calcmode="lin" valueType="num">
                                      <p:cBhvr>
                                        <p:cTn id="59" dur="1000" fill="hold"/>
                                        <p:tgtEl>
                                          <p:spTgt spid="2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1000"/>
                                        <p:tgtEl>
                                          <p:spTgt spid="24"/>
                                        </p:tgtEl>
                                      </p:cBhvr>
                                    </p:animEffect>
                                    <p:anim calcmode="lin" valueType="num">
                                      <p:cBhvr>
                                        <p:cTn id="63" dur="1000" fill="hold"/>
                                        <p:tgtEl>
                                          <p:spTgt spid="24"/>
                                        </p:tgtEl>
                                        <p:attrNameLst>
                                          <p:attrName>ppt_x</p:attrName>
                                        </p:attrNameLst>
                                      </p:cBhvr>
                                      <p:tavLst>
                                        <p:tav tm="0">
                                          <p:val>
                                            <p:strVal val="#ppt_x"/>
                                          </p:val>
                                        </p:tav>
                                        <p:tav tm="100000">
                                          <p:val>
                                            <p:strVal val="#ppt_x"/>
                                          </p:val>
                                        </p:tav>
                                      </p:tavLst>
                                    </p:anim>
                                    <p:anim calcmode="lin" valueType="num">
                                      <p:cBhvr>
                                        <p:cTn id="64" dur="1000" fill="hold"/>
                                        <p:tgtEl>
                                          <p:spTgt spid="2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1000"/>
                                        <p:tgtEl>
                                          <p:spTgt spid="25"/>
                                        </p:tgtEl>
                                      </p:cBhvr>
                                    </p:animEffect>
                                    <p:anim calcmode="lin" valueType="num">
                                      <p:cBhvr>
                                        <p:cTn id="68" dur="1000" fill="hold"/>
                                        <p:tgtEl>
                                          <p:spTgt spid="25"/>
                                        </p:tgtEl>
                                        <p:attrNameLst>
                                          <p:attrName>ppt_x</p:attrName>
                                        </p:attrNameLst>
                                      </p:cBhvr>
                                      <p:tavLst>
                                        <p:tav tm="0">
                                          <p:val>
                                            <p:strVal val="#ppt_x"/>
                                          </p:val>
                                        </p:tav>
                                        <p:tav tm="100000">
                                          <p:val>
                                            <p:strVal val="#ppt_x"/>
                                          </p:val>
                                        </p:tav>
                                      </p:tavLst>
                                    </p:anim>
                                    <p:anim calcmode="lin" valueType="num">
                                      <p:cBhvr>
                                        <p:cTn id="69" dur="1000" fill="hold"/>
                                        <p:tgtEl>
                                          <p:spTgt spid="2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1000"/>
                                        <p:tgtEl>
                                          <p:spTgt spid="26"/>
                                        </p:tgtEl>
                                      </p:cBhvr>
                                    </p:animEffect>
                                    <p:anim calcmode="lin" valueType="num">
                                      <p:cBhvr>
                                        <p:cTn id="73" dur="1000" fill="hold"/>
                                        <p:tgtEl>
                                          <p:spTgt spid="26"/>
                                        </p:tgtEl>
                                        <p:attrNameLst>
                                          <p:attrName>ppt_x</p:attrName>
                                        </p:attrNameLst>
                                      </p:cBhvr>
                                      <p:tavLst>
                                        <p:tav tm="0">
                                          <p:val>
                                            <p:strVal val="#ppt_x"/>
                                          </p:val>
                                        </p:tav>
                                        <p:tav tm="100000">
                                          <p:val>
                                            <p:strVal val="#ppt_x"/>
                                          </p:val>
                                        </p:tav>
                                      </p:tavLst>
                                    </p:anim>
                                    <p:anim calcmode="lin" valueType="num">
                                      <p:cBhvr>
                                        <p:cTn id="74" dur="1000" fill="hold"/>
                                        <p:tgtEl>
                                          <p:spTgt spid="2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1000"/>
                                        <p:tgtEl>
                                          <p:spTgt spid="27"/>
                                        </p:tgtEl>
                                      </p:cBhvr>
                                    </p:animEffect>
                                    <p:anim calcmode="lin" valueType="num">
                                      <p:cBhvr>
                                        <p:cTn id="78" dur="1000" fill="hold"/>
                                        <p:tgtEl>
                                          <p:spTgt spid="27"/>
                                        </p:tgtEl>
                                        <p:attrNameLst>
                                          <p:attrName>ppt_x</p:attrName>
                                        </p:attrNameLst>
                                      </p:cBhvr>
                                      <p:tavLst>
                                        <p:tav tm="0">
                                          <p:val>
                                            <p:strVal val="#ppt_x"/>
                                          </p:val>
                                        </p:tav>
                                        <p:tav tm="100000">
                                          <p:val>
                                            <p:strVal val="#ppt_x"/>
                                          </p:val>
                                        </p:tav>
                                      </p:tavLst>
                                    </p:anim>
                                    <p:anim calcmode="lin" valueType="num">
                                      <p:cBhvr>
                                        <p:cTn id="79" dur="1000" fill="hold"/>
                                        <p:tgtEl>
                                          <p:spTgt spid="2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1000"/>
                                        <p:tgtEl>
                                          <p:spTgt spid="28"/>
                                        </p:tgtEl>
                                      </p:cBhvr>
                                    </p:animEffect>
                                    <p:anim calcmode="lin" valueType="num">
                                      <p:cBhvr>
                                        <p:cTn id="83" dur="1000" fill="hold"/>
                                        <p:tgtEl>
                                          <p:spTgt spid="28"/>
                                        </p:tgtEl>
                                        <p:attrNameLst>
                                          <p:attrName>ppt_x</p:attrName>
                                        </p:attrNameLst>
                                      </p:cBhvr>
                                      <p:tavLst>
                                        <p:tav tm="0">
                                          <p:val>
                                            <p:strVal val="#ppt_x"/>
                                          </p:val>
                                        </p:tav>
                                        <p:tav tm="100000">
                                          <p:val>
                                            <p:strVal val="#ppt_x"/>
                                          </p:val>
                                        </p:tav>
                                      </p:tavLst>
                                    </p:anim>
                                    <p:anim calcmode="lin" valueType="num">
                                      <p:cBhvr>
                                        <p:cTn id="84" dur="1000" fill="hold"/>
                                        <p:tgtEl>
                                          <p:spTgt spid="28"/>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1000"/>
                                        <p:tgtEl>
                                          <p:spTgt spid="29"/>
                                        </p:tgtEl>
                                      </p:cBhvr>
                                    </p:animEffect>
                                    <p:anim calcmode="lin" valueType="num">
                                      <p:cBhvr>
                                        <p:cTn id="88" dur="1000" fill="hold"/>
                                        <p:tgtEl>
                                          <p:spTgt spid="29"/>
                                        </p:tgtEl>
                                        <p:attrNameLst>
                                          <p:attrName>ppt_x</p:attrName>
                                        </p:attrNameLst>
                                      </p:cBhvr>
                                      <p:tavLst>
                                        <p:tav tm="0">
                                          <p:val>
                                            <p:strVal val="#ppt_x"/>
                                          </p:val>
                                        </p:tav>
                                        <p:tav tm="100000">
                                          <p:val>
                                            <p:strVal val="#ppt_x"/>
                                          </p:val>
                                        </p:tav>
                                      </p:tavLst>
                                    </p:anim>
                                    <p:anim calcmode="lin" valueType="num">
                                      <p:cBhvr>
                                        <p:cTn id="8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5" grpId="0"/>
      <p:bldP spid="17" grpId="0"/>
      <p:bldP spid="18" grpId="0" animBg="1"/>
      <p:bldP spid="19" grpId="0"/>
      <p:bldP spid="20" grpId="0"/>
      <p:bldP spid="21" grpId="0"/>
      <p:bldP spid="22" grpId="0" animBg="1"/>
      <p:bldP spid="23" grpId="0"/>
      <p:bldP spid="24" grpId="0"/>
      <p:bldP spid="25" grpId="0"/>
      <p:bldP spid="26" grpId="0" animBg="1"/>
      <p:bldP spid="27" grpId="0"/>
      <p:bldP spid="28" grpId="0"/>
      <p:bldP spid="29" grpId="0"/>
      <p:bldP spid="12" grpId="1" animBg="1"/>
      <p:bldP spid="13" grpId="1"/>
      <p:bldP spid="15" grpId="1"/>
      <p:bldP spid="17" grpId="1"/>
      <p:bldP spid="18" grpId="1" animBg="1"/>
      <p:bldP spid="19" grpId="1"/>
      <p:bldP spid="20" grpId="1"/>
      <p:bldP spid="21" grpId="1"/>
      <p:bldP spid="22" grpId="1" animBg="1"/>
      <p:bldP spid="23" grpId="1"/>
      <p:bldP spid="24" grpId="1"/>
      <p:bldP spid="25" grpId="1"/>
      <p:bldP spid="26" grpId="1" animBg="1"/>
      <p:bldP spid="27" grpId="1"/>
      <p:bldP spid="28" grpId="1"/>
      <p:bldP spid="2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cstate="email"/>
          <a:srcRect l="8839" t="8289" r="7208" b="64029"/>
          <a:stretch>
            <a:fillRect/>
          </a:stretch>
        </p:blipFill>
        <p:spPr>
          <a:xfrm rot="10800000">
            <a:off x="-1" y="0"/>
            <a:ext cx="12192000" cy="1916174"/>
          </a:xfrm>
          <a:prstGeom prst="rect">
            <a:avLst/>
          </a:prstGeom>
        </p:spPr>
      </p:pic>
      <p:pic>
        <p:nvPicPr>
          <p:cNvPr id="16" name="图片 15"/>
          <p:cNvPicPr>
            <a:picLocks noChangeAspect="1"/>
          </p:cNvPicPr>
          <p:nvPr/>
        </p:nvPicPr>
        <p:blipFill rotWithShape="1">
          <a:blip r:embed="rId1" cstate="email"/>
          <a:srcRect l="8839" t="8289" r="7208" b="64029"/>
          <a:stretch>
            <a:fillRect/>
          </a:stretch>
        </p:blipFill>
        <p:spPr>
          <a:xfrm>
            <a:off x="-1667" y="4941826"/>
            <a:ext cx="12192000" cy="1916174"/>
          </a:xfrm>
          <a:prstGeom prst="rect">
            <a:avLst/>
          </a:prstGeom>
        </p:spPr>
      </p:pic>
      <p:sp>
        <p:nvSpPr>
          <p:cNvPr id="4" name="文本框 3"/>
          <p:cNvSpPr txBox="1"/>
          <p:nvPr/>
        </p:nvSpPr>
        <p:spPr>
          <a:xfrm>
            <a:off x="3100701" y="2107950"/>
            <a:ext cx="6022345" cy="1015663"/>
          </a:xfrm>
          <a:prstGeom prst="rect">
            <a:avLst/>
          </a:prstGeom>
          <a:noFill/>
        </p:spPr>
        <p:txBody>
          <a:bodyPr wrap="square" rtlCol="0">
            <a:spAutoFit/>
          </a:bodyPr>
          <a:lstStyle/>
          <a:p>
            <a:pPr algn="ctr"/>
            <a:r>
              <a:rPr lang="zh-CN" altLang="en-US" sz="6000" dirty="0">
                <a:solidFill>
                  <a:srgbClr val="3E5879"/>
                </a:solidFill>
                <a:latin typeface="方正清刻本悦宋简体" panose="02000000000000000000" pitchFamily="2" charset="-122"/>
                <a:ea typeface="方正清刻本悦宋简体" panose="02000000000000000000" pitchFamily="2" charset="-122"/>
              </a:rPr>
              <a:t>输入标题内容</a:t>
            </a:r>
            <a:endParaRPr lang="zh-CN" altLang="en-US" sz="60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5" name="文本框 4"/>
          <p:cNvSpPr txBox="1"/>
          <p:nvPr/>
        </p:nvSpPr>
        <p:spPr>
          <a:xfrm>
            <a:off x="3286539" y="3123613"/>
            <a:ext cx="5632174" cy="338554"/>
          </a:xfrm>
          <a:prstGeom prst="rect">
            <a:avLst/>
          </a:prstGeom>
          <a:noFill/>
        </p:spPr>
        <p:txBody>
          <a:bodyPr wrap="square" rtlCol="0">
            <a:spAutoFit/>
          </a:bodyPr>
          <a:lstStyle/>
          <a:p>
            <a:pPr algn="dist"/>
            <a:r>
              <a:rPr lang="zh-CN" altLang="en-US" sz="16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6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6" name="矩形: 圆角 5"/>
          <p:cNvSpPr/>
          <p:nvPr/>
        </p:nvSpPr>
        <p:spPr>
          <a:xfrm>
            <a:off x="3176080" y="3078742"/>
            <a:ext cx="5836507" cy="406286"/>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308140" y="3658793"/>
            <a:ext cx="3578865" cy="993285"/>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98261" y="1461588"/>
            <a:ext cx="7971040" cy="2493076"/>
          </a:xfrm>
          <a:prstGeom prst="rect">
            <a:avLst/>
          </a:prstGeom>
          <a:blipFill dpi="0" rotWithShape="1">
            <a:blip r:embed="rId1"/>
            <a:srcRect/>
            <a:stretch>
              <a:fillRect t="-61000" b="-61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rot="16200000">
            <a:off x="8580982" y="741907"/>
            <a:ext cx="2493076" cy="3932438"/>
          </a:xfrm>
          <a:custGeom>
            <a:avLst/>
            <a:gdLst>
              <a:gd name="connsiteX0" fmla="*/ 2493076 w 2493076"/>
              <a:gd name="connsiteY0" fmla="*/ 508000 h 3932438"/>
              <a:gd name="connsiteX1" fmla="*/ 2493076 w 2493076"/>
              <a:gd name="connsiteY1" fmla="*/ 3932438 h 3932438"/>
              <a:gd name="connsiteX2" fmla="*/ 0 w 2493076"/>
              <a:gd name="connsiteY2" fmla="*/ 3932438 h 3932438"/>
              <a:gd name="connsiteX3" fmla="*/ 0 w 2493076"/>
              <a:gd name="connsiteY3" fmla="*/ 508000 h 3932438"/>
              <a:gd name="connsiteX4" fmla="*/ 909988 w 2493076"/>
              <a:gd name="connsiteY4" fmla="*/ 508000 h 3932438"/>
              <a:gd name="connsiteX5" fmla="*/ 1246538 w 2493076"/>
              <a:gd name="connsiteY5" fmla="*/ 0 h 3932438"/>
              <a:gd name="connsiteX6" fmla="*/ 1583088 w 2493076"/>
              <a:gd name="connsiteY6" fmla="*/ 508000 h 393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3076" h="3932438">
                <a:moveTo>
                  <a:pt x="2493076" y="508000"/>
                </a:moveTo>
                <a:lnTo>
                  <a:pt x="2493076" y="3932438"/>
                </a:lnTo>
                <a:lnTo>
                  <a:pt x="0" y="3932438"/>
                </a:lnTo>
                <a:lnTo>
                  <a:pt x="0" y="508000"/>
                </a:lnTo>
                <a:lnTo>
                  <a:pt x="909988" y="508000"/>
                </a:lnTo>
                <a:lnTo>
                  <a:pt x="1246538" y="0"/>
                </a:lnTo>
                <a:lnTo>
                  <a:pt x="1583088" y="508000"/>
                </a:lnTo>
                <a:close/>
              </a:path>
            </a:pathLst>
          </a:cu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ESIGN STRACTURE…"/>
          <p:cNvSpPr txBox="1"/>
          <p:nvPr/>
        </p:nvSpPr>
        <p:spPr>
          <a:xfrm>
            <a:off x="9159543" y="2519203"/>
            <a:ext cx="1843954" cy="809645"/>
          </a:xfrm>
          <a:prstGeom prst="rect">
            <a:avLst/>
          </a:prstGeom>
          <a:ln w="12700">
            <a:miter lim="400000"/>
          </a:ln>
        </p:spPr>
        <p:txBody>
          <a:bodyPr wrap="square" lIns="0" tIns="0" rIns="0" bIns="0">
            <a:spAutoFit/>
          </a:bodyPr>
          <a:lstStyle/>
          <a:p>
            <a:pPr algn="ctr">
              <a:lnSpc>
                <a:spcPct val="150000"/>
              </a:lnSpc>
              <a:defRPr sz="1800" b="0">
                <a:solidFill>
                  <a:srgbClr val="505863"/>
                </a:solidFill>
                <a:latin typeface="Lato Black"/>
                <a:ea typeface="Lato Black"/>
                <a:cs typeface="Lato Black"/>
                <a:sym typeface="Lato Black"/>
              </a:defRPr>
            </a:pPr>
            <a:r>
              <a:rPr sz="900" dirty="0">
                <a:solidFill>
                  <a:schemeClr val="bg1"/>
                </a:solidFill>
              </a:rPr>
              <a:t>DESIGN STRACTURE</a:t>
            </a:r>
            <a:endParaRPr sz="900" dirty="0">
              <a:solidFill>
                <a:schemeClr val="bg1"/>
              </a:solidFill>
            </a:endParaRPr>
          </a:p>
          <a:p>
            <a:pPr algn="ctr">
              <a:lnSpc>
                <a:spcPct val="150000"/>
              </a:lnSpc>
              <a:defRPr sz="1800" b="0">
                <a:solidFill>
                  <a:srgbClr val="9AA2AC"/>
                </a:solidFill>
                <a:latin typeface="Lato Regular"/>
                <a:ea typeface="Lato Regular"/>
                <a:cs typeface="Lato Regular"/>
                <a:sym typeface="Lato Regular"/>
              </a:defRPr>
            </a:pPr>
            <a:r>
              <a:rPr lang="zh-CN" altLang="en-US"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a:t>
            </a:r>
            <a:endParaRPr sz="900" dirty="0">
              <a:solidFill>
                <a:schemeClr val="bg1"/>
              </a:solidFill>
            </a:endParaRPr>
          </a:p>
        </p:txBody>
      </p:sp>
      <p:sp>
        <p:nvSpPr>
          <p:cNvPr id="13" name="文本框 12"/>
          <p:cNvSpPr txBox="1"/>
          <p:nvPr/>
        </p:nvSpPr>
        <p:spPr>
          <a:xfrm>
            <a:off x="9624599" y="1867513"/>
            <a:ext cx="913841" cy="461665"/>
          </a:xfrm>
          <a:prstGeom prst="rect">
            <a:avLst/>
          </a:prstGeom>
          <a:noFill/>
        </p:spPr>
        <p:txBody>
          <a:bodyPr wrap="square" rtlCol="0">
            <a:spAutoFit/>
          </a:bodyPr>
          <a:lstStyle/>
          <a:p>
            <a:pPr algn="ctr"/>
            <a:r>
              <a:rPr lang="en-US" altLang="zh-CN" sz="2400" dirty="0">
                <a:solidFill>
                  <a:schemeClr val="bg1"/>
                </a:solidFill>
                <a:latin typeface="Arial" panose="020B0604020202020204" pitchFamily="34" charset="0"/>
                <a:cs typeface="Arial" panose="020B0604020202020204" pitchFamily="34" charset="0"/>
              </a:rPr>
              <a:t>87%</a:t>
            </a:r>
            <a:endParaRPr lang="zh-CN" altLang="en-US" sz="2400" dirty="0">
              <a:solidFill>
                <a:schemeClr val="bg1"/>
              </a:solidFill>
              <a:latin typeface="Arial" panose="020B0604020202020204" pitchFamily="34" charset="0"/>
              <a:cs typeface="Arial" panose="020B0604020202020204" pitchFamily="34" charset="0"/>
            </a:endParaRPr>
          </a:p>
        </p:txBody>
      </p:sp>
      <p:grpSp>
        <p:nvGrpSpPr>
          <p:cNvPr id="15" name="组合 14"/>
          <p:cNvGrpSpPr/>
          <p:nvPr/>
        </p:nvGrpSpPr>
        <p:grpSpPr>
          <a:xfrm>
            <a:off x="5039843" y="3508107"/>
            <a:ext cx="893114" cy="893114"/>
            <a:chOff x="5331620" y="1809750"/>
            <a:chExt cx="1647825" cy="1647825"/>
          </a:xfrm>
        </p:grpSpPr>
        <p:sp>
          <p:nvSpPr>
            <p:cNvPr id="17" name="椭圆 16"/>
            <p:cNvSpPr/>
            <p:nvPr/>
          </p:nvSpPr>
          <p:spPr>
            <a:xfrm>
              <a:off x="5331620" y="1809750"/>
              <a:ext cx="1647825" cy="1647825"/>
            </a:xfrm>
            <a:prstGeom prst="ellipse">
              <a:avLst/>
            </a:prstGeom>
            <a:solidFill>
              <a:srgbClr val="55739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Freeform 61"/>
            <p:cNvSpPr>
              <a:spLocks noEditPoints="1"/>
            </p:cNvSpPr>
            <p:nvPr/>
          </p:nvSpPr>
          <p:spPr bwMode="auto">
            <a:xfrm>
              <a:off x="5868765" y="2333601"/>
              <a:ext cx="586093" cy="586093"/>
            </a:xfrm>
            <a:custGeom>
              <a:avLst/>
              <a:gdLst>
                <a:gd name="T0" fmla="*/ 890 w 1018"/>
                <a:gd name="T1" fmla="*/ 61 h 1017"/>
                <a:gd name="T2" fmla="*/ 876 w 1018"/>
                <a:gd name="T3" fmla="*/ 5 h 1017"/>
                <a:gd name="T4" fmla="*/ 147 w 1018"/>
                <a:gd name="T5" fmla="*/ 2 h 1017"/>
                <a:gd name="T6" fmla="*/ 127 w 1018"/>
                <a:gd name="T7" fmla="*/ 31 h 1017"/>
                <a:gd name="T8" fmla="*/ 131 w 1018"/>
                <a:gd name="T9" fmla="*/ 148 h 1017"/>
                <a:gd name="T10" fmla="*/ 24 w 1018"/>
                <a:gd name="T11" fmla="*/ 243 h 1017"/>
                <a:gd name="T12" fmla="*/ 3 w 1018"/>
                <a:gd name="T13" fmla="*/ 383 h 1017"/>
                <a:gd name="T14" fmla="*/ 61 w 1018"/>
                <a:gd name="T15" fmla="*/ 493 h 1017"/>
                <a:gd name="T16" fmla="*/ 170 w 1018"/>
                <a:gd name="T17" fmla="*/ 551 h 1017"/>
                <a:gd name="T18" fmla="*/ 274 w 1018"/>
                <a:gd name="T19" fmla="*/ 546 h 1017"/>
                <a:gd name="T20" fmla="*/ 382 w 1018"/>
                <a:gd name="T21" fmla="*/ 690 h 1017"/>
                <a:gd name="T22" fmla="*/ 410 w 1018"/>
                <a:gd name="T23" fmla="*/ 735 h 1017"/>
                <a:gd name="T24" fmla="*/ 410 w 1018"/>
                <a:gd name="T25" fmla="*/ 791 h 1017"/>
                <a:gd name="T26" fmla="*/ 379 w 1018"/>
                <a:gd name="T27" fmla="*/ 837 h 1017"/>
                <a:gd name="T28" fmla="*/ 318 w 1018"/>
                <a:gd name="T29" fmla="*/ 858 h 1017"/>
                <a:gd name="T30" fmla="*/ 248 w 1018"/>
                <a:gd name="T31" fmla="*/ 880 h 1017"/>
                <a:gd name="T32" fmla="*/ 197 w 1018"/>
                <a:gd name="T33" fmla="*/ 948 h 1017"/>
                <a:gd name="T34" fmla="*/ 196 w 1018"/>
                <a:gd name="T35" fmla="*/ 1003 h 1017"/>
                <a:gd name="T36" fmla="*/ 795 w 1018"/>
                <a:gd name="T37" fmla="*/ 1017 h 1017"/>
                <a:gd name="T38" fmla="*/ 826 w 1018"/>
                <a:gd name="T39" fmla="*/ 992 h 1017"/>
                <a:gd name="T40" fmla="*/ 812 w 1018"/>
                <a:gd name="T41" fmla="*/ 925 h 1017"/>
                <a:gd name="T42" fmla="*/ 750 w 1018"/>
                <a:gd name="T43" fmla="*/ 869 h 1017"/>
                <a:gd name="T44" fmla="*/ 681 w 1018"/>
                <a:gd name="T45" fmla="*/ 856 h 1017"/>
                <a:gd name="T46" fmla="*/ 633 w 1018"/>
                <a:gd name="T47" fmla="*/ 830 h 1017"/>
                <a:gd name="T48" fmla="*/ 605 w 1018"/>
                <a:gd name="T49" fmla="*/ 772 h 1017"/>
                <a:gd name="T50" fmla="*/ 616 w 1018"/>
                <a:gd name="T51" fmla="*/ 718 h 1017"/>
                <a:gd name="T52" fmla="*/ 639 w 1018"/>
                <a:gd name="T53" fmla="*/ 683 h 1017"/>
                <a:gd name="T54" fmla="*/ 774 w 1018"/>
                <a:gd name="T55" fmla="*/ 554 h 1017"/>
                <a:gd name="T56" fmla="*/ 887 w 1018"/>
                <a:gd name="T57" fmla="*/ 540 h 1017"/>
                <a:gd name="T58" fmla="*/ 983 w 1018"/>
                <a:gd name="T59" fmla="*/ 461 h 1017"/>
                <a:gd name="T60" fmla="*/ 1018 w 1018"/>
                <a:gd name="T61" fmla="*/ 342 h 1017"/>
                <a:gd name="T62" fmla="*/ 971 w 1018"/>
                <a:gd name="T63" fmla="*/ 210 h 1017"/>
                <a:gd name="T64" fmla="*/ 154 w 1018"/>
                <a:gd name="T65" fmla="*/ 481 h 1017"/>
                <a:gd name="T66" fmla="*/ 88 w 1018"/>
                <a:gd name="T67" fmla="*/ 426 h 1017"/>
                <a:gd name="T68" fmla="*/ 63 w 1018"/>
                <a:gd name="T69" fmla="*/ 345 h 1017"/>
                <a:gd name="T70" fmla="*/ 92 w 1018"/>
                <a:gd name="T71" fmla="*/ 256 h 1017"/>
                <a:gd name="T72" fmla="*/ 152 w 1018"/>
                <a:gd name="T73" fmla="*/ 252 h 1017"/>
                <a:gd name="T74" fmla="*/ 241 w 1018"/>
                <a:gd name="T75" fmla="*/ 488 h 1017"/>
                <a:gd name="T76" fmla="*/ 176 w 1018"/>
                <a:gd name="T77" fmla="*/ 487 h 1017"/>
                <a:gd name="T78" fmla="*/ 717 w 1018"/>
                <a:gd name="T79" fmla="*/ 925 h 1017"/>
                <a:gd name="T80" fmla="*/ 263 w 1018"/>
                <a:gd name="T81" fmla="*/ 954 h 1017"/>
                <a:gd name="T82" fmla="*/ 301 w 1018"/>
                <a:gd name="T83" fmla="*/ 925 h 1017"/>
                <a:gd name="T84" fmla="*/ 380 w 1018"/>
                <a:gd name="T85" fmla="*/ 910 h 1017"/>
                <a:gd name="T86" fmla="*/ 448 w 1018"/>
                <a:gd name="T87" fmla="*/ 854 h 1017"/>
                <a:gd name="T88" fmla="*/ 476 w 1018"/>
                <a:gd name="T89" fmla="*/ 778 h 1017"/>
                <a:gd name="T90" fmla="*/ 509 w 1018"/>
                <a:gd name="T91" fmla="*/ 795 h 1017"/>
                <a:gd name="T92" fmla="*/ 543 w 1018"/>
                <a:gd name="T93" fmla="*/ 778 h 1017"/>
                <a:gd name="T94" fmla="*/ 578 w 1018"/>
                <a:gd name="T95" fmla="*/ 865 h 1017"/>
                <a:gd name="T96" fmla="*/ 653 w 1018"/>
                <a:gd name="T97" fmla="*/ 915 h 1017"/>
                <a:gd name="T98" fmla="*/ 494 w 1018"/>
                <a:gd name="T99" fmla="*/ 709 h 1017"/>
                <a:gd name="T100" fmla="*/ 329 w 1018"/>
                <a:gd name="T101" fmla="*/ 511 h 1017"/>
                <a:gd name="T102" fmla="*/ 247 w 1018"/>
                <a:gd name="T103" fmla="*/ 342 h 1017"/>
                <a:gd name="T104" fmla="*/ 196 w 1018"/>
                <a:gd name="T105" fmla="*/ 132 h 1017"/>
                <a:gd name="T106" fmla="*/ 817 w 1018"/>
                <a:gd name="T107" fmla="*/ 164 h 1017"/>
                <a:gd name="T108" fmla="*/ 762 w 1018"/>
                <a:gd name="T109" fmla="*/ 369 h 1017"/>
                <a:gd name="T110" fmla="*/ 663 w 1018"/>
                <a:gd name="T111" fmla="*/ 550 h 1017"/>
                <a:gd name="T112" fmla="*/ 509 w 1018"/>
                <a:gd name="T113" fmla="*/ 722 h 1017"/>
                <a:gd name="T114" fmla="*/ 911 w 1018"/>
                <a:gd name="T115" fmla="*/ 448 h 1017"/>
                <a:gd name="T116" fmla="*/ 842 w 1018"/>
                <a:gd name="T117" fmla="*/ 487 h 1017"/>
                <a:gd name="T118" fmla="*/ 777 w 1018"/>
                <a:gd name="T119" fmla="*/ 489 h 1017"/>
                <a:gd name="T120" fmla="*/ 866 w 1018"/>
                <a:gd name="T121" fmla="*/ 252 h 1017"/>
                <a:gd name="T122" fmla="*/ 926 w 1018"/>
                <a:gd name="T123" fmla="*/ 257 h 1017"/>
                <a:gd name="T124" fmla="*/ 955 w 1018"/>
                <a:gd name="T125" fmla="*/ 34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887" y="148"/>
                  </a:moveTo>
                  <a:lnTo>
                    <a:pt x="887" y="148"/>
                  </a:lnTo>
                  <a:lnTo>
                    <a:pt x="884" y="147"/>
                  </a:lnTo>
                  <a:lnTo>
                    <a:pt x="884" y="147"/>
                  </a:lnTo>
                  <a:lnTo>
                    <a:pt x="887" y="119"/>
                  </a:lnTo>
                  <a:lnTo>
                    <a:pt x="889" y="90"/>
                  </a:lnTo>
                  <a:lnTo>
                    <a:pt x="890" y="61"/>
                  </a:lnTo>
                  <a:lnTo>
                    <a:pt x="890" y="31"/>
                  </a:lnTo>
                  <a:lnTo>
                    <a:pt x="890" y="31"/>
                  </a:lnTo>
                  <a:lnTo>
                    <a:pt x="890" y="26"/>
                  </a:lnTo>
                  <a:lnTo>
                    <a:pt x="888" y="19"/>
                  </a:lnTo>
                  <a:lnTo>
                    <a:pt x="885" y="14"/>
                  </a:lnTo>
                  <a:lnTo>
                    <a:pt x="882" y="10"/>
                  </a:lnTo>
                  <a:lnTo>
                    <a:pt x="876" y="5"/>
                  </a:lnTo>
                  <a:lnTo>
                    <a:pt x="871" y="2"/>
                  </a:lnTo>
                  <a:lnTo>
                    <a:pt x="866" y="0"/>
                  </a:lnTo>
                  <a:lnTo>
                    <a:pt x="859" y="0"/>
                  </a:lnTo>
                  <a:lnTo>
                    <a:pt x="160" y="0"/>
                  </a:lnTo>
                  <a:lnTo>
                    <a:pt x="160" y="0"/>
                  </a:lnTo>
                  <a:lnTo>
                    <a:pt x="153" y="0"/>
                  </a:lnTo>
                  <a:lnTo>
                    <a:pt x="147" y="2"/>
                  </a:lnTo>
                  <a:lnTo>
                    <a:pt x="141" y="5"/>
                  </a:lnTo>
                  <a:lnTo>
                    <a:pt x="137" y="10"/>
                  </a:lnTo>
                  <a:lnTo>
                    <a:pt x="133" y="14"/>
                  </a:lnTo>
                  <a:lnTo>
                    <a:pt x="130" y="19"/>
                  </a:lnTo>
                  <a:lnTo>
                    <a:pt x="129" y="26"/>
                  </a:lnTo>
                  <a:lnTo>
                    <a:pt x="127" y="31"/>
                  </a:lnTo>
                  <a:lnTo>
                    <a:pt x="127" y="31"/>
                  </a:lnTo>
                  <a:lnTo>
                    <a:pt x="127" y="61"/>
                  </a:lnTo>
                  <a:lnTo>
                    <a:pt x="130" y="90"/>
                  </a:lnTo>
                  <a:lnTo>
                    <a:pt x="132" y="119"/>
                  </a:lnTo>
                  <a:lnTo>
                    <a:pt x="134" y="147"/>
                  </a:lnTo>
                  <a:lnTo>
                    <a:pt x="134" y="147"/>
                  </a:lnTo>
                  <a:lnTo>
                    <a:pt x="131" y="148"/>
                  </a:lnTo>
                  <a:lnTo>
                    <a:pt x="131" y="148"/>
                  </a:lnTo>
                  <a:lnTo>
                    <a:pt x="110" y="157"/>
                  </a:lnTo>
                  <a:lnTo>
                    <a:pt x="93" y="168"/>
                  </a:lnTo>
                  <a:lnTo>
                    <a:pt x="76" y="180"/>
                  </a:lnTo>
                  <a:lnTo>
                    <a:pt x="61" y="194"/>
                  </a:lnTo>
                  <a:lnTo>
                    <a:pt x="47" y="210"/>
                  </a:lnTo>
                  <a:lnTo>
                    <a:pt x="35" y="226"/>
                  </a:lnTo>
                  <a:lnTo>
                    <a:pt x="24" y="243"/>
                  </a:lnTo>
                  <a:lnTo>
                    <a:pt x="16" y="263"/>
                  </a:lnTo>
                  <a:lnTo>
                    <a:pt x="8" y="281"/>
                  </a:lnTo>
                  <a:lnTo>
                    <a:pt x="4" y="301"/>
                  </a:lnTo>
                  <a:lnTo>
                    <a:pt x="1" y="322"/>
                  </a:lnTo>
                  <a:lnTo>
                    <a:pt x="0" y="342"/>
                  </a:lnTo>
                  <a:lnTo>
                    <a:pt x="0" y="363"/>
                  </a:lnTo>
                  <a:lnTo>
                    <a:pt x="3" y="383"/>
                  </a:lnTo>
                  <a:lnTo>
                    <a:pt x="8" y="404"/>
                  </a:lnTo>
                  <a:lnTo>
                    <a:pt x="15" y="425"/>
                  </a:lnTo>
                  <a:lnTo>
                    <a:pt x="15" y="425"/>
                  </a:lnTo>
                  <a:lnTo>
                    <a:pt x="24" y="443"/>
                  </a:lnTo>
                  <a:lnTo>
                    <a:pt x="35" y="461"/>
                  </a:lnTo>
                  <a:lnTo>
                    <a:pt x="47" y="478"/>
                  </a:lnTo>
                  <a:lnTo>
                    <a:pt x="61" y="493"/>
                  </a:lnTo>
                  <a:lnTo>
                    <a:pt x="76" y="507"/>
                  </a:lnTo>
                  <a:lnTo>
                    <a:pt x="93" y="519"/>
                  </a:lnTo>
                  <a:lnTo>
                    <a:pt x="110" y="530"/>
                  </a:lnTo>
                  <a:lnTo>
                    <a:pt x="130" y="540"/>
                  </a:lnTo>
                  <a:lnTo>
                    <a:pt x="130" y="540"/>
                  </a:lnTo>
                  <a:lnTo>
                    <a:pt x="150" y="546"/>
                  </a:lnTo>
                  <a:lnTo>
                    <a:pt x="170" y="551"/>
                  </a:lnTo>
                  <a:lnTo>
                    <a:pt x="191" y="555"/>
                  </a:lnTo>
                  <a:lnTo>
                    <a:pt x="211" y="556"/>
                  </a:lnTo>
                  <a:lnTo>
                    <a:pt x="211" y="556"/>
                  </a:lnTo>
                  <a:lnTo>
                    <a:pt x="227" y="555"/>
                  </a:lnTo>
                  <a:lnTo>
                    <a:pt x="243" y="554"/>
                  </a:lnTo>
                  <a:lnTo>
                    <a:pt x="259" y="550"/>
                  </a:lnTo>
                  <a:lnTo>
                    <a:pt x="274" y="546"/>
                  </a:lnTo>
                  <a:lnTo>
                    <a:pt x="274" y="546"/>
                  </a:lnTo>
                  <a:lnTo>
                    <a:pt x="301" y="586"/>
                  </a:lnTo>
                  <a:lnTo>
                    <a:pt x="327" y="621"/>
                  </a:lnTo>
                  <a:lnTo>
                    <a:pt x="353" y="654"/>
                  </a:lnTo>
                  <a:lnTo>
                    <a:pt x="379" y="683"/>
                  </a:lnTo>
                  <a:lnTo>
                    <a:pt x="379" y="683"/>
                  </a:lnTo>
                  <a:lnTo>
                    <a:pt x="382" y="690"/>
                  </a:lnTo>
                  <a:lnTo>
                    <a:pt x="386" y="695"/>
                  </a:lnTo>
                  <a:lnTo>
                    <a:pt x="386" y="695"/>
                  </a:lnTo>
                  <a:lnTo>
                    <a:pt x="393" y="703"/>
                  </a:lnTo>
                  <a:lnTo>
                    <a:pt x="398" y="710"/>
                  </a:lnTo>
                  <a:lnTo>
                    <a:pt x="402" y="718"/>
                  </a:lnTo>
                  <a:lnTo>
                    <a:pt x="406" y="726"/>
                  </a:lnTo>
                  <a:lnTo>
                    <a:pt x="410" y="735"/>
                  </a:lnTo>
                  <a:lnTo>
                    <a:pt x="412" y="744"/>
                  </a:lnTo>
                  <a:lnTo>
                    <a:pt x="413" y="753"/>
                  </a:lnTo>
                  <a:lnTo>
                    <a:pt x="414" y="763"/>
                  </a:lnTo>
                  <a:lnTo>
                    <a:pt x="414" y="763"/>
                  </a:lnTo>
                  <a:lnTo>
                    <a:pt x="413" y="772"/>
                  </a:lnTo>
                  <a:lnTo>
                    <a:pt x="412" y="782"/>
                  </a:lnTo>
                  <a:lnTo>
                    <a:pt x="410" y="791"/>
                  </a:lnTo>
                  <a:lnTo>
                    <a:pt x="406" y="799"/>
                  </a:lnTo>
                  <a:lnTo>
                    <a:pt x="402" y="808"/>
                  </a:lnTo>
                  <a:lnTo>
                    <a:pt x="398" y="816"/>
                  </a:lnTo>
                  <a:lnTo>
                    <a:pt x="393" y="824"/>
                  </a:lnTo>
                  <a:lnTo>
                    <a:pt x="386" y="830"/>
                  </a:lnTo>
                  <a:lnTo>
                    <a:pt x="386" y="830"/>
                  </a:lnTo>
                  <a:lnTo>
                    <a:pt x="379" y="837"/>
                  </a:lnTo>
                  <a:lnTo>
                    <a:pt x="371" y="842"/>
                  </a:lnTo>
                  <a:lnTo>
                    <a:pt x="364" y="847"/>
                  </a:lnTo>
                  <a:lnTo>
                    <a:pt x="355" y="851"/>
                  </a:lnTo>
                  <a:lnTo>
                    <a:pt x="346" y="854"/>
                  </a:lnTo>
                  <a:lnTo>
                    <a:pt x="337" y="856"/>
                  </a:lnTo>
                  <a:lnTo>
                    <a:pt x="328" y="858"/>
                  </a:lnTo>
                  <a:lnTo>
                    <a:pt x="318" y="858"/>
                  </a:lnTo>
                  <a:lnTo>
                    <a:pt x="318" y="858"/>
                  </a:lnTo>
                  <a:lnTo>
                    <a:pt x="306" y="859"/>
                  </a:lnTo>
                  <a:lnTo>
                    <a:pt x="293" y="861"/>
                  </a:lnTo>
                  <a:lnTo>
                    <a:pt x="281" y="865"/>
                  </a:lnTo>
                  <a:lnTo>
                    <a:pt x="269" y="869"/>
                  </a:lnTo>
                  <a:lnTo>
                    <a:pt x="257" y="874"/>
                  </a:lnTo>
                  <a:lnTo>
                    <a:pt x="248" y="880"/>
                  </a:lnTo>
                  <a:lnTo>
                    <a:pt x="237" y="887"/>
                  </a:lnTo>
                  <a:lnTo>
                    <a:pt x="228" y="896"/>
                  </a:lnTo>
                  <a:lnTo>
                    <a:pt x="220" y="904"/>
                  </a:lnTo>
                  <a:lnTo>
                    <a:pt x="212" y="915"/>
                  </a:lnTo>
                  <a:lnTo>
                    <a:pt x="207" y="925"/>
                  </a:lnTo>
                  <a:lnTo>
                    <a:pt x="202" y="937"/>
                  </a:lnTo>
                  <a:lnTo>
                    <a:pt x="197" y="948"/>
                  </a:lnTo>
                  <a:lnTo>
                    <a:pt x="194" y="960"/>
                  </a:lnTo>
                  <a:lnTo>
                    <a:pt x="192" y="973"/>
                  </a:lnTo>
                  <a:lnTo>
                    <a:pt x="191" y="986"/>
                  </a:lnTo>
                  <a:lnTo>
                    <a:pt x="191" y="986"/>
                  </a:lnTo>
                  <a:lnTo>
                    <a:pt x="192" y="992"/>
                  </a:lnTo>
                  <a:lnTo>
                    <a:pt x="194" y="998"/>
                  </a:lnTo>
                  <a:lnTo>
                    <a:pt x="196" y="1003"/>
                  </a:lnTo>
                  <a:lnTo>
                    <a:pt x="200" y="1008"/>
                  </a:lnTo>
                  <a:lnTo>
                    <a:pt x="205" y="1012"/>
                  </a:lnTo>
                  <a:lnTo>
                    <a:pt x="210" y="1015"/>
                  </a:lnTo>
                  <a:lnTo>
                    <a:pt x="217" y="1017"/>
                  </a:lnTo>
                  <a:lnTo>
                    <a:pt x="223" y="1017"/>
                  </a:lnTo>
                  <a:lnTo>
                    <a:pt x="795" y="1017"/>
                  </a:lnTo>
                  <a:lnTo>
                    <a:pt x="795" y="1017"/>
                  </a:lnTo>
                  <a:lnTo>
                    <a:pt x="801" y="1017"/>
                  </a:lnTo>
                  <a:lnTo>
                    <a:pt x="808" y="1015"/>
                  </a:lnTo>
                  <a:lnTo>
                    <a:pt x="813" y="1012"/>
                  </a:lnTo>
                  <a:lnTo>
                    <a:pt x="817" y="1008"/>
                  </a:lnTo>
                  <a:lnTo>
                    <a:pt x="822" y="1003"/>
                  </a:lnTo>
                  <a:lnTo>
                    <a:pt x="825" y="998"/>
                  </a:lnTo>
                  <a:lnTo>
                    <a:pt x="826" y="992"/>
                  </a:lnTo>
                  <a:lnTo>
                    <a:pt x="827" y="986"/>
                  </a:lnTo>
                  <a:lnTo>
                    <a:pt x="827" y="986"/>
                  </a:lnTo>
                  <a:lnTo>
                    <a:pt x="826" y="973"/>
                  </a:lnTo>
                  <a:lnTo>
                    <a:pt x="825" y="960"/>
                  </a:lnTo>
                  <a:lnTo>
                    <a:pt x="822" y="948"/>
                  </a:lnTo>
                  <a:lnTo>
                    <a:pt x="817" y="937"/>
                  </a:lnTo>
                  <a:lnTo>
                    <a:pt x="812" y="925"/>
                  </a:lnTo>
                  <a:lnTo>
                    <a:pt x="806" y="915"/>
                  </a:lnTo>
                  <a:lnTo>
                    <a:pt x="798" y="904"/>
                  </a:lnTo>
                  <a:lnTo>
                    <a:pt x="790" y="896"/>
                  </a:lnTo>
                  <a:lnTo>
                    <a:pt x="781" y="887"/>
                  </a:lnTo>
                  <a:lnTo>
                    <a:pt x="771" y="880"/>
                  </a:lnTo>
                  <a:lnTo>
                    <a:pt x="761" y="874"/>
                  </a:lnTo>
                  <a:lnTo>
                    <a:pt x="750" y="869"/>
                  </a:lnTo>
                  <a:lnTo>
                    <a:pt x="738" y="865"/>
                  </a:lnTo>
                  <a:lnTo>
                    <a:pt x="725" y="861"/>
                  </a:lnTo>
                  <a:lnTo>
                    <a:pt x="713" y="859"/>
                  </a:lnTo>
                  <a:lnTo>
                    <a:pt x="699" y="858"/>
                  </a:lnTo>
                  <a:lnTo>
                    <a:pt x="699" y="858"/>
                  </a:lnTo>
                  <a:lnTo>
                    <a:pt x="691" y="858"/>
                  </a:lnTo>
                  <a:lnTo>
                    <a:pt x="681" y="856"/>
                  </a:lnTo>
                  <a:lnTo>
                    <a:pt x="673" y="854"/>
                  </a:lnTo>
                  <a:lnTo>
                    <a:pt x="663" y="851"/>
                  </a:lnTo>
                  <a:lnTo>
                    <a:pt x="655" y="847"/>
                  </a:lnTo>
                  <a:lnTo>
                    <a:pt x="647" y="842"/>
                  </a:lnTo>
                  <a:lnTo>
                    <a:pt x="639" y="837"/>
                  </a:lnTo>
                  <a:lnTo>
                    <a:pt x="633" y="830"/>
                  </a:lnTo>
                  <a:lnTo>
                    <a:pt x="633" y="830"/>
                  </a:lnTo>
                  <a:lnTo>
                    <a:pt x="626" y="824"/>
                  </a:lnTo>
                  <a:lnTo>
                    <a:pt x="620" y="816"/>
                  </a:lnTo>
                  <a:lnTo>
                    <a:pt x="616" y="808"/>
                  </a:lnTo>
                  <a:lnTo>
                    <a:pt x="611" y="799"/>
                  </a:lnTo>
                  <a:lnTo>
                    <a:pt x="608" y="791"/>
                  </a:lnTo>
                  <a:lnTo>
                    <a:pt x="606" y="782"/>
                  </a:lnTo>
                  <a:lnTo>
                    <a:pt x="605" y="772"/>
                  </a:lnTo>
                  <a:lnTo>
                    <a:pt x="605" y="763"/>
                  </a:lnTo>
                  <a:lnTo>
                    <a:pt x="605" y="763"/>
                  </a:lnTo>
                  <a:lnTo>
                    <a:pt x="605" y="753"/>
                  </a:lnTo>
                  <a:lnTo>
                    <a:pt x="606" y="744"/>
                  </a:lnTo>
                  <a:lnTo>
                    <a:pt x="608" y="735"/>
                  </a:lnTo>
                  <a:lnTo>
                    <a:pt x="611" y="726"/>
                  </a:lnTo>
                  <a:lnTo>
                    <a:pt x="616" y="718"/>
                  </a:lnTo>
                  <a:lnTo>
                    <a:pt x="620" y="710"/>
                  </a:lnTo>
                  <a:lnTo>
                    <a:pt x="626" y="703"/>
                  </a:lnTo>
                  <a:lnTo>
                    <a:pt x="633" y="695"/>
                  </a:lnTo>
                  <a:lnTo>
                    <a:pt x="633" y="695"/>
                  </a:lnTo>
                  <a:lnTo>
                    <a:pt x="637" y="690"/>
                  </a:lnTo>
                  <a:lnTo>
                    <a:pt x="639" y="683"/>
                  </a:lnTo>
                  <a:lnTo>
                    <a:pt x="639" y="683"/>
                  </a:lnTo>
                  <a:lnTo>
                    <a:pt x="665" y="654"/>
                  </a:lnTo>
                  <a:lnTo>
                    <a:pt x="691" y="622"/>
                  </a:lnTo>
                  <a:lnTo>
                    <a:pt x="718" y="586"/>
                  </a:lnTo>
                  <a:lnTo>
                    <a:pt x="743" y="546"/>
                  </a:lnTo>
                  <a:lnTo>
                    <a:pt x="743" y="546"/>
                  </a:lnTo>
                  <a:lnTo>
                    <a:pt x="758" y="550"/>
                  </a:lnTo>
                  <a:lnTo>
                    <a:pt x="774" y="554"/>
                  </a:lnTo>
                  <a:lnTo>
                    <a:pt x="791" y="555"/>
                  </a:lnTo>
                  <a:lnTo>
                    <a:pt x="806" y="556"/>
                  </a:lnTo>
                  <a:lnTo>
                    <a:pt x="806" y="556"/>
                  </a:lnTo>
                  <a:lnTo>
                    <a:pt x="827" y="555"/>
                  </a:lnTo>
                  <a:lnTo>
                    <a:pt x="847" y="551"/>
                  </a:lnTo>
                  <a:lnTo>
                    <a:pt x="868" y="546"/>
                  </a:lnTo>
                  <a:lnTo>
                    <a:pt x="887" y="540"/>
                  </a:lnTo>
                  <a:lnTo>
                    <a:pt x="887" y="540"/>
                  </a:lnTo>
                  <a:lnTo>
                    <a:pt x="906" y="530"/>
                  </a:lnTo>
                  <a:lnTo>
                    <a:pt x="925" y="519"/>
                  </a:lnTo>
                  <a:lnTo>
                    <a:pt x="941" y="507"/>
                  </a:lnTo>
                  <a:lnTo>
                    <a:pt x="956" y="493"/>
                  </a:lnTo>
                  <a:lnTo>
                    <a:pt x="970" y="478"/>
                  </a:lnTo>
                  <a:lnTo>
                    <a:pt x="983" y="461"/>
                  </a:lnTo>
                  <a:lnTo>
                    <a:pt x="993" y="443"/>
                  </a:lnTo>
                  <a:lnTo>
                    <a:pt x="1002" y="425"/>
                  </a:lnTo>
                  <a:lnTo>
                    <a:pt x="1002" y="425"/>
                  </a:lnTo>
                  <a:lnTo>
                    <a:pt x="1009" y="404"/>
                  </a:lnTo>
                  <a:lnTo>
                    <a:pt x="1014" y="383"/>
                  </a:lnTo>
                  <a:lnTo>
                    <a:pt x="1017" y="363"/>
                  </a:lnTo>
                  <a:lnTo>
                    <a:pt x="1018" y="342"/>
                  </a:lnTo>
                  <a:lnTo>
                    <a:pt x="1017" y="322"/>
                  </a:lnTo>
                  <a:lnTo>
                    <a:pt x="1014" y="301"/>
                  </a:lnTo>
                  <a:lnTo>
                    <a:pt x="1008" y="281"/>
                  </a:lnTo>
                  <a:lnTo>
                    <a:pt x="1002" y="263"/>
                  </a:lnTo>
                  <a:lnTo>
                    <a:pt x="993" y="243"/>
                  </a:lnTo>
                  <a:lnTo>
                    <a:pt x="983" y="226"/>
                  </a:lnTo>
                  <a:lnTo>
                    <a:pt x="971" y="210"/>
                  </a:lnTo>
                  <a:lnTo>
                    <a:pt x="957" y="194"/>
                  </a:lnTo>
                  <a:lnTo>
                    <a:pt x="942" y="180"/>
                  </a:lnTo>
                  <a:lnTo>
                    <a:pt x="925" y="168"/>
                  </a:lnTo>
                  <a:lnTo>
                    <a:pt x="906" y="157"/>
                  </a:lnTo>
                  <a:lnTo>
                    <a:pt x="887" y="148"/>
                  </a:lnTo>
                  <a:lnTo>
                    <a:pt x="887" y="148"/>
                  </a:lnTo>
                  <a:close/>
                  <a:moveTo>
                    <a:pt x="154" y="481"/>
                  </a:moveTo>
                  <a:lnTo>
                    <a:pt x="154" y="481"/>
                  </a:lnTo>
                  <a:lnTo>
                    <a:pt x="140" y="474"/>
                  </a:lnTo>
                  <a:lnTo>
                    <a:pt x="129" y="467"/>
                  </a:lnTo>
                  <a:lnTo>
                    <a:pt x="117" y="458"/>
                  </a:lnTo>
                  <a:lnTo>
                    <a:pt x="106" y="448"/>
                  </a:lnTo>
                  <a:lnTo>
                    <a:pt x="96" y="438"/>
                  </a:lnTo>
                  <a:lnTo>
                    <a:pt x="88" y="426"/>
                  </a:lnTo>
                  <a:lnTo>
                    <a:pt x="80" y="413"/>
                  </a:lnTo>
                  <a:lnTo>
                    <a:pt x="74" y="400"/>
                  </a:lnTo>
                  <a:lnTo>
                    <a:pt x="74" y="400"/>
                  </a:lnTo>
                  <a:lnTo>
                    <a:pt x="70" y="386"/>
                  </a:lnTo>
                  <a:lnTo>
                    <a:pt x="66" y="373"/>
                  </a:lnTo>
                  <a:lnTo>
                    <a:pt x="64" y="359"/>
                  </a:lnTo>
                  <a:lnTo>
                    <a:pt x="63" y="345"/>
                  </a:lnTo>
                  <a:lnTo>
                    <a:pt x="63" y="331"/>
                  </a:lnTo>
                  <a:lnTo>
                    <a:pt x="65" y="319"/>
                  </a:lnTo>
                  <a:lnTo>
                    <a:pt x="68" y="305"/>
                  </a:lnTo>
                  <a:lnTo>
                    <a:pt x="73" y="292"/>
                  </a:lnTo>
                  <a:lnTo>
                    <a:pt x="78" y="280"/>
                  </a:lnTo>
                  <a:lnTo>
                    <a:pt x="85" y="268"/>
                  </a:lnTo>
                  <a:lnTo>
                    <a:pt x="92" y="256"/>
                  </a:lnTo>
                  <a:lnTo>
                    <a:pt x="101" y="247"/>
                  </a:lnTo>
                  <a:lnTo>
                    <a:pt x="110" y="236"/>
                  </a:lnTo>
                  <a:lnTo>
                    <a:pt x="120" y="227"/>
                  </a:lnTo>
                  <a:lnTo>
                    <a:pt x="132" y="219"/>
                  </a:lnTo>
                  <a:lnTo>
                    <a:pt x="144" y="212"/>
                  </a:lnTo>
                  <a:lnTo>
                    <a:pt x="144" y="212"/>
                  </a:lnTo>
                  <a:lnTo>
                    <a:pt x="152" y="252"/>
                  </a:lnTo>
                  <a:lnTo>
                    <a:pt x="162" y="290"/>
                  </a:lnTo>
                  <a:lnTo>
                    <a:pt x="173" y="326"/>
                  </a:lnTo>
                  <a:lnTo>
                    <a:pt x="184" y="361"/>
                  </a:lnTo>
                  <a:lnTo>
                    <a:pt x="197" y="395"/>
                  </a:lnTo>
                  <a:lnTo>
                    <a:pt x="211" y="428"/>
                  </a:lnTo>
                  <a:lnTo>
                    <a:pt x="226" y="459"/>
                  </a:lnTo>
                  <a:lnTo>
                    <a:pt x="241" y="488"/>
                  </a:lnTo>
                  <a:lnTo>
                    <a:pt x="241" y="488"/>
                  </a:lnTo>
                  <a:lnTo>
                    <a:pt x="230" y="490"/>
                  </a:lnTo>
                  <a:lnTo>
                    <a:pt x="220" y="491"/>
                  </a:lnTo>
                  <a:lnTo>
                    <a:pt x="209" y="491"/>
                  </a:lnTo>
                  <a:lnTo>
                    <a:pt x="197" y="491"/>
                  </a:lnTo>
                  <a:lnTo>
                    <a:pt x="187" y="490"/>
                  </a:lnTo>
                  <a:lnTo>
                    <a:pt x="176" y="487"/>
                  </a:lnTo>
                  <a:lnTo>
                    <a:pt x="165" y="485"/>
                  </a:lnTo>
                  <a:lnTo>
                    <a:pt x="154" y="481"/>
                  </a:lnTo>
                  <a:lnTo>
                    <a:pt x="154" y="481"/>
                  </a:lnTo>
                  <a:close/>
                  <a:moveTo>
                    <a:pt x="699" y="922"/>
                  </a:moveTo>
                  <a:lnTo>
                    <a:pt x="699" y="922"/>
                  </a:lnTo>
                  <a:lnTo>
                    <a:pt x="709" y="923"/>
                  </a:lnTo>
                  <a:lnTo>
                    <a:pt x="717" y="925"/>
                  </a:lnTo>
                  <a:lnTo>
                    <a:pt x="725" y="927"/>
                  </a:lnTo>
                  <a:lnTo>
                    <a:pt x="733" y="931"/>
                  </a:lnTo>
                  <a:lnTo>
                    <a:pt x="739" y="935"/>
                  </a:lnTo>
                  <a:lnTo>
                    <a:pt x="746" y="941"/>
                  </a:lnTo>
                  <a:lnTo>
                    <a:pt x="751" y="947"/>
                  </a:lnTo>
                  <a:lnTo>
                    <a:pt x="755" y="954"/>
                  </a:lnTo>
                  <a:lnTo>
                    <a:pt x="263" y="954"/>
                  </a:lnTo>
                  <a:lnTo>
                    <a:pt x="263" y="954"/>
                  </a:lnTo>
                  <a:lnTo>
                    <a:pt x="268" y="947"/>
                  </a:lnTo>
                  <a:lnTo>
                    <a:pt x="273" y="941"/>
                  </a:lnTo>
                  <a:lnTo>
                    <a:pt x="279" y="935"/>
                  </a:lnTo>
                  <a:lnTo>
                    <a:pt x="286" y="931"/>
                  </a:lnTo>
                  <a:lnTo>
                    <a:pt x="294" y="927"/>
                  </a:lnTo>
                  <a:lnTo>
                    <a:pt x="301" y="925"/>
                  </a:lnTo>
                  <a:lnTo>
                    <a:pt x="310" y="923"/>
                  </a:lnTo>
                  <a:lnTo>
                    <a:pt x="318" y="922"/>
                  </a:lnTo>
                  <a:lnTo>
                    <a:pt x="318" y="922"/>
                  </a:lnTo>
                  <a:lnTo>
                    <a:pt x="333" y="922"/>
                  </a:lnTo>
                  <a:lnTo>
                    <a:pt x="350" y="919"/>
                  </a:lnTo>
                  <a:lnTo>
                    <a:pt x="365" y="915"/>
                  </a:lnTo>
                  <a:lnTo>
                    <a:pt x="380" y="910"/>
                  </a:lnTo>
                  <a:lnTo>
                    <a:pt x="394" y="903"/>
                  </a:lnTo>
                  <a:lnTo>
                    <a:pt x="406" y="896"/>
                  </a:lnTo>
                  <a:lnTo>
                    <a:pt x="419" y="886"/>
                  </a:lnTo>
                  <a:lnTo>
                    <a:pt x="431" y="875"/>
                  </a:lnTo>
                  <a:lnTo>
                    <a:pt x="431" y="875"/>
                  </a:lnTo>
                  <a:lnTo>
                    <a:pt x="440" y="865"/>
                  </a:lnTo>
                  <a:lnTo>
                    <a:pt x="448" y="854"/>
                  </a:lnTo>
                  <a:lnTo>
                    <a:pt x="456" y="842"/>
                  </a:lnTo>
                  <a:lnTo>
                    <a:pt x="462" y="830"/>
                  </a:lnTo>
                  <a:lnTo>
                    <a:pt x="468" y="817"/>
                  </a:lnTo>
                  <a:lnTo>
                    <a:pt x="471" y="805"/>
                  </a:lnTo>
                  <a:lnTo>
                    <a:pt x="474" y="792"/>
                  </a:lnTo>
                  <a:lnTo>
                    <a:pt x="476" y="778"/>
                  </a:lnTo>
                  <a:lnTo>
                    <a:pt x="476" y="778"/>
                  </a:lnTo>
                  <a:lnTo>
                    <a:pt x="490" y="788"/>
                  </a:lnTo>
                  <a:lnTo>
                    <a:pt x="490" y="788"/>
                  </a:lnTo>
                  <a:lnTo>
                    <a:pt x="494" y="792"/>
                  </a:lnTo>
                  <a:lnTo>
                    <a:pt x="500" y="793"/>
                  </a:lnTo>
                  <a:lnTo>
                    <a:pt x="504" y="795"/>
                  </a:lnTo>
                  <a:lnTo>
                    <a:pt x="509" y="795"/>
                  </a:lnTo>
                  <a:lnTo>
                    <a:pt x="509" y="795"/>
                  </a:lnTo>
                  <a:lnTo>
                    <a:pt x="514" y="795"/>
                  </a:lnTo>
                  <a:lnTo>
                    <a:pt x="519" y="793"/>
                  </a:lnTo>
                  <a:lnTo>
                    <a:pt x="523" y="792"/>
                  </a:lnTo>
                  <a:lnTo>
                    <a:pt x="528" y="788"/>
                  </a:lnTo>
                  <a:lnTo>
                    <a:pt x="528" y="788"/>
                  </a:lnTo>
                  <a:lnTo>
                    <a:pt x="543" y="778"/>
                  </a:lnTo>
                  <a:lnTo>
                    <a:pt x="543" y="778"/>
                  </a:lnTo>
                  <a:lnTo>
                    <a:pt x="544" y="792"/>
                  </a:lnTo>
                  <a:lnTo>
                    <a:pt x="547" y="805"/>
                  </a:lnTo>
                  <a:lnTo>
                    <a:pt x="551" y="817"/>
                  </a:lnTo>
                  <a:lnTo>
                    <a:pt x="557" y="830"/>
                  </a:lnTo>
                  <a:lnTo>
                    <a:pt x="562" y="842"/>
                  </a:lnTo>
                  <a:lnTo>
                    <a:pt x="570" y="854"/>
                  </a:lnTo>
                  <a:lnTo>
                    <a:pt x="578" y="865"/>
                  </a:lnTo>
                  <a:lnTo>
                    <a:pt x="588" y="875"/>
                  </a:lnTo>
                  <a:lnTo>
                    <a:pt x="588" y="875"/>
                  </a:lnTo>
                  <a:lnTo>
                    <a:pt x="600" y="886"/>
                  </a:lnTo>
                  <a:lnTo>
                    <a:pt x="611" y="896"/>
                  </a:lnTo>
                  <a:lnTo>
                    <a:pt x="625" y="903"/>
                  </a:lnTo>
                  <a:lnTo>
                    <a:pt x="639" y="910"/>
                  </a:lnTo>
                  <a:lnTo>
                    <a:pt x="653" y="915"/>
                  </a:lnTo>
                  <a:lnTo>
                    <a:pt x="668" y="919"/>
                  </a:lnTo>
                  <a:lnTo>
                    <a:pt x="684" y="922"/>
                  </a:lnTo>
                  <a:lnTo>
                    <a:pt x="699" y="922"/>
                  </a:lnTo>
                  <a:lnTo>
                    <a:pt x="699" y="922"/>
                  </a:lnTo>
                  <a:close/>
                  <a:moveTo>
                    <a:pt x="509" y="722"/>
                  </a:moveTo>
                  <a:lnTo>
                    <a:pt x="509" y="722"/>
                  </a:lnTo>
                  <a:lnTo>
                    <a:pt x="494" y="709"/>
                  </a:lnTo>
                  <a:lnTo>
                    <a:pt x="476" y="692"/>
                  </a:lnTo>
                  <a:lnTo>
                    <a:pt x="456" y="672"/>
                  </a:lnTo>
                  <a:lnTo>
                    <a:pt x="432" y="647"/>
                  </a:lnTo>
                  <a:lnTo>
                    <a:pt x="408" y="618"/>
                  </a:lnTo>
                  <a:lnTo>
                    <a:pt x="382" y="586"/>
                  </a:lnTo>
                  <a:lnTo>
                    <a:pt x="355" y="550"/>
                  </a:lnTo>
                  <a:lnTo>
                    <a:pt x="329" y="511"/>
                  </a:lnTo>
                  <a:lnTo>
                    <a:pt x="316" y="489"/>
                  </a:lnTo>
                  <a:lnTo>
                    <a:pt x="303" y="467"/>
                  </a:lnTo>
                  <a:lnTo>
                    <a:pt x="292" y="444"/>
                  </a:lnTo>
                  <a:lnTo>
                    <a:pt x="280" y="420"/>
                  </a:lnTo>
                  <a:lnTo>
                    <a:pt x="268" y="395"/>
                  </a:lnTo>
                  <a:lnTo>
                    <a:pt x="257" y="369"/>
                  </a:lnTo>
                  <a:lnTo>
                    <a:pt x="247" y="342"/>
                  </a:lnTo>
                  <a:lnTo>
                    <a:pt x="237" y="315"/>
                  </a:lnTo>
                  <a:lnTo>
                    <a:pt x="228" y="286"/>
                  </a:lnTo>
                  <a:lnTo>
                    <a:pt x="220" y="257"/>
                  </a:lnTo>
                  <a:lnTo>
                    <a:pt x="212" y="227"/>
                  </a:lnTo>
                  <a:lnTo>
                    <a:pt x="206" y="196"/>
                  </a:lnTo>
                  <a:lnTo>
                    <a:pt x="200" y="164"/>
                  </a:lnTo>
                  <a:lnTo>
                    <a:pt x="196" y="132"/>
                  </a:lnTo>
                  <a:lnTo>
                    <a:pt x="193" y="98"/>
                  </a:lnTo>
                  <a:lnTo>
                    <a:pt x="192" y="63"/>
                  </a:lnTo>
                  <a:lnTo>
                    <a:pt x="827" y="63"/>
                  </a:lnTo>
                  <a:lnTo>
                    <a:pt x="827" y="63"/>
                  </a:lnTo>
                  <a:lnTo>
                    <a:pt x="825" y="98"/>
                  </a:lnTo>
                  <a:lnTo>
                    <a:pt x="822" y="132"/>
                  </a:lnTo>
                  <a:lnTo>
                    <a:pt x="817" y="164"/>
                  </a:lnTo>
                  <a:lnTo>
                    <a:pt x="812" y="196"/>
                  </a:lnTo>
                  <a:lnTo>
                    <a:pt x="806" y="227"/>
                  </a:lnTo>
                  <a:lnTo>
                    <a:pt x="798" y="257"/>
                  </a:lnTo>
                  <a:lnTo>
                    <a:pt x="791" y="286"/>
                  </a:lnTo>
                  <a:lnTo>
                    <a:pt x="781" y="315"/>
                  </a:lnTo>
                  <a:lnTo>
                    <a:pt x="771" y="342"/>
                  </a:lnTo>
                  <a:lnTo>
                    <a:pt x="762" y="369"/>
                  </a:lnTo>
                  <a:lnTo>
                    <a:pt x="750" y="395"/>
                  </a:lnTo>
                  <a:lnTo>
                    <a:pt x="739" y="420"/>
                  </a:lnTo>
                  <a:lnTo>
                    <a:pt x="726" y="444"/>
                  </a:lnTo>
                  <a:lnTo>
                    <a:pt x="714" y="467"/>
                  </a:lnTo>
                  <a:lnTo>
                    <a:pt x="702" y="489"/>
                  </a:lnTo>
                  <a:lnTo>
                    <a:pt x="689" y="511"/>
                  </a:lnTo>
                  <a:lnTo>
                    <a:pt x="663" y="550"/>
                  </a:lnTo>
                  <a:lnTo>
                    <a:pt x="636" y="586"/>
                  </a:lnTo>
                  <a:lnTo>
                    <a:pt x="610" y="618"/>
                  </a:lnTo>
                  <a:lnTo>
                    <a:pt x="586" y="647"/>
                  </a:lnTo>
                  <a:lnTo>
                    <a:pt x="563" y="672"/>
                  </a:lnTo>
                  <a:lnTo>
                    <a:pt x="542" y="692"/>
                  </a:lnTo>
                  <a:lnTo>
                    <a:pt x="523" y="709"/>
                  </a:lnTo>
                  <a:lnTo>
                    <a:pt x="509" y="722"/>
                  </a:lnTo>
                  <a:lnTo>
                    <a:pt x="509" y="722"/>
                  </a:lnTo>
                  <a:close/>
                  <a:moveTo>
                    <a:pt x="943" y="400"/>
                  </a:moveTo>
                  <a:lnTo>
                    <a:pt x="943" y="400"/>
                  </a:lnTo>
                  <a:lnTo>
                    <a:pt x="936" y="413"/>
                  </a:lnTo>
                  <a:lnTo>
                    <a:pt x="929" y="426"/>
                  </a:lnTo>
                  <a:lnTo>
                    <a:pt x="920" y="438"/>
                  </a:lnTo>
                  <a:lnTo>
                    <a:pt x="911" y="448"/>
                  </a:lnTo>
                  <a:lnTo>
                    <a:pt x="900" y="458"/>
                  </a:lnTo>
                  <a:lnTo>
                    <a:pt x="889" y="467"/>
                  </a:lnTo>
                  <a:lnTo>
                    <a:pt x="876" y="474"/>
                  </a:lnTo>
                  <a:lnTo>
                    <a:pt x="864" y="481"/>
                  </a:lnTo>
                  <a:lnTo>
                    <a:pt x="864" y="481"/>
                  </a:lnTo>
                  <a:lnTo>
                    <a:pt x="853" y="485"/>
                  </a:lnTo>
                  <a:lnTo>
                    <a:pt x="842" y="487"/>
                  </a:lnTo>
                  <a:lnTo>
                    <a:pt x="831" y="490"/>
                  </a:lnTo>
                  <a:lnTo>
                    <a:pt x="821" y="491"/>
                  </a:lnTo>
                  <a:lnTo>
                    <a:pt x="809" y="491"/>
                  </a:lnTo>
                  <a:lnTo>
                    <a:pt x="798" y="491"/>
                  </a:lnTo>
                  <a:lnTo>
                    <a:pt x="787" y="490"/>
                  </a:lnTo>
                  <a:lnTo>
                    <a:pt x="777" y="489"/>
                  </a:lnTo>
                  <a:lnTo>
                    <a:pt x="777" y="489"/>
                  </a:lnTo>
                  <a:lnTo>
                    <a:pt x="792" y="459"/>
                  </a:lnTo>
                  <a:lnTo>
                    <a:pt x="807" y="428"/>
                  </a:lnTo>
                  <a:lnTo>
                    <a:pt x="821" y="396"/>
                  </a:lnTo>
                  <a:lnTo>
                    <a:pt x="833" y="361"/>
                  </a:lnTo>
                  <a:lnTo>
                    <a:pt x="845" y="326"/>
                  </a:lnTo>
                  <a:lnTo>
                    <a:pt x="856" y="290"/>
                  </a:lnTo>
                  <a:lnTo>
                    <a:pt x="866" y="252"/>
                  </a:lnTo>
                  <a:lnTo>
                    <a:pt x="874" y="212"/>
                  </a:lnTo>
                  <a:lnTo>
                    <a:pt x="874" y="212"/>
                  </a:lnTo>
                  <a:lnTo>
                    <a:pt x="886" y="220"/>
                  </a:lnTo>
                  <a:lnTo>
                    <a:pt x="898" y="227"/>
                  </a:lnTo>
                  <a:lnTo>
                    <a:pt x="908" y="237"/>
                  </a:lnTo>
                  <a:lnTo>
                    <a:pt x="917" y="247"/>
                  </a:lnTo>
                  <a:lnTo>
                    <a:pt x="926" y="257"/>
                  </a:lnTo>
                  <a:lnTo>
                    <a:pt x="933" y="268"/>
                  </a:lnTo>
                  <a:lnTo>
                    <a:pt x="940" y="280"/>
                  </a:lnTo>
                  <a:lnTo>
                    <a:pt x="945" y="293"/>
                  </a:lnTo>
                  <a:lnTo>
                    <a:pt x="949" y="306"/>
                  </a:lnTo>
                  <a:lnTo>
                    <a:pt x="952" y="319"/>
                  </a:lnTo>
                  <a:lnTo>
                    <a:pt x="954" y="332"/>
                  </a:lnTo>
                  <a:lnTo>
                    <a:pt x="955" y="345"/>
                  </a:lnTo>
                  <a:lnTo>
                    <a:pt x="954" y="359"/>
                  </a:lnTo>
                  <a:lnTo>
                    <a:pt x="952" y="373"/>
                  </a:lnTo>
                  <a:lnTo>
                    <a:pt x="948" y="386"/>
                  </a:lnTo>
                  <a:lnTo>
                    <a:pt x="943" y="400"/>
                  </a:lnTo>
                  <a:lnTo>
                    <a:pt x="943" y="40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grpSp>
      <p:grpSp>
        <p:nvGrpSpPr>
          <p:cNvPr id="19" name="组合 18"/>
          <p:cNvGrpSpPr/>
          <p:nvPr/>
        </p:nvGrpSpPr>
        <p:grpSpPr>
          <a:xfrm>
            <a:off x="737389" y="3508107"/>
            <a:ext cx="893114" cy="893114"/>
            <a:chOff x="1266825" y="1809750"/>
            <a:chExt cx="1647825" cy="1647825"/>
          </a:xfrm>
        </p:grpSpPr>
        <p:sp>
          <p:nvSpPr>
            <p:cNvPr id="20" name="椭圆 19"/>
            <p:cNvSpPr/>
            <p:nvPr/>
          </p:nvSpPr>
          <p:spPr>
            <a:xfrm>
              <a:off x="1266825" y="1809750"/>
              <a:ext cx="1647825" cy="1647825"/>
            </a:xfrm>
            <a:prstGeom prst="ellipse">
              <a:avLst/>
            </a:prstGeom>
            <a:solidFill>
              <a:srgbClr val="55739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Freeform 96"/>
            <p:cNvSpPr>
              <a:spLocks noEditPoints="1"/>
            </p:cNvSpPr>
            <p:nvPr/>
          </p:nvSpPr>
          <p:spPr bwMode="auto">
            <a:xfrm>
              <a:off x="1825091" y="2368016"/>
              <a:ext cx="531292" cy="531292"/>
            </a:xfrm>
            <a:custGeom>
              <a:avLst/>
              <a:gdLst>
                <a:gd name="T0" fmla="*/ 658 w 1017"/>
                <a:gd name="T1" fmla="*/ 2 h 1017"/>
                <a:gd name="T2" fmla="*/ 600 w 1017"/>
                <a:gd name="T3" fmla="*/ 16 h 1017"/>
                <a:gd name="T4" fmla="*/ 551 w 1017"/>
                <a:gd name="T5" fmla="*/ 36 h 1017"/>
                <a:gd name="T6" fmla="*/ 513 w 1017"/>
                <a:gd name="T7" fmla="*/ 61 h 1017"/>
                <a:gd name="T8" fmla="*/ 393 w 1017"/>
                <a:gd name="T9" fmla="*/ 10 h 1017"/>
                <a:gd name="T10" fmla="*/ 269 w 1017"/>
                <a:gd name="T11" fmla="*/ 3 h 1017"/>
                <a:gd name="T12" fmla="*/ 166 w 1017"/>
                <a:gd name="T13" fmla="*/ 39 h 1017"/>
                <a:gd name="T14" fmla="*/ 82 w 1017"/>
                <a:gd name="T15" fmla="*/ 104 h 1017"/>
                <a:gd name="T16" fmla="*/ 24 w 1017"/>
                <a:gd name="T17" fmla="*/ 194 h 1017"/>
                <a:gd name="T18" fmla="*/ 0 w 1017"/>
                <a:gd name="T19" fmla="*/ 301 h 1017"/>
                <a:gd name="T20" fmla="*/ 13 w 1017"/>
                <a:gd name="T21" fmla="*/ 451 h 1017"/>
                <a:gd name="T22" fmla="*/ 74 w 1017"/>
                <a:gd name="T23" fmla="*/ 625 h 1017"/>
                <a:gd name="T24" fmla="*/ 182 w 1017"/>
                <a:gd name="T25" fmla="*/ 784 h 1017"/>
                <a:gd name="T26" fmla="*/ 333 w 1017"/>
                <a:gd name="T27" fmla="*/ 919 h 1017"/>
                <a:gd name="T28" fmla="*/ 494 w 1017"/>
                <a:gd name="T29" fmla="*/ 1014 h 1017"/>
                <a:gd name="T30" fmla="*/ 550 w 1017"/>
                <a:gd name="T31" fmla="*/ 1000 h 1017"/>
                <a:gd name="T32" fmla="*/ 730 w 1017"/>
                <a:gd name="T33" fmla="*/ 883 h 1017"/>
                <a:gd name="T34" fmla="*/ 869 w 1017"/>
                <a:gd name="T35" fmla="*/ 740 h 1017"/>
                <a:gd name="T36" fmla="*/ 964 w 1017"/>
                <a:gd name="T37" fmla="*/ 577 h 1017"/>
                <a:gd name="T38" fmla="*/ 1013 w 1017"/>
                <a:gd name="T39" fmla="*/ 398 h 1017"/>
                <a:gd name="T40" fmla="*/ 1014 w 1017"/>
                <a:gd name="T41" fmla="*/ 269 h 1017"/>
                <a:gd name="T42" fmla="*/ 978 w 1017"/>
                <a:gd name="T43" fmla="*/ 166 h 1017"/>
                <a:gd name="T44" fmla="*/ 913 w 1017"/>
                <a:gd name="T45" fmla="*/ 82 h 1017"/>
                <a:gd name="T46" fmla="*/ 823 w 1017"/>
                <a:gd name="T47" fmla="*/ 25 h 1017"/>
                <a:gd name="T48" fmla="*/ 715 w 1017"/>
                <a:gd name="T49" fmla="*/ 0 h 1017"/>
                <a:gd name="T50" fmla="*/ 433 w 1017"/>
                <a:gd name="T51" fmla="*/ 909 h 1017"/>
                <a:gd name="T52" fmla="*/ 281 w 1017"/>
                <a:gd name="T53" fmla="*/ 794 h 1017"/>
                <a:gd name="T54" fmla="*/ 167 w 1017"/>
                <a:gd name="T55" fmla="*/ 659 h 1017"/>
                <a:gd name="T56" fmla="*/ 93 w 1017"/>
                <a:gd name="T57" fmla="*/ 506 h 1017"/>
                <a:gd name="T58" fmla="*/ 63 w 1017"/>
                <a:gd name="T59" fmla="*/ 342 h 1017"/>
                <a:gd name="T60" fmla="*/ 75 w 1017"/>
                <a:gd name="T61" fmla="*/ 242 h 1017"/>
                <a:gd name="T62" fmla="*/ 176 w 1017"/>
                <a:gd name="T63" fmla="*/ 107 h 1017"/>
                <a:gd name="T64" fmla="*/ 304 w 1017"/>
                <a:gd name="T65" fmla="*/ 63 h 1017"/>
                <a:gd name="T66" fmla="*/ 411 w 1017"/>
                <a:gd name="T67" fmla="*/ 81 h 1017"/>
                <a:gd name="T68" fmla="*/ 414 w 1017"/>
                <a:gd name="T69" fmla="*/ 178 h 1017"/>
                <a:gd name="T70" fmla="*/ 383 w 1017"/>
                <a:gd name="T71" fmla="*/ 288 h 1017"/>
                <a:gd name="T72" fmla="*/ 390 w 1017"/>
                <a:gd name="T73" fmla="*/ 340 h 1017"/>
                <a:gd name="T74" fmla="*/ 425 w 1017"/>
                <a:gd name="T75" fmla="*/ 348 h 1017"/>
                <a:gd name="T76" fmla="*/ 445 w 1017"/>
                <a:gd name="T77" fmla="*/ 317 h 1017"/>
                <a:gd name="T78" fmla="*/ 462 w 1017"/>
                <a:gd name="T79" fmla="*/ 224 h 1017"/>
                <a:gd name="T80" fmla="*/ 511 w 1017"/>
                <a:gd name="T81" fmla="*/ 146 h 1017"/>
                <a:gd name="T82" fmla="*/ 549 w 1017"/>
                <a:gd name="T83" fmla="*/ 113 h 1017"/>
                <a:gd name="T84" fmla="*/ 591 w 1017"/>
                <a:gd name="T85" fmla="*/ 88 h 1017"/>
                <a:gd name="T86" fmla="*/ 628 w 1017"/>
                <a:gd name="T87" fmla="*/ 74 h 1017"/>
                <a:gd name="T88" fmla="*/ 675 w 1017"/>
                <a:gd name="T89" fmla="*/ 64 h 1017"/>
                <a:gd name="T90" fmla="*/ 750 w 1017"/>
                <a:gd name="T91" fmla="*/ 69 h 1017"/>
                <a:gd name="T92" fmla="*/ 896 w 1017"/>
                <a:gd name="T93" fmla="*/ 157 h 1017"/>
                <a:gd name="T94" fmla="*/ 952 w 1017"/>
                <a:gd name="T95" fmla="*/ 292 h 1017"/>
                <a:gd name="T96" fmla="*/ 946 w 1017"/>
                <a:gd name="T97" fmla="*/ 413 h 1017"/>
                <a:gd name="T98" fmla="*/ 897 w 1017"/>
                <a:gd name="T99" fmla="*/ 573 h 1017"/>
                <a:gd name="T100" fmla="*/ 805 w 1017"/>
                <a:gd name="T101" fmla="*/ 719 h 1017"/>
                <a:gd name="T102" fmla="*/ 675 w 1017"/>
                <a:gd name="T103" fmla="*/ 846 h 1017"/>
                <a:gd name="T104" fmla="*/ 508 w 1017"/>
                <a:gd name="T105" fmla="*/ 950 h 1017"/>
                <a:gd name="T106" fmla="*/ 677 w 1017"/>
                <a:gd name="T107" fmla="*/ 136 h 1017"/>
                <a:gd name="T108" fmla="*/ 669 w 1017"/>
                <a:gd name="T109" fmla="*/ 172 h 1017"/>
                <a:gd name="T110" fmla="*/ 699 w 1017"/>
                <a:gd name="T111" fmla="*/ 191 h 1017"/>
                <a:gd name="T112" fmla="*/ 780 w 1017"/>
                <a:gd name="T113" fmla="*/ 220 h 1017"/>
                <a:gd name="T114" fmla="*/ 824 w 1017"/>
                <a:gd name="T115" fmla="*/ 292 h 1017"/>
                <a:gd name="T116" fmla="*/ 835 w 1017"/>
                <a:gd name="T117" fmla="*/ 340 h 1017"/>
                <a:gd name="T118" fmla="*/ 870 w 1017"/>
                <a:gd name="T119" fmla="*/ 348 h 1017"/>
                <a:gd name="T120" fmla="*/ 890 w 1017"/>
                <a:gd name="T121" fmla="*/ 317 h 1017"/>
                <a:gd name="T122" fmla="*/ 846 w 1017"/>
                <a:gd name="T123" fmla="*/ 196 h 1017"/>
                <a:gd name="T124" fmla="*/ 738 w 1017"/>
                <a:gd name="T125" fmla="*/ 131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7" h="1017">
                  <a:moveTo>
                    <a:pt x="699" y="0"/>
                  </a:moveTo>
                  <a:lnTo>
                    <a:pt x="699" y="0"/>
                  </a:lnTo>
                  <a:lnTo>
                    <a:pt x="684" y="0"/>
                  </a:lnTo>
                  <a:lnTo>
                    <a:pt x="669" y="1"/>
                  </a:lnTo>
                  <a:lnTo>
                    <a:pt x="669" y="1"/>
                  </a:lnTo>
                  <a:lnTo>
                    <a:pt x="658" y="2"/>
                  </a:lnTo>
                  <a:lnTo>
                    <a:pt x="658" y="2"/>
                  </a:lnTo>
                  <a:lnTo>
                    <a:pt x="641" y="5"/>
                  </a:lnTo>
                  <a:lnTo>
                    <a:pt x="641" y="5"/>
                  </a:lnTo>
                  <a:lnTo>
                    <a:pt x="628" y="7"/>
                  </a:lnTo>
                  <a:lnTo>
                    <a:pt x="628" y="7"/>
                  </a:lnTo>
                  <a:lnTo>
                    <a:pt x="613" y="12"/>
                  </a:lnTo>
                  <a:lnTo>
                    <a:pt x="613" y="12"/>
                  </a:lnTo>
                  <a:lnTo>
                    <a:pt x="600" y="16"/>
                  </a:lnTo>
                  <a:lnTo>
                    <a:pt x="600" y="16"/>
                  </a:lnTo>
                  <a:lnTo>
                    <a:pt x="588" y="20"/>
                  </a:lnTo>
                  <a:lnTo>
                    <a:pt x="588" y="20"/>
                  </a:lnTo>
                  <a:lnTo>
                    <a:pt x="573" y="27"/>
                  </a:lnTo>
                  <a:lnTo>
                    <a:pt x="558" y="33"/>
                  </a:lnTo>
                  <a:lnTo>
                    <a:pt x="558" y="33"/>
                  </a:lnTo>
                  <a:lnTo>
                    <a:pt x="551" y="36"/>
                  </a:lnTo>
                  <a:lnTo>
                    <a:pt x="551" y="36"/>
                  </a:lnTo>
                  <a:lnTo>
                    <a:pt x="535" y="45"/>
                  </a:lnTo>
                  <a:lnTo>
                    <a:pt x="535" y="45"/>
                  </a:lnTo>
                  <a:lnTo>
                    <a:pt x="528" y="50"/>
                  </a:lnTo>
                  <a:lnTo>
                    <a:pt x="528" y="50"/>
                  </a:lnTo>
                  <a:lnTo>
                    <a:pt x="513" y="61"/>
                  </a:lnTo>
                  <a:lnTo>
                    <a:pt x="513" y="61"/>
                  </a:lnTo>
                  <a:lnTo>
                    <a:pt x="508" y="63"/>
                  </a:lnTo>
                  <a:lnTo>
                    <a:pt x="508" y="63"/>
                  </a:lnTo>
                  <a:lnTo>
                    <a:pt x="487" y="49"/>
                  </a:lnTo>
                  <a:lnTo>
                    <a:pt x="465" y="36"/>
                  </a:lnTo>
                  <a:lnTo>
                    <a:pt x="442" y="26"/>
                  </a:lnTo>
                  <a:lnTo>
                    <a:pt x="418" y="16"/>
                  </a:lnTo>
                  <a:lnTo>
                    <a:pt x="393" y="10"/>
                  </a:lnTo>
                  <a:lnTo>
                    <a:pt x="369" y="4"/>
                  </a:lnTo>
                  <a:lnTo>
                    <a:pt x="343" y="1"/>
                  </a:lnTo>
                  <a:lnTo>
                    <a:pt x="317" y="0"/>
                  </a:lnTo>
                  <a:lnTo>
                    <a:pt x="317" y="0"/>
                  </a:lnTo>
                  <a:lnTo>
                    <a:pt x="301" y="0"/>
                  </a:lnTo>
                  <a:lnTo>
                    <a:pt x="285" y="1"/>
                  </a:lnTo>
                  <a:lnTo>
                    <a:pt x="269" y="3"/>
                  </a:lnTo>
                  <a:lnTo>
                    <a:pt x="253" y="6"/>
                  </a:lnTo>
                  <a:lnTo>
                    <a:pt x="238" y="10"/>
                  </a:lnTo>
                  <a:lnTo>
                    <a:pt x="223" y="14"/>
                  </a:lnTo>
                  <a:lnTo>
                    <a:pt x="208" y="19"/>
                  </a:lnTo>
                  <a:lnTo>
                    <a:pt x="194" y="25"/>
                  </a:lnTo>
                  <a:lnTo>
                    <a:pt x="180" y="31"/>
                  </a:lnTo>
                  <a:lnTo>
                    <a:pt x="166" y="39"/>
                  </a:lnTo>
                  <a:lnTo>
                    <a:pt x="152" y="46"/>
                  </a:lnTo>
                  <a:lnTo>
                    <a:pt x="139" y="55"/>
                  </a:lnTo>
                  <a:lnTo>
                    <a:pt x="127" y="63"/>
                  </a:lnTo>
                  <a:lnTo>
                    <a:pt x="116" y="73"/>
                  </a:lnTo>
                  <a:lnTo>
                    <a:pt x="104" y="82"/>
                  </a:lnTo>
                  <a:lnTo>
                    <a:pt x="93" y="93"/>
                  </a:lnTo>
                  <a:lnTo>
                    <a:pt x="82" y="104"/>
                  </a:lnTo>
                  <a:lnTo>
                    <a:pt x="72" y="116"/>
                  </a:lnTo>
                  <a:lnTo>
                    <a:pt x="63" y="128"/>
                  </a:lnTo>
                  <a:lnTo>
                    <a:pt x="53" y="140"/>
                  </a:lnTo>
                  <a:lnTo>
                    <a:pt x="46" y="153"/>
                  </a:lnTo>
                  <a:lnTo>
                    <a:pt x="37" y="166"/>
                  </a:lnTo>
                  <a:lnTo>
                    <a:pt x="31" y="180"/>
                  </a:lnTo>
                  <a:lnTo>
                    <a:pt x="24" y="194"/>
                  </a:lnTo>
                  <a:lnTo>
                    <a:pt x="19" y="208"/>
                  </a:lnTo>
                  <a:lnTo>
                    <a:pt x="14" y="223"/>
                  </a:lnTo>
                  <a:lnTo>
                    <a:pt x="9" y="238"/>
                  </a:lnTo>
                  <a:lnTo>
                    <a:pt x="6" y="254"/>
                  </a:lnTo>
                  <a:lnTo>
                    <a:pt x="3" y="269"/>
                  </a:lnTo>
                  <a:lnTo>
                    <a:pt x="1" y="285"/>
                  </a:lnTo>
                  <a:lnTo>
                    <a:pt x="0" y="301"/>
                  </a:lnTo>
                  <a:lnTo>
                    <a:pt x="0" y="317"/>
                  </a:lnTo>
                  <a:lnTo>
                    <a:pt x="0" y="317"/>
                  </a:lnTo>
                  <a:lnTo>
                    <a:pt x="0" y="344"/>
                  </a:lnTo>
                  <a:lnTo>
                    <a:pt x="2" y="371"/>
                  </a:lnTo>
                  <a:lnTo>
                    <a:pt x="4" y="398"/>
                  </a:lnTo>
                  <a:lnTo>
                    <a:pt x="8" y="425"/>
                  </a:lnTo>
                  <a:lnTo>
                    <a:pt x="13" y="451"/>
                  </a:lnTo>
                  <a:lnTo>
                    <a:pt x="18" y="476"/>
                  </a:lnTo>
                  <a:lnTo>
                    <a:pt x="25" y="502"/>
                  </a:lnTo>
                  <a:lnTo>
                    <a:pt x="33" y="527"/>
                  </a:lnTo>
                  <a:lnTo>
                    <a:pt x="41" y="552"/>
                  </a:lnTo>
                  <a:lnTo>
                    <a:pt x="51" y="577"/>
                  </a:lnTo>
                  <a:lnTo>
                    <a:pt x="62" y="602"/>
                  </a:lnTo>
                  <a:lnTo>
                    <a:pt x="74" y="625"/>
                  </a:lnTo>
                  <a:lnTo>
                    <a:pt x="87" y="649"/>
                  </a:lnTo>
                  <a:lnTo>
                    <a:pt x="100" y="673"/>
                  </a:lnTo>
                  <a:lnTo>
                    <a:pt x="116" y="696"/>
                  </a:lnTo>
                  <a:lnTo>
                    <a:pt x="131" y="719"/>
                  </a:lnTo>
                  <a:lnTo>
                    <a:pt x="147" y="740"/>
                  </a:lnTo>
                  <a:lnTo>
                    <a:pt x="164" y="763"/>
                  </a:lnTo>
                  <a:lnTo>
                    <a:pt x="182" y="784"/>
                  </a:lnTo>
                  <a:lnTo>
                    <a:pt x="201" y="805"/>
                  </a:lnTo>
                  <a:lnTo>
                    <a:pt x="222" y="825"/>
                  </a:lnTo>
                  <a:lnTo>
                    <a:pt x="242" y="845"/>
                  </a:lnTo>
                  <a:lnTo>
                    <a:pt x="264" y="865"/>
                  </a:lnTo>
                  <a:lnTo>
                    <a:pt x="286" y="883"/>
                  </a:lnTo>
                  <a:lnTo>
                    <a:pt x="310" y="902"/>
                  </a:lnTo>
                  <a:lnTo>
                    <a:pt x="333" y="919"/>
                  </a:lnTo>
                  <a:lnTo>
                    <a:pt x="358" y="937"/>
                  </a:lnTo>
                  <a:lnTo>
                    <a:pt x="384" y="954"/>
                  </a:lnTo>
                  <a:lnTo>
                    <a:pt x="411" y="970"/>
                  </a:lnTo>
                  <a:lnTo>
                    <a:pt x="437" y="985"/>
                  </a:lnTo>
                  <a:lnTo>
                    <a:pt x="465" y="1000"/>
                  </a:lnTo>
                  <a:lnTo>
                    <a:pt x="494" y="1014"/>
                  </a:lnTo>
                  <a:lnTo>
                    <a:pt x="494" y="1014"/>
                  </a:lnTo>
                  <a:lnTo>
                    <a:pt x="501" y="1017"/>
                  </a:lnTo>
                  <a:lnTo>
                    <a:pt x="508" y="1017"/>
                  </a:lnTo>
                  <a:lnTo>
                    <a:pt x="508" y="1017"/>
                  </a:lnTo>
                  <a:lnTo>
                    <a:pt x="515" y="1017"/>
                  </a:lnTo>
                  <a:lnTo>
                    <a:pt x="522" y="1014"/>
                  </a:lnTo>
                  <a:lnTo>
                    <a:pt x="522" y="1014"/>
                  </a:lnTo>
                  <a:lnTo>
                    <a:pt x="550" y="1000"/>
                  </a:lnTo>
                  <a:lnTo>
                    <a:pt x="578" y="985"/>
                  </a:lnTo>
                  <a:lnTo>
                    <a:pt x="606" y="970"/>
                  </a:lnTo>
                  <a:lnTo>
                    <a:pt x="632" y="954"/>
                  </a:lnTo>
                  <a:lnTo>
                    <a:pt x="657" y="937"/>
                  </a:lnTo>
                  <a:lnTo>
                    <a:pt x="683" y="919"/>
                  </a:lnTo>
                  <a:lnTo>
                    <a:pt x="707" y="902"/>
                  </a:lnTo>
                  <a:lnTo>
                    <a:pt x="730" y="883"/>
                  </a:lnTo>
                  <a:lnTo>
                    <a:pt x="753" y="865"/>
                  </a:lnTo>
                  <a:lnTo>
                    <a:pt x="774" y="845"/>
                  </a:lnTo>
                  <a:lnTo>
                    <a:pt x="795" y="825"/>
                  </a:lnTo>
                  <a:lnTo>
                    <a:pt x="815" y="805"/>
                  </a:lnTo>
                  <a:lnTo>
                    <a:pt x="833" y="784"/>
                  </a:lnTo>
                  <a:lnTo>
                    <a:pt x="852" y="763"/>
                  </a:lnTo>
                  <a:lnTo>
                    <a:pt x="869" y="740"/>
                  </a:lnTo>
                  <a:lnTo>
                    <a:pt x="886" y="719"/>
                  </a:lnTo>
                  <a:lnTo>
                    <a:pt x="901" y="696"/>
                  </a:lnTo>
                  <a:lnTo>
                    <a:pt x="916" y="673"/>
                  </a:lnTo>
                  <a:lnTo>
                    <a:pt x="929" y="649"/>
                  </a:lnTo>
                  <a:lnTo>
                    <a:pt x="942" y="625"/>
                  </a:lnTo>
                  <a:lnTo>
                    <a:pt x="953" y="602"/>
                  </a:lnTo>
                  <a:lnTo>
                    <a:pt x="964" y="577"/>
                  </a:lnTo>
                  <a:lnTo>
                    <a:pt x="974" y="552"/>
                  </a:lnTo>
                  <a:lnTo>
                    <a:pt x="984" y="527"/>
                  </a:lnTo>
                  <a:lnTo>
                    <a:pt x="991" y="502"/>
                  </a:lnTo>
                  <a:lnTo>
                    <a:pt x="997" y="476"/>
                  </a:lnTo>
                  <a:lnTo>
                    <a:pt x="1004" y="451"/>
                  </a:lnTo>
                  <a:lnTo>
                    <a:pt x="1008" y="425"/>
                  </a:lnTo>
                  <a:lnTo>
                    <a:pt x="1013" y="398"/>
                  </a:lnTo>
                  <a:lnTo>
                    <a:pt x="1015" y="371"/>
                  </a:lnTo>
                  <a:lnTo>
                    <a:pt x="1017" y="344"/>
                  </a:lnTo>
                  <a:lnTo>
                    <a:pt x="1017" y="317"/>
                  </a:lnTo>
                  <a:lnTo>
                    <a:pt x="1017" y="317"/>
                  </a:lnTo>
                  <a:lnTo>
                    <a:pt x="1017" y="301"/>
                  </a:lnTo>
                  <a:lnTo>
                    <a:pt x="1016" y="285"/>
                  </a:lnTo>
                  <a:lnTo>
                    <a:pt x="1014" y="269"/>
                  </a:lnTo>
                  <a:lnTo>
                    <a:pt x="1010" y="254"/>
                  </a:lnTo>
                  <a:lnTo>
                    <a:pt x="1007" y="238"/>
                  </a:lnTo>
                  <a:lnTo>
                    <a:pt x="1003" y="223"/>
                  </a:lnTo>
                  <a:lnTo>
                    <a:pt x="997" y="208"/>
                  </a:lnTo>
                  <a:lnTo>
                    <a:pt x="992" y="194"/>
                  </a:lnTo>
                  <a:lnTo>
                    <a:pt x="986" y="180"/>
                  </a:lnTo>
                  <a:lnTo>
                    <a:pt x="978" y="166"/>
                  </a:lnTo>
                  <a:lnTo>
                    <a:pt x="971" y="153"/>
                  </a:lnTo>
                  <a:lnTo>
                    <a:pt x="962" y="140"/>
                  </a:lnTo>
                  <a:lnTo>
                    <a:pt x="953" y="128"/>
                  </a:lnTo>
                  <a:lnTo>
                    <a:pt x="944" y="116"/>
                  </a:lnTo>
                  <a:lnTo>
                    <a:pt x="934" y="104"/>
                  </a:lnTo>
                  <a:lnTo>
                    <a:pt x="923" y="93"/>
                  </a:lnTo>
                  <a:lnTo>
                    <a:pt x="913" y="82"/>
                  </a:lnTo>
                  <a:lnTo>
                    <a:pt x="901" y="73"/>
                  </a:lnTo>
                  <a:lnTo>
                    <a:pt x="889" y="63"/>
                  </a:lnTo>
                  <a:lnTo>
                    <a:pt x="876" y="55"/>
                  </a:lnTo>
                  <a:lnTo>
                    <a:pt x="863" y="46"/>
                  </a:lnTo>
                  <a:lnTo>
                    <a:pt x="850" y="39"/>
                  </a:lnTo>
                  <a:lnTo>
                    <a:pt x="837" y="31"/>
                  </a:lnTo>
                  <a:lnTo>
                    <a:pt x="823" y="25"/>
                  </a:lnTo>
                  <a:lnTo>
                    <a:pt x="809" y="19"/>
                  </a:lnTo>
                  <a:lnTo>
                    <a:pt x="794" y="14"/>
                  </a:lnTo>
                  <a:lnTo>
                    <a:pt x="779" y="10"/>
                  </a:lnTo>
                  <a:lnTo>
                    <a:pt x="763" y="6"/>
                  </a:lnTo>
                  <a:lnTo>
                    <a:pt x="747" y="3"/>
                  </a:lnTo>
                  <a:lnTo>
                    <a:pt x="731" y="1"/>
                  </a:lnTo>
                  <a:lnTo>
                    <a:pt x="715" y="0"/>
                  </a:lnTo>
                  <a:lnTo>
                    <a:pt x="699" y="0"/>
                  </a:lnTo>
                  <a:lnTo>
                    <a:pt x="699" y="0"/>
                  </a:lnTo>
                  <a:close/>
                  <a:moveTo>
                    <a:pt x="508" y="950"/>
                  </a:moveTo>
                  <a:lnTo>
                    <a:pt x="508" y="950"/>
                  </a:lnTo>
                  <a:lnTo>
                    <a:pt x="482" y="937"/>
                  </a:lnTo>
                  <a:lnTo>
                    <a:pt x="457" y="924"/>
                  </a:lnTo>
                  <a:lnTo>
                    <a:pt x="433" y="909"/>
                  </a:lnTo>
                  <a:lnTo>
                    <a:pt x="408" y="894"/>
                  </a:lnTo>
                  <a:lnTo>
                    <a:pt x="386" y="879"/>
                  </a:lnTo>
                  <a:lnTo>
                    <a:pt x="363" y="863"/>
                  </a:lnTo>
                  <a:lnTo>
                    <a:pt x="342" y="846"/>
                  </a:lnTo>
                  <a:lnTo>
                    <a:pt x="320" y="829"/>
                  </a:lnTo>
                  <a:lnTo>
                    <a:pt x="300" y="812"/>
                  </a:lnTo>
                  <a:lnTo>
                    <a:pt x="281" y="794"/>
                  </a:lnTo>
                  <a:lnTo>
                    <a:pt x="263" y="776"/>
                  </a:lnTo>
                  <a:lnTo>
                    <a:pt x="244" y="757"/>
                  </a:lnTo>
                  <a:lnTo>
                    <a:pt x="227" y="738"/>
                  </a:lnTo>
                  <a:lnTo>
                    <a:pt x="211" y="719"/>
                  </a:lnTo>
                  <a:lnTo>
                    <a:pt x="196" y="699"/>
                  </a:lnTo>
                  <a:lnTo>
                    <a:pt x="181" y="679"/>
                  </a:lnTo>
                  <a:lnTo>
                    <a:pt x="167" y="659"/>
                  </a:lnTo>
                  <a:lnTo>
                    <a:pt x="154" y="637"/>
                  </a:lnTo>
                  <a:lnTo>
                    <a:pt x="141" y="617"/>
                  </a:lnTo>
                  <a:lnTo>
                    <a:pt x="131" y="595"/>
                  </a:lnTo>
                  <a:lnTo>
                    <a:pt x="120" y="573"/>
                  </a:lnTo>
                  <a:lnTo>
                    <a:pt x="110" y="551"/>
                  </a:lnTo>
                  <a:lnTo>
                    <a:pt x="102" y="529"/>
                  </a:lnTo>
                  <a:lnTo>
                    <a:pt x="93" y="506"/>
                  </a:lnTo>
                  <a:lnTo>
                    <a:pt x="87" y="484"/>
                  </a:lnTo>
                  <a:lnTo>
                    <a:pt x="80" y="460"/>
                  </a:lnTo>
                  <a:lnTo>
                    <a:pt x="75" y="437"/>
                  </a:lnTo>
                  <a:lnTo>
                    <a:pt x="70" y="413"/>
                  </a:lnTo>
                  <a:lnTo>
                    <a:pt x="67" y="389"/>
                  </a:lnTo>
                  <a:lnTo>
                    <a:pt x="65" y="366"/>
                  </a:lnTo>
                  <a:lnTo>
                    <a:pt x="63" y="342"/>
                  </a:lnTo>
                  <a:lnTo>
                    <a:pt x="63" y="317"/>
                  </a:lnTo>
                  <a:lnTo>
                    <a:pt x="63" y="317"/>
                  </a:lnTo>
                  <a:lnTo>
                    <a:pt x="63" y="305"/>
                  </a:lnTo>
                  <a:lnTo>
                    <a:pt x="64" y="292"/>
                  </a:lnTo>
                  <a:lnTo>
                    <a:pt x="66" y="279"/>
                  </a:lnTo>
                  <a:lnTo>
                    <a:pt x="68" y="267"/>
                  </a:lnTo>
                  <a:lnTo>
                    <a:pt x="75" y="242"/>
                  </a:lnTo>
                  <a:lnTo>
                    <a:pt x="83" y="219"/>
                  </a:lnTo>
                  <a:lnTo>
                    <a:pt x="94" y="196"/>
                  </a:lnTo>
                  <a:lnTo>
                    <a:pt x="106" y="176"/>
                  </a:lnTo>
                  <a:lnTo>
                    <a:pt x="121" y="157"/>
                  </a:lnTo>
                  <a:lnTo>
                    <a:pt x="137" y="138"/>
                  </a:lnTo>
                  <a:lnTo>
                    <a:pt x="155" y="121"/>
                  </a:lnTo>
                  <a:lnTo>
                    <a:pt x="176" y="107"/>
                  </a:lnTo>
                  <a:lnTo>
                    <a:pt x="196" y="94"/>
                  </a:lnTo>
                  <a:lnTo>
                    <a:pt x="219" y="84"/>
                  </a:lnTo>
                  <a:lnTo>
                    <a:pt x="242" y="75"/>
                  </a:lnTo>
                  <a:lnTo>
                    <a:pt x="266" y="69"/>
                  </a:lnTo>
                  <a:lnTo>
                    <a:pt x="279" y="66"/>
                  </a:lnTo>
                  <a:lnTo>
                    <a:pt x="291" y="64"/>
                  </a:lnTo>
                  <a:lnTo>
                    <a:pt x="304" y="63"/>
                  </a:lnTo>
                  <a:lnTo>
                    <a:pt x="317" y="63"/>
                  </a:lnTo>
                  <a:lnTo>
                    <a:pt x="317" y="63"/>
                  </a:lnTo>
                  <a:lnTo>
                    <a:pt x="337" y="64"/>
                  </a:lnTo>
                  <a:lnTo>
                    <a:pt x="356" y="66"/>
                  </a:lnTo>
                  <a:lnTo>
                    <a:pt x="374" y="70"/>
                  </a:lnTo>
                  <a:lnTo>
                    <a:pt x="392" y="75"/>
                  </a:lnTo>
                  <a:lnTo>
                    <a:pt x="411" y="81"/>
                  </a:lnTo>
                  <a:lnTo>
                    <a:pt x="428" y="89"/>
                  </a:lnTo>
                  <a:lnTo>
                    <a:pt x="444" y="98"/>
                  </a:lnTo>
                  <a:lnTo>
                    <a:pt x="460" y="108"/>
                  </a:lnTo>
                  <a:lnTo>
                    <a:pt x="460" y="108"/>
                  </a:lnTo>
                  <a:lnTo>
                    <a:pt x="443" y="130"/>
                  </a:lnTo>
                  <a:lnTo>
                    <a:pt x="427" y="153"/>
                  </a:lnTo>
                  <a:lnTo>
                    <a:pt x="414" y="178"/>
                  </a:lnTo>
                  <a:lnTo>
                    <a:pt x="402" y="204"/>
                  </a:lnTo>
                  <a:lnTo>
                    <a:pt x="398" y="218"/>
                  </a:lnTo>
                  <a:lnTo>
                    <a:pt x="393" y="231"/>
                  </a:lnTo>
                  <a:lnTo>
                    <a:pt x="389" y="245"/>
                  </a:lnTo>
                  <a:lnTo>
                    <a:pt x="386" y="258"/>
                  </a:lnTo>
                  <a:lnTo>
                    <a:pt x="384" y="273"/>
                  </a:lnTo>
                  <a:lnTo>
                    <a:pt x="383" y="288"/>
                  </a:lnTo>
                  <a:lnTo>
                    <a:pt x="382" y="302"/>
                  </a:lnTo>
                  <a:lnTo>
                    <a:pt x="381" y="317"/>
                  </a:lnTo>
                  <a:lnTo>
                    <a:pt x="381" y="317"/>
                  </a:lnTo>
                  <a:lnTo>
                    <a:pt x="382" y="324"/>
                  </a:lnTo>
                  <a:lnTo>
                    <a:pt x="384" y="330"/>
                  </a:lnTo>
                  <a:lnTo>
                    <a:pt x="386" y="336"/>
                  </a:lnTo>
                  <a:lnTo>
                    <a:pt x="390" y="340"/>
                  </a:lnTo>
                  <a:lnTo>
                    <a:pt x="394" y="344"/>
                  </a:lnTo>
                  <a:lnTo>
                    <a:pt x="400" y="348"/>
                  </a:lnTo>
                  <a:lnTo>
                    <a:pt x="406" y="349"/>
                  </a:lnTo>
                  <a:lnTo>
                    <a:pt x="413" y="350"/>
                  </a:lnTo>
                  <a:lnTo>
                    <a:pt x="413" y="350"/>
                  </a:lnTo>
                  <a:lnTo>
                    <a:pt x="419" y="349"/>
                  </a:lnTo>
                  <a:lnTo>
                    <a:pt x="425" y="348"/>
                  </a:lnTo>
                  <a:lnTo>
                    <a:pt x="431" y="344"/>
                  </a:lnTo>
                  <a:lnTo>
                    <a:pt x="435" y="340"/>
                  </a:lnTo>
                  <a:lnTo>
                    <a:pt x="440" y="336"/>
                  </a:lnTo>
                  <a:lnTo>
                    <a:pt x="442" y="330"/>
                  </a:lnTo>
                  <a:lnTo>
                    <a:pt x="444" y="324"/>
                  </a:lnTo>
                  <a:lnTo>
                    <a:pt x="445" y="317"/>
                  </a:lnTo>
                  <a:lnTo>
                    <a:pt x="445" y="317"/>
                  </a:lnTo>
                  <a:lnTo>
                    <a:pt x="445" y="304"/>
                  </a:lnTo>
                  <a:lnTo>
                    <a:pt x="446" y="290"/>
                  </a:lnTo>
                  <a:lnTo>
                    <a:pt x="448" y="276"/>
                  </a:lnTo>
                  <a:lnTo>
                    <a:pt x="450" y="263"/>
                  </a:lnTo>
                  <a:lnTo>
                    <a:pt x="453" y="250"/>
                  </a:lnTo>
                  <a:lnTo>
                    <a:pt x="458" y="237"/>
                  </a:lnTo>
                  <a:lnTo>
                    <a:pt x="462" y="224"/>
                  </a:lnTo>
                  <a:lnTo>
                    <a:pt x="467" y="211"/>
                  </a:lnTo>
                  <a:lnTo>
                    <a:pt x="474" y="199"/>
                  </a:lnTo>
                  <a:lnTo>
                    <a:pt x="480" y="189"/>
                  </a:lnTo>
                  <a:lnTo>
                    <a:pt x="487" y="177"/>
                  </a:lnTo>
                  <a:lnTo>
                    <a:pt x="495" y="166"/>
                  </a:lnTo>
                  <a:lnTo>
                    <a:pt x="503" y="155"/>
                  </a:lnTo>
                  <a:lnTo>
                    <a:pt x="511" y="146"/>
                  </a:lnTo>
                  <a:lnTo>
                    <a:pt x="521" y="136"/>
                  </a:lnTo>
                  <a:lnTo>
                    <a:pt x="531" y="128"/>
                  </a:lnTo>
                  <a:lnTo>
                    <a:pt x="531" y="128"/>
                  </a:lnTo>
                  <a:lnTo>
                    <a:pt x="546" y="115"/>
                  </a:lnTo>
                  <a:lnTo>
                    <a:pt x="546" y="115"/>
                  </a:lnTo>
                  <a:lnTo>
                    <a:pt x="549" y="113"/>
                  </a:lnTo>
                  <a:lnTo>
                    <a:pt x="549" y="113"/>
                  </a:lnTo>
                  <a:lnTo>
                    <a:pt x="565" y="102"/>
                  </a:lnTo>
                  <a:lnTo>
                    <a:pt x="565" y="102"/>
                  </a:lnTo>
                  <a:lnTo>
                    <a:pt x="569" y="100"/>
                  </a:lnTo>
                  <a:lnTo>
                    <a:pt x="569" y="100"/>
                  </a:lnTo>
                  <a:lnTo>
                    <a:pt x="584" y="91"/>
                  </a:lnTo>
                  <a:lnTo>
                    <a:pt x="584" y="91"/>
                  </a:lnTo>
                  <a:lnTo>
                    <a:pt x="591" y="88"/>
                  </a:lnTo>
                  <a:lnTo>
                    <a:pt x="591" y="88"/>
                  </a:lnTo>
                  <a:lnTo>
                    <a:pt x="606" y="81"/>
                  </a:lnTo>
                  <a:lnTo>
                    <a:pt x="606" y="81"/>
                  </a:lnTo>
                  <a:lnTo>
                    <a:pt x="613" y="78"/>
                  </a:lnTo>
                  <a:lnTo>
                    <a:pt x="613" y="78"/>
                  </a:lnTo>
                  <a:lnTo>
                    <a:pt x="628" y="74"/>
                  </a:lnTo>
                  <a:lnTo>
                    <a:pt x="628" y="74"/>
                  </a:lnTo>
                  <a:lnTo>
                    <a:pt x="637" y="72"/>
                  </a:lnTo>
                  <a:lnTo>
                    <a:pt x="637" y="72"/>
                  </a:lnTo>
                  <a:lnTo>
                    <a:pt x="651" y="69"/>
                  </a:lnTo>
                  <a:lnTo>
                    <a:pt x="651" y="69"/>
                  </a:lnTo>
                  <a:lnTo>
                    <a:pt x="664" y="66"/>
                  </a:lnTo>
                  <a:lnTo>
                    <a:pt x="664" y="66"/>
                  </a:lnTo>
                  <a:lnTo>
                    <a:pt x="675" y="64"/>
                  </a:lnTo>
                  <a:lnTo>
                    <a:pt x="675" y="64"/>
                  </a:lnTo>
                  <a:lnTo>
                    <a:pt x="699" y="63"/>
                  </a:lnTo>
                  <a:lnTo>
                    <a:pt x="699" y="63"/>
                  </a:lnTo>
                  <a:lnTo>
                    <a:pt x="712" y="63"/>
                  </a:lnTo>
                  <a:lnTo>
                    <a:pt x="725" y="64"/>
                  </a:lnTo>
                  <a:lnTo>
                    <a:pt x="738" y="66"/>
                  </a:lnTo>
                  <a:lnTo>
                    <a:pt x="750" y="69"/>
                  </a:lnTo>
                  <a:lnTo>
                    <a:pt x="774" y="75"/>
                  </a:lnTo>
                  <a:lnTo>
                    <a:pt x="798" y="84"/>
                  </a:lnTo>
                  <a:lnTo>
                    <a:pt x="820" y="94"/>
                  </a:lnTo>
                  <a:lnTo>
                    <a:pt x="841" y="107"/>
                  </a:lnTo>
                  <a:lnTo>
                    <a:pt x="860" y="121"/>
                  </a:lnTo>
                  <a:lnTo>
                    <a:pt x="878" y="138"/>
                  </a:lnTo>
                  <a:lnTo>
                    <a:pt x="896" y="157"/>
                  </a:lnTo>
                  <a:lnTo>
                    <a:pt x="910" y="176"/>
                  </a:lnTo>
                  <a:lnTo>
                    <a:pt x="922" y="196"/>
                  </a:lnTo>
                  <a:lnTo>
                    <a:pt x="933" y="219"/>
                  </a:lnTo>
                  <a:lnTo>
                    <a:pt x="942" y="242"/>
                  </a:lnTo>
                  <a:lnTo>
                    <a:pt x="948" y="267"/>
                  </a:lnTo>
                  <a:lnTo>
                    <a:pt x="950" y="279"/>
                  </a:lnTo>
                  <a:lnTo>
                    <a:pt x="952" y="292"/>
                  </a:lnTo>
                  <a:lnTo>
                    <a:pt x="953" y="305"/>
                  </a:lnTo>
                  <a:lnTo>
                    <a:pt x="953" y="317"/>
                  </a:lnTo>
                  <a:lnTo>
                    <a:pt x="953" y="317"/>
                  </a:lnTo>
                  <a:lnTo>
                    <a:pt x="952" y="342"/>
                  </a:lnTo>
                  <a:lnTo>
                    <a:pt x="951" y="366"/>
                  </a:lnTo>
                  <a:lnTo>
                    <a:pt x="949" y="389"/>
                  </a:lnTo>
                  <a:lnTo>
                    <a:pt x="946" y="413"/>
                  </a:lnTo>
                  <a:lnTo>
                    <a:pt x="942" y="437"/>
                  </a:lnTo>
                  <a:lnTo>
                    <a:pt x="936" y="460"/>
                  </a:lnTo>
                  <a:lnTo>
                    <a:pt x="930" y="484"/>
                  </a:lnTo>
                  <a:lnTo>
                    <a:pt x="923" y="506"/>
                  </a:lnTo>
                  <a:lnTo>
                    <a:pt x="915" y="529"/>
                  </a:lnTo>
                  <a:lnTo>
                    <a:pt x="906" y="551"/>
                  </a:lnTo>
                  <a:lnTo>
                    <a:pt x="897" y="573"/>
                  </a:lnTo>
                  <a:lnTo>
                    <a:pt x="886" y="595"/>
                  </a:lnTo>
                  <a:lnTo>
                    <a:pt x="875" y="617"/>
                  </a:lnTo>
                  <a:lnTo>
                    <a:pt x="862" y="637"/>
                  </a:lnTo>
                  <a:lnTo>
                    <a:pt x="849" y="659"/>
                  </a:lnTo>
                  <a:lnTo>
                    <a:pt x="835" y="679"/>
                  </a:lnTo>
                  <a:lnTo>
                    <a:pt x="820" y="699"/>
                  </a:lnTo>
                  <a:lnTo>
                    <a:pt x="805" y="719"/>
                  </a:lnTo>
                  <a:lnTo>
                    <a:pt x="788" y="738"/>
                  </a:lnTo>
                  <a:lnTo>
                    <a:pt x="771" y="757"/>
                  </a:lnTo>
                  <a:lnTo>
                    <a:pt x="754" y="776"/>
                  </a:lnTo>
                  <a:lnTo>
                    <a:pt x="735" y="794"/>
                  </a:lnTo>
                  <a:lnTo>
                    <a:pt x="715" y="812"/>
                  </a:lnTo>
                  <a:lnTo>
                    <a:pt x="695" y="829"/>
                  </a:lnTo>
                  <a:lnTo>
                    <a:pt x="675" y="846"/>
                  </a:lnTo>
                  <a:lnTo>
                    <a:pt x="653" y="863"/>
                  </a:lnTo>
                  <a:lnTo>
                    <a:pt x="631" y="879"/>
                  </a:lnTo>
                  <a:lnTo>
                    <a:pt x="607" y="894"/>
                  </a:lnTo>
                  <a:lnTo>
                    <a:pt x="583" y="909"/>
                  </a:lnTo>
                  <a:lnTo>
                    <a:pt x="559" y="924"/>
                  </a:lnTo>
                  <a:lnTo>
                    <a:pt x="534" y="937"/>
                  </a:lnTo>
                  <a:lnTo>
                    <a:pt x="508" y="950"/>
                  </a:lnTo>
                  <a:lnTo>
                    <a:pt x="508" y="950"/>
                  </a:lnTo>
                  <a:close/>
                  <a:moveTo>
                    <a:pt x="699" y="126"/>
                  </a:moveTo>
                  <a:lnTo>
                    <a:pt x="699" y="126"/>
                  </a:lnTo>
                  <a:lnTo>
                    <a:pt x="693" y="128"/>
                  </a:lnTo>
                  <a:lnTo>
                    <a:pt x="686" y="130"/>
                  </a:lnTo>
                  <a:lnTo>
                    <a:pt x="681" y="132"/>
                  </a:lnTo>
                  <a:lnTo>
                    <a:pt x="677" y="136"/>
                  </a:lnTo>
                  <a:lnTo>
                    <a:pt x="672" y="140"/>
                  </a:lnTo>
                  <a:lnTo>
                    <a:pt x="669" y="147"/>
                  </a:lnTo>
                  <a:lnTo>
                    <a:pt x="668" y="152"/>
                  </a:lnTo>
                  <a:lnTo>
                    <a:pt x="667" y="159"/>
                  </a:lnTo>
                  <a:lnTo>
                    <a:pt x="667" y="159"/>
                  </a:lnTo>
                  <a:lnTo>
                    <a:pt x="668" y="165"/>
                  </a:lnTo>
                  <a:lnTo>
                    <a:pt x="669" y="172"/>
                  </a:lnTo>
                  <a:lnTo>
                    <a:pt x="672" y="177"/>
                  </a:lnTo>
                  <a:lnTo>
                    <a:pt x="677" y="181"/>
                  </a:lnTo>
                  <a:lnTo>
                    <a:pt x="681" y="185"/>
                  </a:lnTo>
                  <a:lnTo>
                    <a:pt x="686" y="188"/>
                  </a:lnTo>
                  <a:lnTo>
                    <a:pt x="693" y="190"/>
                  </a:lnTo>
                  <a:lnTo>
                    <a:pt x="699" y="191"/>
                  </a:lnTo>
                  <a:lnTo>
                    <a:pt x="699" y="191"/>
                  </a:lnTo>
                  <a:lnTo>
                    <a:pt x="712" y="191"/>
                  </a:lnTo>
                  <a:lnTo>
                    <a:pt x="725" y="193"/>
                  </a:lnTo>
                  <a:lnTo>
                    <a:pt x="737" y="196"/>
                  </a:lnTo>
                  <a:lnTo>
                    <a:pt x="749" y="201"/>
                  </a:lnTo>
                  <a:lnTo>
                    <a:pt x="759" y="206"/>
                  </a:lnTo>
                  <a:lnTo>
                    <a:pt x="770" y="212"/>
                  </a:lnTo>
                  <a:lnTo>
                    <a:pt x="780" y="220"/>
                  </a:lnTo>
                  <a:lnTo>
                    <a:pt x="789" y="227"/>
                  </a:lnTo>
                  <a:lnTo>
                    <a:pt x="797" y="237"/>
                  </a:lnTo>
                  <a:lnTo>
                    <a:pt x="804" y="247"/>
                  </a:lnTo>
                  <a:lnTo>
                    <a:pt x="811" y="257"/>
                  </a:lnTo>
                  <a:lnTo>
                    <a:pt x="816" y="268"/>
                  </a:lnTo>
                  <a:lnTo>
                    <a:pt x="820" y="280"/>
                  </a:lnTo>
                  <a:lnTo>
                    <a:pt x="824" y="292"/>
                  </a:lnTo>
                  <a:lnTo>
                    <a:pt x="826" y="305"/>
                  </a:lnTo>
                  <a:lnTo>
                    <a:pt x="826" y="317"/>
                  </a:lnTo>
                  <a:lnTo>
                    <a:pt x="826" y="317"/>
                  </a:lnTo>
                  <a:lnTo>
                    <a:pt x="827" y="324"/>
                  </a:lnTo>
                  <a:lnTo>
                    <a:pt x="829" y="330"/>
                  </a:lnTo>
                  <a:lnTo>
                    <a:pt x="831" y="336"/>
                  </a:lnTo>
                  <a:lnTo>
                    <a:pt x="835" y="340"/>
                  </a:lnTo>
                  <a:lnTo>
                    <a:pt x="840" y="344"/>
                  </a:lnTo>
                  <a:lnTo>
                    <a:pt x="845" y="348"/>
                  </a:lnTo>
                  <a:lnTo>
                    <a:pt x="852" y="349"/>
                  </a:lnTo>
                  <a:lnTo>
                    <a:pt x="858" y="350"/>
                  </a:lnTo>
                  <a:lnTo>
                    <a:pt x="858" y="350"/>
                  </a:lnTo>
                  <a:lnTo>
                    <a:pt x="864" y="349"/>
                  </a:lnTo>
                  <a:lnTo>
                    <a:pt x="870" y="348"/>
                  </a:lnTo>
                  <a:lnTo>
                    <a:pt x="876" y="344"/>
                  </a:lnTo>
                  <a:lnTo>
                    <a:pt x="881" y="340"/>
                  </a:lnTo>
                  <a:lnTo>
                    <a:pt x="885" y="336"/>
                  </a:lnTo>
                  <a:lnTo>
                    <a:pt x="887" y="330"/>
                  </a:lnTo>
                  <a:lnTo>
                    <a:pt x="889" y="324"/>
                  </a:lnTo>
                  <a:lnTo>
                    <a:pt x="890" y="317"/>
                  </a:lnTo>
                  <a:lnTo>
                    <a:pt x="890" y="317"/>
                  </a:lnTo>
                  <a:lnTo>
                    <a:pt x="889" y="298"/>
                  </a:lnTo>
                  <a:lnTo>
                    <a:pt x="886" y="279"/>
                  </a:lnTo>
                  <a:lnTo>
                    <a:pt x="882" y="261"/>
                  </a:lnTo>
                  <a:lnTo>
                    <a:pt x="875" y="243"/>
                  </a:lnTo>
                  <a:lnTo>
                    <a:pt x="867" y="227"/>
                  </a:lnTo>
                  <a:lnTo>
                    <a:pt x="857" y="211"/>
                  </a:lnTo>
                  <a:lnTo>
                    <a:pt x="846" y="196"/>
                  </a:lnTo>
                  <a:lnTo>
                    <a:pt x="833" y="183"/>
                  </a:lnTo>
                  <a:lnTo>
                    <a:pt x="820" y="170"/>
                  </a:lnTo>
                  <a:lnTo>
                    <a:pt x="805" y="160"/>
                  </a:lnTo>
                  <a:lnTo>
                    <a:pt x="789" y="150"/>
                  </a:lnTo>
                  <a:lnTo>
                    <a:pt x="773" y="142"/>
                  </a:lnTo>
                  <a:lnTo>
                    <a:pt x="756" y="135"/>
                  </a:lnTo>
                  <a:lnTo>
                    <a:pt x="738" y="131"/>
                  </a:lnTo>
                  <a:lnTo>
                    <a:pt x="719" y="128"/>
                  </a:lnTo>
                  <a:lnTo>
                    <a:pt x="699" y="126"/>
                  </a:lnTo>
                  <a:lnTo>
                    <a:pt x="699" y="126"/>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grpSp>
      <p:grpSp>
        <p:nvGrpSpPr>
          <p:cNvPr id="22" name="组合 21"/>
          <p:cNvGrpSpPr/>
          <p:nvPr/>
        </p:nvGrpSpPr>
        <p:grpSpPr>
          <a:xfrm>
            <a:off x="2262670" y="3508107"/>
            <a:ext cx="893114" cy="893114"/>
            <a:chOff x="3642122" y="2152649"/>
            <a:chExt cx="962026" cy="962026"/>
          </a:xfrm>
        </p:grpSpPr>
        <p:sp>
          <p:nvSpPr>
            <p:cNvPr id="23" name="椭圆 22"/>
            <p:cNvSpPr/>
            <p:nvPr/>
          </p:nvSpPr>
          <p:spPr>
            <a:xfrm>
              <a:off x="3642122" y="2152649"/>
              <a:ext cx="962026" cy="962026"/>
            </a:xfrm>
            <a:prstGeom prst="ellipse">
              <a:avLst/>
            </a:prstGeom>
            <a:solidFill>
              <a:srgbClr val="55739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Freeform 112"/>
            <p:cNvSpPr>
              <a:spLocks noEditPoints="1"/>
            </p:cNvSpPr>
            <p:nvPr/>
          </p:nvSpPr>
          <p:spPr bwMode="auto">
            <a:xfrm>
              <a:off x="3962004" y="2472531"/>
              <a:ext cx="322263" cy="322263"/>
            </a:xfrm>
            <a:custGeom>
              <a:avLst/>
              <a:gdLst>
                <a:gd name="T0" fmla="*/ 1016 w 1017"/>
                <a:gd name="T1" fmla="*/ 371 h 1017"/>
                <a:gd name="T2" fmla="*/ 1011 w 1017"/>
                <a:gd name="T3" fmla="*/ 363 h 1017"/>
                <a:gd name="T4" fmla="*/ 1004 w 1017"/>
                <a:gd name="T5" fmla="*/ 355 h 1017"/>
                <a:gd name="T6" fmla="*/ 996 w 1017"/>
                <a:gd name="T7" fmla="*/ 351 h 1017"/>
                <a:gd name="T8" fmla="*/ 986 w 1017"/>
                <a:gd name="T9" fmla="*/ 350 h 1017"/>
                <a:gd name="T10" fmla="*/ 539 w 1017"/>
                <a:gd name="T11" fmla="*/ 21 h 1017"/>
                <a:gd name="T12" fmla="*/ 537 w 1017"/>
                <a:gd name="T13" fmla="*/ 17 h 1017"/>
                <a:gd name="T14" fmla="*/ 531 w 1017"/>
                <a:gd name="T15" fmla="*/ 8 h 1017"/>
                <a:gd name="T16" fmla="*/ 523 w 1017"/>
                <a:gd name="T17" fmla="*/ 3 h 1017"/>
                <a:gd name="T18" fmla="*/ 514 w 1017"/>
                <a:gd name="T19" fmla="*/ 0 h 1017"/>
                <a:gd name="T20" fmla="*/ 509 w 1017"/>
                <a:gd name="T21" fmla="*/ 0 h 1017"/>
                <a:gd name="T22" fmla="*/ 499 w 1017"/>
                <a:gd name="T23" fmla="*/ 1 h 1017"/>
                <a:gd name="T24" fmla="*/ 490 w 1017"/>
                <a:gd name="T25" fmla="*/ 5 h 1017"/>
                <a:gd name="T26" fmla="*/ 483 w 1017"/>
                <a:gd name="T27" fmla="*/ 13 h 1017"/>
                <a:gd name="T28" fmla="*/ 479 w 1017"/>
                <a:gd name="T29" fmla="*/ 21 h 1017"/>
                <a:gd name="T30" fmla="*/ 31 w 1017"/>
                <a:gd name="T31" fmla="*/ 350 h 1017"/>
                <a:gd name="T32" fmla="*/ 27 w 1017"/>
                <a:gd name="T33" fmla="*/ 350 h 1017"/>
                <a:gd name="T34" fmla="*/ 17 w 1017"/>
                <a:gd name="T35" fmla="*/ 353 h 1017"/>
                <a:gd name="T36" fmla="*/ 10 w 1017"/>
                <a:gd name="T37" fmla="*/ 358 h 1017"/>
                <a:gd name="T38" fmla="*/ 3 w 1017"/>
                <a:gd name="T39" fmla="*/ 367 h 1017"/>
                <a:gd name="T40" fmla="*/ 1 w 1017"/>
                <a:gd name="T41" fmla="*/ 371 h 1017"/>
                <a:gd name="T42" fmla="*/ 0 w 1017"/>
                <a:gd name="T43" fmla="*/ 381 h 1017"/>
                <a:gd name="T44" fmla="*/ 1 w 1017"/>
                <a:gd name="T45" fmla="*/ 390 h 1017"/>
                <a:gd name="T46" fmla="*/ 5 w 1017"/>
                <a:gd name="T47" fmla="*/ 399 h 1017"/>
                <a:gd name="T48" fmla="*/ 12 w 1017"/>
                <a:gd name="T49" fmla="*/ 407 h 1017"/>
                <a:gd name="T50" fmla="*/ 160 w 1017"/>
                <a:gd name="T51" fmla="*/ 975 h 1017"/>
                <a:gd name="T52" fmla="*/ 159 w 1017"/>
                <a:gd name="T53" fmla="*/ 981 h 1017"/>
                <a:gd name="T54" fmla="*/ 159 w 1017"/>
                <a:gd name="T55" fmla="*/ 990 h 1017"/>
                <a:gd name="T56" fmla="*/ 162 w 1017"/>
                <a:gd name="T57" fmla="*/ 1000 h 1017"/>
                <a:gd name="T58" fmla="*/ 167 w 1017"/>
                <a:gd name="T59" fmla="*/ 1007 h 1017"/>
                <a:gd name="T60" fmla="*/ 172 w 1017"/>
                <a:gd name="T61" fmla="*/ 1012 h 1017"/>
                <a:gd name="T62" fmla="*/ 180 w 1017"/>
                <a:gd name="T63" fmla="*/ 1016 h 1017"/>
                <a:gd name="T64" fmla="*/ 190 w 1017"/>
                <a:gd name="T65" fmla="*/ 1017 h 1017"/>
                <a:gd name="T66" fmla="*/ 200 w 1017"/>
                <a:gd name="T67" fmla="*/ 1016 h 1017"/>
                <a:gd name="T68" fmla="*/ 209 w 1017"/>
                <a:gd name="T69" fmla="*/ 1012 h 1017"/>
                <a:gd name="T70" fmla="*/ 808 w 1017"/>
                <a:gd name="T71" fmla="*/ 1012 h 1017"/>
                <a:gd name="T72" fmla="*/ 812 w 1017"/>
                <a:gd name="T73" fmla="*/ 1014 h 1017"/>
                <a:gd name="T74" fmla="*/ 822 w 1017"/>
                <a:gd name="T75" fmla="*/ 1017 h 1017"/>
                <a:gd name="T76" fmla="*/ 826 w 1017"/>
                <a:gd name="T77" fmla="*/ 1017 h 1017"/>
                <a:gd name="T78" fmla="*/ 837 w 1017"/>
                <a:gd name="T79" fmla="*/ 1016 h 1017"/>
                <a:gd name="T80" fmla="*/ 846 w 1017"/>
                <a:gd name="T81" fmla="*/ 1012 h 1017"/>
                <a:gd name="T82" fmla="*/ 850 w 1017"/>
                <a:gd name="T83" fmla="*/ 1007 h 1017"/>
                <a:gd name="T84" fmla="*/ 855 w 1017"/>
                <a:gd name="T85" fmla="*/ 1000 h 1017"/>
                <a:gd name="T86" fmla="*/ 858 w 1017"/>
                <a:gd name="T87" fmla="*/ 990 h 1017"/>
                <a:gd name="T88" fmla="*/ 858 w 1017"/>
                <a:gd name="T89" fmla="*/ 981 h 1017"/>
                <a:gd name="T90" fmla="*/ 737 w 1017"/>
                <a:gd name="T91" fmla="*/ 616 h 1017"/>
                <a:gd name="T92" fmla="*/ 1005 w 1017"/>
                <a:gd name="T93" fmla="*/ 407 h 1017"/>
                <a:gd name="T94" fmla="*/ 1012 w 1017"/>
                <a:gd name="T95" fmla="*/ 399 h 1017"/>
                <a:gd name="T96" fmla="*/ 1016 w 1017"/>
                <a:gd name="T97" fmla="*/ 390 h 1017"/>
                <a:gd name="T98" fmla="*/ 1017 w 1017"/>
                <a:gd name="T99" fmla="*/ 381 h 1017"/>
                <a:gd name="T100" fmla="*/ 1016 w 1017"/>
                <a:gd name="T101" fmla="*/ 371 h 1017"/>
                <a:gd name="T102" fmla="*/ 124 w 1017"/>
                <a:gd name="T103" fmla="*/ 413 h 1017"/>
                <a:gd name="T104" fmla="*/ 302 w 1017"/>
                <a:gd name="T105" fmla="*/ 551 h 1017"/>
                <a:gd name="T106" fmla="*/ 766 w 1017"/>
                <a:gd name="T107" fmla="*/ 904 h 1017"/>
                <a:gd name="T108" fmla="*/ 527 w 1017"/>
                <a:gd name="T109" fmla="*/ 737 h 1017"/>
                <a:gd name="T110" fmla="*/ 518 w 1017"/>
                <a:gd name="T111" fmla="*/ 733 h 1017"/>
                <a:gd name="T112" fmla="*/ 509 w 1017"/>
                <a:gd name="T113" fmla="*/ 732 h 1017"/>
                <a:gd name="T114" fmla="*/ 504 w 1017"/>
                <a:gd name="T115" fmla="*/ 732 h 1017"/>
                <a:gd name="T116" fmla="*/ 495 w 1017"/>
                <a:gd name="T117" fmla="*/ 735 h 1017"/>
                <a:gd name="T118" fmla="*/ 251 w 1017"/>
                <a:gd name="T119" fmla="*/ 904 h 1017"/>
                <a:gd name="T120" fmla="*/ 766 w 1017"/>
                <a:gd name="T121" fmla="*/ 904 h 1017"/>
                <a:gd name="T122" fmla="*/ 670 w 1017"/>
                <a:gd name="T123" fmla="*/ 413 h 1017"/>
                <a:gd name="T124" fmla="*/ 716 w 1017"/>
                <a:gd name="T125" fmla="*/ 551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7" h="1017">
                  <a:moveTo>
                    <a:pt x="1016" y="371"/>
                  </a:moveTo>
                  <a:lnTo>
                    <a:pt x="1016" y="371"/>
                  </a:lnTo>
                  <a:lnTo>
                    <a:pt x="1014" y="367"/>
                  </a:lnTo>
                  <a:lnTo>
                    <a:pt x="1011" y="363"/>
                  </a:lnTo>
                  <a:lnTo>
                    <a:pt x="1008" y="358"/>
                  </a:lnTo>
                  <a:lnTo>
                    <a:pt x="1004" y="355"/>
                  </a:lnTo>
                  <a:lnTo>
                    <a:pt x="1000" y="353"/>
                  </a:lnTo>
                  <a:lnTo>
                    <a:pt x="996" y="351"/>
                  </a:lnTo>
                  <a:lnTo>
                    <a:pt x="990" y="350"/>
                  </a:lnTo>
                  <a:lnTo>
                    <a:pt x="986" y="350"/>
                  </a:lnTo>
                  <a:lnTo>
                    <a:pt x="648" y="350"/>
                  </a:lnTo>
                  <a:lnTo>
                    <a:pt x="539" y="21"/>
                  </a:lnTo>
                  <a:lnTo>
                    <a:pt x="539" y="21"/>
                  </a:lnTo>
                  <a:lnTo>
                    <a:pt x="537" y="17"/>
                  </a:lnTo>
                  <a:lnTo>
                    <a:pt x="534" y="13"/>
                  </a:lnTo>
                  <a:lnTo>
                    <a:pt x="531" y="8"/>
                  </a:lnTo>
                  <a:lnTo>
                    <a:pt x="527" y="5"/>
                  </a:lnTo>
                  <a:lnTo>
                    <a:pt x="523" y="3"/>
                  </a:lnTo>
                  <a:lnTo>
                    <a:pt x="518" y="1"/>
                  </a:lnTo>
                  <a:lnTo>
                    <a:pt x="514" y="0"/>
                  </a:lnTo>
                  <a:lnTo>
                    <a:pt x="509" y="0"/>
                  </a:lnTo>
                  <a:lnTo>
                    <a:pt x="509" y="0"/>
                  </a:lnTo>
                  <a:lnTo>
                    <a:pt x="503" y="0"/>
                  </a:lnTo>
                  <a:lnTo>
                    <a:pt x="499" y="1"/>
                  </a:lnTo>
                  <a:lnTo>
                    <a:pt x="495" y="3"/>
                  </a:lnTo>
                  <a:lnTo>
                    <a:pt x="490" y="5"/>
                  </a:lnTo>
                  <a:lnTo>
                    <a:pt x="486" y="8"/>
                  </a:lnTo>
                  <a:lnTo>
                    <a:pt x="483" y="13"/>
                  </a:lnTo>
                  <a:lnTo>
                    <a:pt x="481" y="17"/>
                  </a:lnTo>
                  <a:lnTo>
                    <a:pt x="479" y="21"/>
                  </a:lnTo>
                  <a:lnTo>
                    <a:pt x="369" y="350"/>
                  </a:lnTo>
                  <a:lnTo>
                    <a:pt x="31" y="350"/>
                  </a:lnTo>
                  <a:lnTo>
                    <a:pt x="31" y="350"/>
                  </a:lnTo>
                  <a:lnTo>
                    <a:pt x="27" y="350"/>
                  </a:lnTo>
                  <a:lnTo>
                    <a:pt x="21" y="351"/>
                  </a:lnTo>
                  <a:lnTo>
                    <a:pt x="17" y="353"/>
                  </a:lnTo>
                  <a:lnTo>
                    <a:pt x="13" y="355"/>
                  </a:lnTo>
                  <a:lnTo>
                    <a:pt x="10" y="358"/>
                  </a:lnTo>
                  <a:lnTo>
                    <a:pt x="6" y="363"/>
                  </a:lnTo>
                  <a:lnTo>
                    <a:pt x="3" y="367"/>
                  </a:lnTo>
                  <a:lnTo>
                    <a:pt x="1" y="371"/>
                  </a:lnTo>
                  <a:lnTo>
                    <a:pt x="1" y="371"/>
                  </a:lnTo>
                  <a:lnTo>
                    <a:pt x="0" y="375"/>
                  </a:lnTo>
                  <a:lnTo>
                    <a:pt x="0" y="381"/>
                  </a:lnTo>
                  <a:lnTo>
                    <a:pt x="0" y="386"/>
                  </a:lnTo>
                  <a:lnTo>
                    <a:pt x="1" y="390"/>
                  </a:lnTo>
                  <a:lnTo>
                    <a:pt x="3" y="395"/>
                  </a:lnTo>
                  <a:lnTo>
                    <a:pt x="5" y="399"/>
                  </a:lnTo>
                  <a:lnTo>
                    <a:pt x="9" y="403"/>
                  </a:lnTo>
                  <a:lnTo>
                    <a:pt x="12" y="407"/>
                  </a:lnTo>
                  <a:lnTo>
                    <a:pt x="280" y="616"/>
                  </a:lnTo>
                  <a:lnTo>
                    <a:pt x="160" y="975"/>
                  </a:lnTo>
                  <a:lnTo>
                    <a:pt x="160" y="975"/>
                  </a:lnTo>
                  <a:lnTo>
                    <a:pt x="159" y="981"/>
                  </a:lnTo>
                  <a:lnTo>
                    <a:pt x="159" y="986"/>
                  </a:lnTo>
                  <a:lnTo>
                    <a:pt x="159" y="990"/>
                  </a:lnTo>
                  <a:lnTo>
                    <a:pt x="160" y="996"/>
                  </a:lnTo>
                  <a:lnTo>
                    <a:pt x="162" y="1000"/>
                  </a:lnTo>
                  <a:lnTo>
                    <a:pt x="164" y="1004"/>
                  </a:lnTo>
                  <a:lnTo>
                    <a:pt x="167" y="1007"/>
                  </a:lnTo>
                  <a:lnTo>
                    <a:pt x="172" y="1012"/>
                  </a:lnTo>
                  <a:lnTo>
                    <a:pt x="172" y="1012"/>
                  </a:lnTo>
                  <a:lnTo>
                    <a:pt x="176" y="1014"/>
                  </a:lnTo>
                  <a:lnTo>
                    <a:pt x="180" y="1016"/>
                  </a:lnTo>
                  <a:lnTo>
                    <a:pt x="186" y="1017"/>
                  </a:lnTo>
                  <a:lnTo>
                    <a:pt x="190" y="1017"/>
                  </a:lnTo>
                  <a:lnTo>
                    <a:pt x="195" y="1017"/>
                  </a:lnTo>
                  <a:lnTo>
                    <a:pt x="200" y="1016"/>
                  </a:lnTo>
                  <a:lnTo>
                    <a:pt x="204" y="1014"/>
                  </a:lnTo>
                  <a:lnTo>
                    <a:pt x="209" y="1012"/>
                  </a:lnTo>
                  <a:lnTo>
                    <a:pt x="509" y="801"/>
                  </a:lnTo>
                  <a:lnTo>
                    <a:pt x="808" y="1012"/>
                  </a:lnTo>
                  <a:lnTo>
                    <a:pt x="808" y="1012"/>
                  </a:lnTo>
                  <a:lnTo>
                    <a:pt x="812" y="1014"/>
                  </a:lnTo>
                  <a:lnTo>
                    <a:pt x="818" y="1016"/>
                  </a:lnTo>
                  <a:lnTo>
                    <a:pt x="822" y="1017"/>
                  </a:lnTo>
                  <a:lnTo>
                    <a:pt x="826" y="1017"/>
                  </a:lnTo>
                  <a:lnTo>
                    <a:pt x="826" y="1017"/>
                  </a:lnTo>
                  <a:lnTo>
                    <a:pt x="832" y="1017"/>
                  </a:lnTo>
                  <a:lnTo>
                    <a:pt x="837" y="1016"/>
                  </a:lnTo>
                  <a:lnTo>
                    <a:pt x="841" y="1014"/>
                  </a:lnTo>
                  <a:lnTo>
                    <a:pt x="846" y="1012"/>
                  </a:lnTo>
                  <a:lnTo>
                    <a:pt x="846" y="1012"/>
                  </a:lnTo>
                  <a:lnTo>
                    <a:pt x="850" y="1007"/>
                  </a:lnTo>
                  <a:lnTo>
                    <a:pt x="853" y="1004"/>
                  </a:lnTo>
                  <a:lnTo>
                    <a:pt x="855" y="1000"/>
                  </a:lnTo>
                  <a:lnTo>
                    <a:pt x="857" y="996"/>
                  </a:lnTo>
                  <a:lnTo>
                    <a:pt x="858" y="990"/>
                  </a:lnTo>
                  <a:lnTo>
                    <a:pt x="858" y="986"/>
                  </a:lnTo>
                  <a:lnTo>
                    <a:pt x="858" y="981"/>
                  </a:lnTo>
                  <a:lnTo>
                    <a:pt x="857" y="975"/>
                  </a:lnTo>
                  <a:lnTo>
                    <a:pt x="737" y="616"/>
                  </a:lnTo>
                  <a:lnTo>
                    <a:pt x="1005" y="407"/>
                  </a:lnTo>
                  <a:lnTo>
                    <a:pt x="1005" y="407"/>
                  </a:lnTo>
                  <a:lnTo>
                    <a:pt x="1009" y="403"/>
                  </a:lnTo>
                  <a:lnTo>
                    <a:pt x="1012" y="399"/>
                  </a:lnTo>
                  <a:lnTo>
                    <a:pt x="1014" y="395"/>
                  </a:lnTo>
                  <a:lnTo>
                    <a:pt x="1016" y="390"/>
                  </a:lnTo>
                  <a:lnTo>
                    <a:pt x="1017" y="386"/>
                  </a:lnTo>
                  <a:lnTo>
                    <a:pt x="1017" y="381"/>
                  </a:lnTo>
                  <a:lnTo>
                    <a:pt x="1017" y="375"/>
                  </a:lnTo>
                  <a:lnTo>
                    <a:pt x="1016" y="371"/>
                  </a:lnTo>
                  <a:lnTo>
                    <a:pt x="1016" y="371"/>
                  </a:lnTo>
                  <a:close/>
                  <a:moveTo>
                    <a:pt x="124" y="413"/>
                  </a:moveTo>
                  <a:lnTo>
                    <a:pt x="348" y="413"/>
                  </a:lnTo>
                  <a:lnTo>
                    <a:pt x="302" y="551"/>
                  </a:lnTo>
                  <a:lnTo>
                    <a:pt x="124" y="413"/>
                  </a:lnTo>
                  <a:close/>
                  <a:moveTo>
                    <a:pt x="766" y="904"/>
                  </a:moveTo>
                  <a:lnTo>
                    <a:pt x="527" y="737"/>
                  </a:lnTo>
                  <a:lnTo>
                    <a:pt x="527" y="737"/>
                  </a:lnTo>
                  <a:lnTo>
                    <a:pt x="523" y="735"/>
                  </a:lnTo>
                  <a:lnTo>
                    <a:pt x="518" y="733"/>
                  </a:lnTo>
                  <a:lnTo>
                    <a:pt x="513" y="732"/>
                  </a:lnTo>
                  <a:lnTo>
                    <a:pt x="509" y="732"/>
                  </a:lnTo>
                  <a:lnTo>
                    <a:pt x="509" y="732"/>
                  </a:lnTo>
                  <a:lnTo>
                    <a:pt x="504" y="732"/>
                  </a:lnTo>
                  <a:lnTo>
                    <a:pt x="499" y="733"/>
                  </a:lnTo>
                  <a:lnTo>
                    <a:pt x="495" y="735"/>
                  </a:lnTo>
                  <a:lnTo>
                    <a:pt x="490" y="737"/>
                  </a:lnTo>
                  <a:lnTo>
                    <a:pt x="251" y="904"/>
                  </a:lnTo>
                  <a:lnTo>
                    <a:pt x="509" y="132"/>
                  </a:lnTo>
                  <a:lnTo>
                    <a:pt x="766" y="904"/>
                  </a:lnTo>
                  <a:close/>
                  <a:moveTo>
                    <a:pt x="716" y="551"/>
                  </a:moveTo>
                  <a:lnTo>
                    <a:pt x="670" y="413"/>
                  </a:lnTo>
                  <a:lnTo>
                    <a:pt x="893" y="413"/>
                  </a:lnTo>
                  <a:lnTo>
                    <a:pt x="716" y="551"/>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grpSp>
      <p:grpSp>
        <p:nvGrpSpPr>
          <p:cNvPr id="25" name="组合 24"/>
          <p:cNvGrpSpPr/>
          <p:nvPr/>
        </p:nvGrpSpPr>
        <p:grpSpPr>
          <a:xfrm>
            <a:off x="3628663" y="3508107"/>
            <a:ext cx="893114" cy="893114"/>
            <a:chOff x="9396412" y="1809750"/>
            <a:chExt cx="1647825" cy="1647825"/>
          </a:xfrm>
        </p:grpSpPr>
        <p:sp>
          <p:nvSpPr>
            <p:cNvPr id="26" name="椭圆 25"/>
            <p:cNvSpPr/>
            <p:nvPr/>
          </p:nvSpPr>
          <p:spPr>
            <a:xfrm>
              <a:off x="9396412" y="1809750"/>
              <a:ext cx="1647825" cy="1647825"/>
            </a:xfrm>
            <a:prstGeom prst="ellipse">
              <a:avLst/>
            </a:prstGeom>
            <a:solidFill>
              <a:srgbClr val="55739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Freeform 115"/>
            <p:cNvSpPr>
              <a:spLocks noEditPoints="1"/>
            </p:cNvSpPr>
            <p:nvPr/>
          </p:nvSpPr>
          <p:spPr bwMode="auto">
            <a:xfrm>
              <a:off x="9860973" y="2333601"/>
              <a:ext cx="622416" cy="619367"/>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grpSp>
      <p:sp>
        <p:nvSpPr>
          <p:cNvPr id="28" name="矩形 27"/>
          <p:cNvSpPr/>
          <p:nvPr/>
        </p:nvSpPr>
        <p:spPr>
          <a:xfrm>
            <a:off x="1245062" y="4996545"/>
            <a:ext cx="9707635" cy="757643"/>
          </a:xfrm>
          <a:prstGeom prst="rect">
            <a:avLst/>
          </a:prstGeom>
        </p:spPr>
        <p:txBody>
          <a:bodyPr wrap="square">
            <a:spAutoFit/>
          </a:bodyPr>
          <a:lstStyle/>
          <a:p>
            <a:pPr algn="ct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我们因梦想而伟大，所有的成功者都是大梦想家：在冬夜的火堆旁，在阴天的雨雾中，</a:t>
            </a: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par>
                                <p:cTn id="15" presetID="53" presetClass="entr" presetSubtype="16"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1000"/>
                                        <p:tgtEl>
                                          <p:spTgt spid="28"/>
                                        </p:tgtEl>
                                      </p:cBhvr>
                                    </p:animEffect>
                                    <p:anim calcmode="lin" valueType="num">
                                      <p:cBhvr>
                                        <p:cTn id="51" dur="1000" fill="hold"/>
                                        <p:tgtEl>
                                          <p:spTgt spid="28"/>
                                        </p:tgtEl>
                                        <p:attrNameLst>
                                          <p:attrName>ppt_x</p:attrName>
                                        </p:attrNameLst>
                                      </p:cBhvr>
                                      <p:tavLst>
                                        <p:tav tm="0">
                                          <p:val>
                                            <p:strVal val="#ppt_x"/>
                                          </p:val>
                                        </p:tav>
                                        <p:tav tm="100000">
                                          <p:val>
                                            <p:strVal val="#ppt_x"/>
                                          </p:val>
                                        </p:tav>
                                      </p:tavLst>
                                    </p:anim>
                                    <p:anim calcmode="lin" valueType="num">
                                      <p:cBhvr>
                                        <p:cTn id="5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2" grpId="1"/>
      <p:bldP spid="13" grpId="1"/>
      <p:bldP spid="28" grpId="0"/>
      <p:bldP spid="2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29"/>
          <p:cNvSpPr/>
          <p:nvPr/>
        </p:nvSpPr>
        <p:spPr>
          <a:xfrm>
            <a:off x="6696051" y="1718534"/>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5" name="Shape 2784"/>
          <p:cNvSpPr/>
          <p:nvPr/>
        </p:nvSpPr>
        <p:spPr>
          <a:xfrm>
            <a:off x="6887626" y="1909347"/>
            <a:ext cx="583296" cy="583296"/>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sp>
        <p:nvSpPr>
          <p:cNvPr id="6" name="Rectangle 47"/>
          <p:cNvSpPr/>
          <p:nvPr/>
        </p:nvSpPr>
        <p:spPr>
          <a:xfrm>
            <a:off x="6693510" y="3322575"/>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7" name="Shape 2656"/>
          <p:cNvSpPr/>
          <p:nvPr/>
        </p:nvSpPr>
        <p:spPr>
          <a:xfrm>
            <a:off x="6913092" y="3542158"/>
            <a:ext cx="527281" cy="527281"/>
          </a:xfrm>
          <a:custGeom>
            <a:avLst/>
            <a:gdLst/>
            <a:ahLst/>
            <a:cxnLst>
              <a:cxn ang="0">
                <a:pos x="wd2" y="hd2"/>
              </a:cxn>
              <a:cxn ang="5400000">
                <a:pos x="wd2" y="hd2"/>
              </a:cxn>
              <a:cxn ang="10800000">
                <a:pos x="wd2" y="hd2"/>
              </a:cxn>
              <a:cxn ang="16200000">
                <a:pos x="wd2" y="hd2"/>
              </a:cxn>
            </a:cxnLst>
            <a:rect l="0" t="0" r="r" b="b"/>
            <a:pathLst>
              <a:path w="21600" h="21600" extrusionOk="0">
                <a:moveTo>
                  <a:pt x="14727" y="10800"/>
                </a:moveTo>
                <a:cubicBezTo>
                  <a:pt x="14186" y="10800"/>
                  <a:pt x="13745" y="11240"/>
                  <a:pt x="13745" y="11782"/>
                </a:cubicBezTo>
                <a:cubicBezTo>
                  <a:pt x="13745" y="12324"/>
                  <a:pt x="14186" y="12764"/>
                  <a:pt x="14727" y="12764"/>
                </a:cubicBezTo>
                <a:cubicBezTo>
                  <a:pt x="15269" y="12764"/>
                  <a:pt x="15709" y="12324"/>
                  <a:pt x="15709" y="11782"/>
                </a:cubicBezTo>
                <a:cubicBezTo>
                  <a:pt x="15709" y="11240"/>
                  <a:pt x="15269" y="10800"/>
                  <a:pt x="14727" y="10800"/>
                </a:cubicBezTo>
                <a:moveTo>
                  <a:pt x="20618" y="0"/>
                </a:moveTo>
                <a:lnTo>
                  <a:pt x="4909" y="0"/>
                </a:lnTo>
                <a:cubicBezTo>
                  <a:pt x="4367" y="0"/>
                  <a:pt x="3927" y="440"/>
                  <a:pt x="3927" y="982"/>
                </a:cubicBezTo>
                <a:lnTo>
                  <a:pt x="3927" y="5891"/>
                </a:lnTo>
                <a:cubicBezTo>
                  <a:pt x="3927" y="6162"/>
                  <a:pt x="4147" y="6382"/>
                  <a:pt x="4418" y="6382"/>
                </a:cubicBezTo>
                <a:cubicBezTo>
                  <a:pt x="4690" y="6382"/>
                  <a:pt x="4909" y="6162"/>
                  <a:pt x="4909" y="5891"/>
                </a:cubicBezTo>
                <a:lnTo>
                  <a:pt x="4909" y="982"/>
                </a:lnTo>
                <a:lnTo>
                  <a:pt x="20618" y="982"/>
                </a:lnTo>
                <a:lnTo>
                  <a:pt x="20618" y="12764"/>
                </a:lnTo>
                <a:lnTo>
                  <a:pt x="19145" y="12764"/>
                </a:lnTo>
                <a:cubicBezTo>
                  <a:pt x="18874" y="12764"/>
                  <a:pt x="18655" y="12984"/>
                  <a:pt x="18655" y="13255"/>
                </a:cubicBezTo>
                <a:cubicBezTo>
                  <a:pt x="18655" y="13526"/>
                  <a:pt x="18874" y="13745"/>
                  <a:pt x="19145" y="13745"/>
                </a:cubicBezTo>
                <a:lnTo>
                  <a:pt x="20618" y="13745"/>
                </a:lnTo>
                <a:lnTo>
                  <a:pt x="20618" y="16691"/>
                </a:lnTo>
                <a:lnTo>
                  <a:pt x="19145" y="16691"/>
                </a:lnTo>
                <a:cubicBezTo>
                  <a:pt x="18874" y="16691"/>
                  <a:pt x="18655" y="16911"/>
                  <a:pt x="18655" y="17182"/>
                </a:cubicBezTo>
                <a:cubicBezTo>
                  <a:pt x="18655" y="17453"/>
                  <a:pt x="18874" y="17673"/>
                  <a:pt x="19145" y="17673"/>
                </a:cubicBezTo>
                <a:lnTo>
                  <a:pt x="20618" y="17673"/>
                </a:lnTo>
                <a:cubicBezTo>
                  <a:pt x="21160" y="17673"/>
                  <a:pt x="21600" y="17234"/>
                  <a:pt x="21600" y="16691"/>
                </a:cubicBezTo>
                <a:lnTo>
                  <a:pt x="21600" y="982"/>
                </a:lnTo>
                <a:cubicBezTo>
                  <a:pt x="21600" y="440"/>
                  <a:pt x="21160" y="0"/>
                  <a:pt x="20618" y="0"/>
                </a:cubicBezTo>
                <a:moveTo>
                  <a:pt x="14727" y="13745"/>
                </a:moveTo>
                <a:cubicBezTo>
                  <a:pt x="14456" y="13745"/>
                  <a:pt x="14236" y="13966"/>
                  <a:pt x="14236" y="14236"/>
                </a:cubicBezTo>
                <a:cubicBezTo>
                  <a:pt x="14236" y="14508"/>
                  <a:pt x="14456" y="14727"/>
                  <a:pt x="14727" y="14727"/>
                </a:cubicBezTo>
                <a:cubicBezTo>
                  <a:pt x="14999" y="14727"/>
                  <a:pt x="15218" y="14508"/>
                  <a:pt x="15218" y="14236"/>
                </a:cubicBezTo>
                <a:cubicBezTo>
                  <a:pt x="15218" y="13966"/>
                  <a:pt x="14999" y="13745"/>
                  <a:pt x="14727" y="13745"/>
                </a:cubicBezTo>
                <a:moveTo>
                  <a:pt x="16691" y="19636"/>
                </a:moveTo>
                <a:cubicBezTo>
                  <a:pt x="16691" y="20178"/>
                  <a:pt x="16251" y="20618"/>
                  <a:pt x="15709" y="20618"/>
                </a:cubicBezTo>
                <a:lnTo>
                  <a:pt x="1964" y="20618"/>
                </a:lnTo>
                <a:cubicBezTo>
                  <a:pt x="1422" y="20618"/>
                  <a:pt x="982" y="20178"/>
                  <a:pt x="982" y="19636"/>
                </a:cubicBezTo>
                <a:lnTo>
                  <a:pt x="982" y="10800"/>
                </a:lnTo>
                <a:cubicBezTo>
                  <a:pt x="982" y="10258"/>
                  <a:pt x="1422" y="9818"/>
                  <a:pt x="1964" y="9818"/>
                </a:cubicBezTo>
                <a:lnTo>
                  <a:pt x="3927" y="9818"/>
                </a:lnTo>
                <a:cubicBezTo>
                  <a:pt x="5891" y="9818"/>
                  <a:pt x="5891" y="7855"/>
                  <a:pt x="7364" y="7855"/>
                </a:cubicBezTo>
                <a:lnTo>
                  <a:pt x="8836" y="7855"/>
                </a:lnTo>
                <a:lnTo>
                  <a:pt x="10309" y="7855"/>
                </a:lnTo>
                <a:cubicBezTo>
                  <a:pt x="11782" y="7855"/>
                  <a:pt x="11782" y="9818"/>
                  <a:pt x="13745" y="9818"/>
                </a:cubicBezTo>
                <a:lnTo>
                  <a:pt x="15709" y="9818"/>
                </a:lnTo>
                <a:cubicBezTo>
                  <a:pt x="16251" y="9818"/>
                  <a:pt x="16691" y="10258"/>
                  <a:pt x="16691" y="10800"/>
                </a:cubicBezTo>
                <a:cubicBezTo>
                  <a:pt x="16691" y="10800"/>
                  <a:pt x="16691" y="19636"/>
                  <a:pt x="16691" y="19636"/>
                </a:cubicBezTo>
                <a:close/>
                <a:moveTo>
                  <a:pt x="15709" y="8836"/>
                </a:moveTo>
                <a:lnTo>
                  <a:pt x="13745" y="8836"/>
                </a:lnTo>
                <a:cubicBezTo>
                  <a:pt x="12273" y="8836"/>
                  <a:pt x="12273" y="6873"/>
                  <a:pt x="10309" y="6873"/>
                </a:cubicBezTo>
                <a:lnTo>
                  <a:pt x="7364" y="6873"/>
                </a:lnTo>
                <a:cubicBezTo>
                  <a:pt x="5400" y="6873"/>
                  <a:pt x="5400" y="8836"/>
                  <a:pt x="3927" y="8836"/>
                </a:cubicBezTo>
                <a:lnTo>
                  <a:pt x="1964" y="8836"/>
                </a:lnTo>
                <a:cubicBezTo>
                  <a:pt x="879" y="8836"/>
                  <a:pt x="0" y="9716"/>
                  <a:pt x="0" y="10800"/>
                </a:cubicBezTo>
                <a:lnTo>
                  <a:pt x="0" y="19636"/>
                </a:lnTo>
                <a:cubicBezTo>
                  <a:pt x="0" y="20721"/>
                  <a:pt x="879" y="21600"/>
                  <a:pt x="1964" y="21600"/>
                </a:cubicBezTo>
                <a:lnTo>
                  <a:pt x="15709" y="21600"/>
                </a:lnTo>
                <a:cubicBezTo>
                  <a:pt x="16794" y="21600"/>
                  <a:pt x="17673" y="20721"/>
                  <a:pt x="17673" y="19636"/>
                </a:cubicBezTo>
                <a:lnTo>
                  <a:pt x="17673" y="10800"/>
                </a:lnTo>
                <a:cubicBezTo>
                  <a:pt x="17673" y="9716"/>
                  <a:pt x="16794" y="8836"/>
                  <a:pt x="15709" y="8836"/>
                </a:cubicBezTo>
                <a:moveTo>
                  <a:pt x="8836" y="17673"/>
                </a:moveTo>
                <a:cubicBezTo>
                  <a:pt x="7210" y="17673"/>
                  <a:pt x="5891" y="16354"/>
                  <a:pt x="5891" y="14727"/>
                </a:cubicBezTo>
                <a:cubicBezTo>
                  <a:pt x="5891" y="13101"/>
                  <a:pt x="7210" y="11782"/>
                  <a:pt x="8836" y="11782"/>
                </a:cubicBezTo>
                <a:cubicBezTo>
                  <a:pt x="10463" y="11782"/>
                  <a:pt x="11782" y="13101"/>
                  <a:pt x="11782" y="14727"/>
                </a:cubicBezTo>
                <a:cubicBezTo>
                  <a:pt x="11782" y="16354"/>
                  <a:pt x="10463" y="17673"/>
                  <a:pt x="8836" y="17673"/>
                </a:cubicBezTo>
                <a:moveTo>
                  <a:pt x="8836" y="10800"/>
                </a:moveTo>
                <a:cubicBezTo>
                  <a:pt x="6668" y="10800"/>
                  <a:pt x="4909" y="12558"/>
                  <a:pt x="4909" y="14727"/>
                </a:cubicBezTo>
                <a:cubicBezTo>
                  <a:pt x="4909" y="16896"/>
                  <a:pt x="6668" y="18655"/>
                  <a:pt x="8836" y="18655"/>
                </a:cubicBezTo>
                <a:cubicBezTo>
                  <a:pt x="11005" y="18655"/>
                  <a:pt x="12764" y="16896"/>
                  <a:pt x="12764" y="14727"/>
                </a:cubicBezTo>
                <a:cubicBezTo>
                  <a:pt x="12764" y="12558"/>
                  <a:pt x="11005" y="10800"/>
                  <a:pt x="8836" y="10800"/>
                </a:cubicBezTo>
                <a:moveTo>
                  <a:pt x="8836" y="15709"/>
                </a:moveTo>
                <a:cubicBezTo>
                  <a:pt x="8295" y="15709"/>
                  <a:pt x="7855" y="15269"/>
                  <a:pt x="7855" y="14727"/>
                </a:cubicBezTo>
                <a:cubicBezTo>
                  <a:pt x="7855" y="14186"/>
                  <a:pt x="8295" y="13745"/>
                  <a:pt x="8836" y="13745"/>
                </a:cubicBezTo>
                <a:cubicBezTo>
                  <a:pt x="9378" y="13745"/>
                  <a:pt x="9818" y="14186"/>
                  <a:pt x="9818" y="14727"/>
                </a:cubicBezTo>
                <a:cubicBezTo>
                  <a:pt x="9818" y="15269"/>
                  <a:pt x="9378" y="15709"/>
                  <a:pt x="8836" y="15709"/>
                </a:cubicBezTo>
                <a:moveTo>
                  <a:pt x="8836" y="12764"/>
                </a:moveTo>
                <a:cubicBezTo>
                  <a:pt x="7752" y="12764"/>
                  <a:pt x="6873" y="13643"/>
                  <a:pt x="6873" y="14727"/>
                </a:cubicBezTo>
                <a:cubicBezTo>
                  <a:pt x="6873" y="15812"/>
                  <a:pt x="7752" y="16691"/>
                  <a:pt x="8836" y="16691"/>
                </a:cubicBezTo>
                <a:cubicBezTo>
                  <a:pt x="9921" y="16691"/>
                  <a:pt x="10800" y="15812"/>
                  <a:pt x="10800" y="14727"/>
                </a:cubicBezTo>
                <a:cubicBezTo>
                  <a:pt x="10800" y="13643"/>
                  <a:pt x="9921" y="12764"/>
                  <a:pt x="8836" y="12764"/>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sp>
        <p:nvSpPr>
          <p:cNvPr id="10" name="矩形 9"/>
          <p:cNvSpPr/>
          <p:nvPr/>
        </p:nvSpPr>
        <p:spPr>
          <a:xfrm>
            <a:off x="7814698" y="1718534"/>
            <a:ext cx="4098899" cy="853695"/>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01.INPUT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1" name="矩形 10"/>
          <p:cNvSpPr/>
          <p:nvPr/>
        </p:nvSpPr>
        <p:spPr>
          <a:xfrm>
            <a:off x="7814698" y="3333694"/>
            <a:ext cx="4098899" cy="853695"/>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02.INPUT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2" name="Rectangle 47"/>
          <p:cNvSpPr/>
          <p:nvPr/>
        </p:nvSpPr>
        <p:spPr>
          <a:xfrm>
            <a:off x="6693510" y="4833890"/>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3" name="矩形 12"/>
          <p:cNvSpPr/>
          <p:nvPr/>
        </p:nvSpPr>
        <p:spPr>
          <a:xfrm>
            <a:off x="7814698" y="4833891"/>
            <a:ext cx="4007781" cy="864814"/>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03.INPUT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4" name="Freeform 61"/>
          <p:cNvSpPr>
            <a:spLocks noEditPoints="1"/>
          </p:cNvSpPr>
          <p:nvPr/>
        </p:nvSpPr>
        <p:spPr bwMode="auto">
          <a:xfrm>
            <a:off x="6899962" y="5049481"/>
            <a:ext cx="565812" cy="565812"/>
          </a:xfrm>
          <a:custGeom>
            <a:avLst/>
            <a:gdLst>
              <a:gd name="T0" fmla="*/ 890 w 1018"/>
              <a:gd name="T1" fmla="*/ 61 h 1017"/>
              <a:gd name="T2" fmla="*/ 876 w 1018"/>
              <a:gd name="T3" fmla="*/ 5 h 1017"/>
              <a:gd name="T4" fmla="*/ 147 w 1018"/>
              <a:gd name="T5" fmla="*/ 2 h 1017"/>
              <a:gd name="T6" fmla="*/ 127 w 1018"/>
              <a:gd name="T7" fmla="*/ 31 h 1017"/>
              <a:gd name="T8" fmla="*/ 131 w 1018"/>
              <a:gd name="T9" fmla="*/ 148 h 1017"/>
              <a:gd name="T10" fmla="*/ 24 w 1018"/>
              <a:gd name="T11" fmla="*/ 243 h 1017"/>
              <a:gd name="T12" fmla="*/ 3 w 1018"/>
              <a:gd name="T13" fmla="*/ 383 h 1017"/>
              <a:gd name="T14" fmla="*/ 61 w 1018"/>
              <a:gd name="T15" fmla="*/ 493 h 1017"/>
              <a:gd name="T16" fmla="*/ 170 w 1018"/>
              <a:gd name="T17" fmla="*/ 551 h 1017"/>
              <a:gd name="T18" fmla="*/ 274 w 1018"/>
              <a:gd name="T19" fmla="*/ 546 h 1017"/>
              <a:gd name="T20" fmla="*/ 382 w 1018"/>
              <a:gd name="T21" fmla="*/ 690 h 1017"/>
              <a:gd name="T22" fmla="*/ 410 w 1018"/>
              <a:gd name="T23" fmla="*/ 735 h 1017"/>
              <a:gd name="T24" fmla="*/ 410 w 1018"/>
              <a:gd name="T25" fmla="*/ 791 h 1017"/>
              <a:gd name="T26" fmla="*/ 379 w 1018"/>
              <a:gd name="T27" fmla="*/ 837 h 1017"/>
              <a:gd name="T28" fmla="*/ 318 w 1018"/>
              <a:gd name="T29" fmla="*/ 858 h 1017"/>
              <a:gd name="T30" fmla="*/ 248 w 1018"/>
              <a:gd name="T31" fmla="*/ 880 h 1017"/>
              <a:gd name="T32" fmla="*/ 197 w 1018"/>
              <a:gd name="T33" fmla="*/ 948 h 1017"/>
              <a:gd name="T34" fmla="*/ 196 w 1018"/>
              <a:gd name="T35" fmla="*/ 1003 h 1017"/>
              <a:gd name="T36" fmla="*/ 795 w 1018"/>
              <a:gd name="T37" fmla="*/ 1017 h 1017"/>
              <a:gd name="T38" fmla="*/ 826 w 1018"/>
              <a:gd name="T39" fmla="*/ 992 h 1017"/>
              <a:gd name="T40" fmla="*/ 812 w 1018"/>
              <a:gd name="T41" fmla="*/ 925 h 1017"/>
              <a:gd name="T42" fmla="*/ 750 w 1018"/>
              <a:gd name="T43" fmla="*/ 869 h 1017"/>
              <a:gd name="T44" fmla="*/ 681 w 1018"/>
              <a:gd name="T45" fmla="*/ 856 h 1017"/>
              <a:gd name="T46" fmla="*/ 633 w 1018"/>
              <a:gd name="T47" fmla="*/ 830 h 1017"/>
              <a:gd name="T48" fmla="*/ 605 w 1018"/>
              <a:gd name="T49" fmla="*/ 772 h 1017"/>
              <a:gd name="T50" fmla="*/ 616 w 1018"/>
              <a:gd name="T51" fmla="*/ 718 h 1017"/>
              <a:gd name="T52" fmla="*/ 639 w 1018"/>
              <a:gd name="T53" fmla="*/ 683 h 1017"/>
              <a:gd name="T54" fmla="*/ 774 w 1018"/>
              <a:gd name="T55" fmla="*/ 554 h 1017"/>
              <a:gd name="T56" fmla="*/ 887 w 1018"/>
              <a:gd name="T57" fmla="*/ 540 h 1017"/>
              <a:gd name="T58" fmla="*/ 983 w 1018"/>
              <a:gd name="T59" fmla="*/ 461 h 1017"/>
              <a:gd name="T60" fmla="*/ 1018 w 1018"/>
              <a:gd name="T61" fmla="*/ 342 h 1017"/>
              <a:gd name="T62" fmla="*/ 971 w 1018"/>
              <a:gd name="T63" fmla="*/ 210 h 1017"/>
              <a:gd name="T64" fmla="*/ 154 w 1018"/>
              <a:gd name="T65" fmla="*/ 481 h 1017"/>
              <a:gd name="T66" fmla="*/ 88 w 1018"/>
              <a:gd name="T67" fmla="*/ 426 h 1017"/>
              <a:gd name="T68" fmla="*/ 63 w 1018"/>
              <a:gd name="T69" fmla="*/ 345 h 1017"/>
              <a:gd name="T70" fmla="*/ 92 w 1018"/>
              <a:gd name="T71" fmla="*/ 256 h 1017"/>
              <a:gd name="T72" fmla="*/ 152 w 1018"/>
              <a:gd name="T73" fmla="*/ 252 h 1017"/>
              <a:gd name="T74" fmla="*/ 241 w 1018"/>
              <a:gd name="T75" fmla="*/ 488 h 1017"/>
              <a:gd name="T76" fmla="*/ 176 w 1018"/>
              <a:gd name="T77" fmla="*/ 487 h 1017"/>
              <a:gd name="T78" fmla="*/ 717 w 1018"/>
              <a:gd name="T79" fmla="*/ 925 h 1017"/>
              <a:gd name="T80" fmla="*/ 263 w 1018"/>
              <a:gd name="T81" fmla="*/ 954 h 1017"/>
              <a:gd name="T82" fmla="*/ 301 w 1018"/>
              <a:gd name="T83" fmla="*/ 925 h 1017"/>
              <a:gd name="T84" fmla="*/ 380 w 1018"/>
              <a:gd name="T85" fmla="*/ 910 h 1017"/>
              <a:gd name="T86" fmla="*/ 448 w 1018"/>
              <a:gd name="T87" fmla="*/ 854 h 1017"/>
              <a:gd name="T88" fmla="*/ 476 w 1018"/>
              <a:gd name="T89" fmla="*/ 778 h 1017"/>
              <a:gd name="T90" fmla="*/ 509 w 1018"/>
              <a:gd name="T91" fmla="*/ 795 h 1017"/>
              <a:gd name="T92" fmla="*/ 543 w 1018"/>
              <a:gd name="T93" fmla="*/ 778 h 1017"/>
              <a:gd name="T94" fmla="*/ 578 w 1018"/>
              <a:gd name="T95" fmla="*/ 865 h 1017"/>
              <a:gd name="T96" fmla="*/ 653 w 1018"/>
              <a:gd name="T97" fmla="*/ 915 h 1017"/>
              <a:gd name="T98" fmla="*/ 494 w 1018"/>
              <a:gd name="T99" fmla="*/ 709 h 1017"/>
              <a:gd name="T100" fmla="*/ 329 w 1018"/>
              <a:gd name="T101" fmla="*/ 511 h 1017"/>
              <a:gd name="T102" fmla="*/ 247 w 1018"/>
              <a:gd name="T103" fmla="*/ 342 h 1017"/>
              <a:gd name="T104" fmla="*/ 196 w 1018"/>
              <a:gd name="T105" fmla="*/ 132 h 1017"/>
              <a:gd name="T106" fmla="*/ 817 w 1018"/>
              <a:gd name="T107" fmla="*/ 164 h 1017"/>
              <a:gd name="T108" fmla="*/ 762 w 1018"/>
              <a:gd name="T109" fmla="*/ 369 h 1017"/>
              <a:gd name="T110" fmla="*/ 663 w 1018"/>
              <a:gd name="T111" fmla="*/ 550 h 1017"/>
              <a:gd name="T112" fmla="*/ 509 w 1018"/>
              <a:gd name="T113" fmla="*/ 722 h 1017"/>
              <a:gd name="T114" fmla="*/ 911 w 1018"/>
              <a:gd name="T115" fmla="*/ 448 h 1017"/>
              <a:gd name="T116" fmla="*/ 842 w 1018"/>
              <a:gd name="T117" fmla="*/ 487 h 1017"/>
              <a:gd name="T118" fmla="*/ 777 w 1018"/>
              <a:gd name="T119" fmla="*/ 489 h 1017"/>
              <a:gd name="T120" fmla="*/ 866 w 1018"/>
              <a:gd name="T121" fmla="*/ 252 h 1017"/>
              <a:gd name="T122" fmla="*/ 926 w 1018"/>
              <a:gd name="T123" fmla="*/ 257 h 1017"/>
              <a:gd name="T124" fmla="*/ 955 w 1018"/>
              <a:gd name="T125" fmla="*/ 34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887" y="148"/>
                </a:moveTo>
                <a:lnTo>
                  <a:pt x="887" y="148"/>
                </a:lnTo>
                <a:lnTo>
                  <a:pt x="884" y="147"/>
                </a:lnTo>
                <a:lnTo>
                  <a:pt x="884" y="147"/>
                </a:lnTo>
                <a:lnTo>
                  <a:pt x="887" y="119"/>
                </a:lnTo>
                <a:lnTo>
                  <a:pt x="889" y="90"/>
                </a:lnTo>
                <a:lnTo>
                  <a:pt x="890" y="61"/>
                </a:lnTo>
                <a:lnTo>
                  <a:pt x="890" y="31"/>
                </a:lnTo>
                <a:lnTo>
                  <a:pt x="890" y="31"/>
                </a:lnTo>
                <a:lnTo>
                  <a:pt x="890" y="26"/>
                </a:lnTo>
                <a:lnTo>
                  <a:pt x="888" y="19"/>
                </a:lnTo>
                <a:lnTo>
                  <a:pt x="885" y="14"/>
                </a:lnTo>
                <a:lnTo>
                  <a:pt x="882" y="10"/>
                </a:lnTo>
                <a:lnTo>
                  <a:pt x="876" y="5"/>
                </a:lnTo>
                <a:lnTo>
                  <a:pt x="871" y="2"/>
                </a:lnTo>
                <a:lnTo>
                  <a:pt x="866" y="0"/>
                </a:lnTo>
                <a:lnTo>
                  <a:pt x="859" y="0"/>
                </a:lnTo>
                <a:lnTo>
                  <a:pt x="160" y="0"/>
                </a:lnTo>
                <a:lnTo>
                  <a:pt x="160" y="0"/>
                </a:lnTo>
                <a:lnTo>
                  <a:pt x="153" y="0"/>
                </a:lnTo>
                <a:lnTo>
                  <a:pt x="147" y="2"/>
                </a:lnTo>
                <a:lnTo>
                  <a:pt x="141" y="5"/>
                </a:lnTo>
                <a:lnTo>
                  <a:pt x="137" y="10"/>
                </a:lnTo>
                <a:lnTo>
                  <a:pt x="133" y="14"/>
                </a:lnTo>
                <a:lnTo>
                  <a:pt x="130" y="19"/>
                </a:lnTo>
                <a:lnTo>
                  <a:pt x="129" y="26"/>
                </a:lnTo>
                <a:lnTo>
                  <a:pt x="127" y="31"/>
                </a:lnTo>
                <a:lnTo>
                  <a:pt x="127" y="31"/>
                </a:lnTo>
                <a:lnTo>
                  <a:pt x="127" y="61"/>
                </a:lnTo>
                <a:lnTo>
                  <a:pt x="130" y="90"/>
                </a:lnTo>
                <a:lnTo>
                  <a:pt x="132" y="119"/>
                </a:lnTo>
                <a:lnTo>
                  <a:pt x="134" y="147"/>
                </a:lnTo>
                <a:lnTo>
                  <a:pt x="134" y="147"/>
                </a:lnTo>
                <a:lnTo>
                  <a:pt x="131" y="148"/>
                </a:lnTo>
                <a:lnTo>
                  <a:pt x="131" y="148"/>
                </a:lnTo>
                <a:lnTo>
                  <a:pt x="110" y="157"/>
                </a:lnTo>
                <a:lnTo>
                  <a:pt x="93" y="168"/>
                </a:lnTo>
                <a:lnTo>
                  <a:pt x="76" y="180"/>
                </a:lnTo>
                <a:lnTo>
                  <a:pt x="61" y="194"/>
                </a:lnTo>
                <a:lnTo>
                  <a:pt x="47" y="210"/>
                </a:lnTo>
                <a:lnTo>
                  <a:pt x="35" y="226"/>
                </a:lnTo>
                <a:lnTo>
                  <a:pt x="24" y="243"/>
                </a:lnTo>
                <a:lnTo>
                  <a:pt x="16" y="263"/>
                </a:lnTo>
                <a:lnTo>
                  <a:pt x="8" y="281"/>
                </a:lnTo>
                <a:lnTo>
                  <a:pt x="4" y="301"/>
                </a:lnTo>
                <a:lnTo>
                  <a:pt x="1" y="322"/>
                </a:lnTo>
                <a:lnTo>
                  <a:pt x="0" y="342"/>
                </a:lnTo>
                <a:lnTo>
                  <a:pt x="0" y="363"/>
                </a:lnTo>
                <a:lnTo>
                  <a:pt x="3" y="383"/>
                </a:lnTo>
                <a:lnTo>
                  <a:pt x="8" y="404"/>
                </a:lnTo>
                <a:lnTo>
                  <a:pt x="15" y="425"/>
                </a:lnTo>
                <a:lnTo>
                  <a:pt x="15" y="425"/>
                </a:lnTo>
                <a:lnTo>
                  <a:pt x="24" y="443"/>
                </a:lnTo>
                <a:lnTo>
                  <a:pt x="35" y="461"/>
                </a:lnTo>
                <a:lnTo>
                  <a:pt x="47" y="478"/>
                </a:lnTo>
                <a:lnTo>
                  <a:pt x="61" y="493"/>
                </a:lnTo>
                <a:lnTo>
                  <a:pt x="76" y="507"/>
                </a:lnTo>
                <a:lnTo>
                  <a:pt x="93" y="519"/>
                </a:lnTo>
                <a:lnTo>
                  <a:pt x="110" y="530"/>
                </a:lnTo>
                <a:lnTo>
                  <a:pt x="130" y="540"/>
                </a:lnTo>
                <a:lnTo>
                  <a:pt x="130" y="540"/>
                </a:lnTo>
                <a:lnTo>
                  <a:pt x="150" y="546"/>
                </a:lnTo>
                <a:lnTo>
                  <a:pt x="170" y="551"/>
                </a:lnTo>
                <a:lnTo>
                  <a:pt x="191" y="555"/>
                </a:lnTo>
                <a:lnTo>
                  <a:pt x="211" y="556"/>
                </a:lnTo>
                <a:lnTo>
                  <a:pt x="211" y="556"/>
                </a:lnTo>
                <a:lnTo>
                  <a:pt x="227" y="555"/>
                </a:lnTo>
                <a:lnTo>
                  <a:pt x="243" y="554"/>
                </a:lnTo>
                <a:lnTo>
                  <a:pt x="259" y="550"/>
                </a:lnTo>
                <a:lnTo>
                  <a:pt x="274" y="546"/>
                </a:lnTo>
                <a:lnTo>
                  <a:pt x="274" y="546"/>
                </a:lnTo>
                <a:lnTo>
                  <a:pt x="301" y="586"/>
                </a:lnTo>
                <a:lnTo>
                  <a:pt x="327" y="621"/>
                </a:lnTo>
                <a:lnTo>
                  <a:pt x="353" y="654"/>
                </a:lnTo>
                <a:lnTo>
                  <a:pt x="379" y="683"/>
                </a:lnTo>
                <a:lnTo>
                  <a:pt x="379" y="683"/>
                </a:lnTo>
                <a:lnTo>
                  <a:pt x="382" y="690"/>
                </a:lnTo>
                <a:lnTo>
                  <a:pt x="386" y="695"/>
                </a:lnTo>
                <a:lnTo>
                  <a:pt x="386" y="695"/>
                </a:lnTo>
                <a:lnTo>
                  <a:pt x="393" y="703"/>
                </a:lnTo>
                <a:lnTo>
                  <a:pt x="398" y="710"/>
                </a:lnTo>
                <a:lnTo>
                  <a:pt x="402" y="718"/>
                </a:lnTo>
                <a:lnTo>
                  <a:pt x="406" y="726"/>
                </a:lnTo>
                <a:lnTo>
                  <a:pt x="410" y="735"/>
                </a:lnTo>
                <a:lnTo>
                  <a:pt x="412" y="744"/>
                </a:lnTo>
                <a:lnTo>
                  <a:pt x="413" y="753"/>
                </a:lnTo>
                <a:lnTo>
                  <a:pt x="414" y="763"/>
                </a:lnTo>
                <a:lnTo>
                  <a:pt x="414" y="763"/>
                </a:lnTo>
                <a:lnTo>
                  <a:pt x="413" y="772"/>
                </a:lnTo>
                <a:lnTo>
                  <a:pt x="412" y="782"/>
                </a:lnTo>
                <a:lnTo>
                  <a:pt x="410" y="791"/>
                </a:lnTo>
                <a:lnTo>
                  <a:pt x="406" y="799"/>
                </a:lnTo>
                <a:lnTo>
                  <a:pt x="402" y="808"/>
                </a:lnTo>
                <a:lnTo>
                  <a:pt x="398" y="816"/>
                </a:lnTo>
                <a:lnTo>
                  <a:pt x="393" y="824"/>
                </a:lnTo>
                <a:lnTo>
                  <a:pt x="386" y="830"/>
                </a:lnTo>
                <a:lnTo>
                  <a:pt x="386" y="830"/>
                </a:lnTo>
                <a:lnTo>
                  <a:pt x="379" y="837"/>
                </a:lnTo>
                <a:lnTo>
                  <a:pt x="371" y="842"/>
                </a:lnTo>
                <a:lnTo>
                  <a:pt x="364" y="847"/>
                </a:lnTo>
                <a:lnTo>
                  <a:pt x="355" y="851"/>
                </a:lnTo>
                <a:lnTo>
                  <a:pt x="346" y="854"/>
                </a:lnTo>
                <a:lnTo>
                  <a:pt x="337" y="856"/>
                </a:lnTo>
                <a:lnTo>
                  <a:pt x="328" y="858"/>
                </a:lnTo>
                <a:lnTo>
                  <a:pt x="318" y="858"/>
                </a:lnTo>
                <a:lnTo>
                  <a:pt x="318" y="858"/>
                </a:lnTo>
                <a:lnTo>
                  <a:pt x="306" y="859"/>
                </a:lnTo>
                <a:lnTo>
                  <a:pt x="293" y="861"/>
                </a:lnTo>
                <a:lnTo>
                  <a:pt x="281" y="865"/>
                </a:lnTo>
                <a:lnTo>
                  <a:pt x="269" y="869"/>
                </a:lnTo>
                <a:lnTo>
                  <a:pt x="257" y="874"/>
                </a:lnTo>
                <a:lnTo>
                  <a:pt x="248" y="880"/>
                </a:lnTo>
                <a:lnTo>
                  <a:pt x="237" y="887"/>
                </a:lnTo>
                <a:lnTo>
                  <a:pt x="228" y="896"/>
                </a:lnTo>
                <a:lnTo>
                  <a:pt x="220" y="904"/>
                </a:lnTo>
                <a:lnTo>
                  <a:pt x="212" y="915"/>
                </a:lnTo>
                <a:lnTo>
                  <a:pt x="207" y="925"/>
                </a:lnTo>
                <a:lnTo>
                  <a:pt x="202" y="937"/>
                </a:lnTo>
                <a:lnTo>
                  <a:pt x="197" y="948"/>
                </a:lnTo>
                <a:lnTo>
                  <a:pt x="194" y="960"/>
                </a:lnTo>
                <a:lnTo>
                  <a:pt x="192" y="973"/>
                </a:lnTo>
                <a:lnTo>
                  <a:pt x="191" y="986"/>
                </a:lnTo>
                <a:lnTo>
                  <a:pt x="191" y="986"/>
                </a:lnTo>
                <a:lnTo>
                  <a:pt x="192" y="992"/>
                </a:lnTo>
                <a:lnTo>
                  <a:pt x="194" y="998"/>
                </a:lnTo>
                <a:lnTo>
                  <a:pt x="196" y="1003"/>
                </a:lnTo>
                <a:lnTo>
                  <a:pt x="200" y="1008"/>
                </a:lnTo>
                <a:lnTo>
                  <a:pt x="205" y="1012"/>
                </a:lnTo>
                <a:lnTo>
                  <a:pt x="210" y="1015"/>
                </a:lnTo>
                <a:lnTo>
                  <a:pt x="217" y="1017"/>
                </a:lnTo>
                <a:lnTo>
                  <a:pt x="223" y="1017"/>
                </a:lnTo>
                <a:lnTo>
                  <a:pt x="795" y="1017"/>
                </a:lnTo>
                <a:lnTo>
                  <a:pt x="795" y="1017"/>
                </a:lnTo>
                <a:lnTo>
                  <a:pt x="801" y="1017"/>
                </a:lnTo>
                <a:lnTo>
                  <a:pt x="808" y="1015"/>
                </a:lnTo>
                <a:lnTo>
                  <a:pt x="813" y="1012"/>
                </a:lnTo>
                <a:lnTo>
                  <a:pt x="817" y="1008"/>
                </a:lnTo>
                <a:lnTo>
                  <a:pt x="822" y="1003"/>
                </a:lnTo>
                <a:lnTo>
                  <a:pt x="825" y="998"/>
                </a:lnTo>
                <a:lnTo>
                  <a:pt x="826" y="992"/>
                </a:lnTo>
                <a:lnTo>
                  <a:pt x="827" y="986"/>
                </a:lnTo>
                <a:lnTo>
                  <a:pt x="827" y="986"/>
                </a:lnTo>
                <a:lnTo>
                  <a:pt x="826" y="973"/>
                </a:lnTo>
                <a:lnTo>
                  <a:pt x="825" y="960"/>
                </a:lnTo>
                <a:lnTo>
                  <a:pt x="822" y="948"/>
                </a:lnTo>
                <a:lnTo>
                  <a:pt x="817" y="937"/>
                </a:lnTo>
                <a:lnTo>
                  <a:pt x="812" y="925"/>
                </a:lnTo>
                <a:lnTo>
                  <a:pt x="806" y="915"/>
                </a:lnTo>
                <a:lnTo>
                  <a:pt x="798" y="904"/>
                </a:lnTo>
                <a:lnTo>
                  <a:pt x="790" y="896"/>
                </a:lnTo>
                <a:lnTo>
                  <a:pt x="781" y="887"/>
                </a:lnTo>
                <a:lnTo>
                  <a:pt x="771" y="880"/>
                </a:lnTo>
                <a:lnTo>
                  <a:pt x="761" y="874"/>
                </a:lnTo>
                <a:lnTo>
                  <a:pt x="750" y="869"/>
                </a:lnTo>
                <a:lnTo>
                  <a:pt x="738" y="865"/>
                </a:lnTo>
                <a:lnTo>
                  <a:pt x="725" y="861"/>
                </a:lnTo>
                <a:lnTo>
                  <a:pt x="713" y="859"/>
                </a:lnTo>
                <a:lnTo>
                  <a:pt x="699" y="858"/>
                </a:lnTo>
                <a:lnTo>
                  <a:pt x="699" y="858"/>
                </a:lnTo>
                <a:lnTo>
                  <a:pt x="691" y="858"/>
                </a:lnTo>
                <a:lnTo>
                  <a:pt x="681" y="856"/>
                </a:lnTo>
                <a:lnTo>
                  <a:pt x="673" y="854"/>
                </a:lnTo>
                <a:lnTo>
                  <a:pt x="663" y="851"/>
                </a:lnTo>
                <a:lnTo>
                  <a:pt x="655" y="847"/>
                </a:lnTo>
                <a:lnTo>
                  <a:pt x="647" y="842"/>
                </a:lnTo>
                <a:lnTo>
                  <a:pt x="639" y="837"/>
                </a:lnTo>
                <a:lnTo>
                  <a:pt x="633" y="830"/>
                </a:lnTo>
                <a:lnTo>
                  <a:pt x="633" y="830"/>
                </a:lnTo>
                <a:lnTo>
                  <a:pt x="626" y="824"/>
                </a:lnTo>
                <a:lnTo>
                  <a:pt x="620" y="816"/>
                </a:lnTo>
                <a:lnTo>
                  <a:pt x="616" y="808"/>
                </a:lnTo>
                <a:lnTo>
                  <a:pt x="611" y="799"/>
                </a:lnTo>
                <a:lnTo>
                  <a:pt x="608" y="791"/>
                </a:lnTo>
                <a:lnTo>
                  <a:pt x="606" y="782"/>
                </a:lnTo>
                <a:lnTo>
                  <a:pt x="605" y="772"/>
                </a:lnTo>
                <a:lnTo>
                  <a:pt x="605" y="763"/>
                </a:lnTo>
                <a:lnTo>
                  <a:pt x="605" y="763"/>
                </a:lnTo>
                <a:lnTo>
                  <a:pt x="605" y="753"/>
                </a:lnTo>
                <a:lnTo>
                  <a:pt x="606" y="744"/>
                </a:lnTo>
                <a:lnTo>
                  <a:pt x="608" y="735"/>
                </a:lnTo>
                <a:lnTo>
                  <a:pt x="611" y="726"/>
                </a:lnTo>
                <a:lnTo>
                  <a:pt x="616" y="718"/>
                </a:lnTo>
                <a:lnTo>
                  <a:pt x="620" y="710"/>
                </a:lnTo>
                <a:lnTo>
                  <a:pt x="626" y="703"/>
                </a:lnTo>
                <a:lnTo>
                  <a:pt x="633" y="695"/>
                </a:lnTo>
                <a:lnTo>
                  <a:pt x="633" y="695"/>
                </a:lnTo>
                <a:lnTo>
                  <a:pt x="637" y="690"/>
                </a:lnTo>
                <a:lnTo>
                  <a:pt x="639" y="683"/>
                </a:lnTo>
                <a:lnTo>
                  <a:pt x="639" y="683"/>
                </a:lnTo>
                <a:lnTo>
                  <a:pt x="665" y="654"/>
                </a:lnTo>
                <a:lnTo>
                  <a:pt x="691" y="622"/>
                </a:lnTo>
                <a:lnTo>
                  <a:pt x="718" y="586"/>
                </a:lnTo>
                <a:lnTo>
                  <a:pt x="743" y="546"/>
                </a:lnTo>
                <a:lnTo>
                  <a:pt x="743" y="546"/>
                </a:lnTo>
                <a:lnTo>
                  <a:pt x="758" y="550"/>
                </a:lnTo>
                <a:lnTo>
                  <a:pt x="774" y="554"/>
                </a:lnTo>
                <a:lnTo>
                  <a:pt x="791" y="555"/>
                </a:lnTo>
                <a:lnTo>
                  <a:pt x="806" y="556"/>
                </a:lnTo>
                <a:lnTo>
                  <a:pt x="806" y="556"/>
                </a:lnTo>
                <a:lnTo>
                  <a:pt x="827" y="555"/>
                </a:lnTo>
                <a:lnTo>
                  <a:pt x="847" y="551"/>
                </a:lnTo>
                <a:lnTo>
                  <a:pt x="868" y="546"/>
                </a:lnTo>
                <a:lnTo>
                  <a:pt x="887" y="540"/>
                </a:lnTo>
                <a:lnTo>
                  <a:pt x="887" y="540"/>
                </a:lnTo>
                <a:lnTo>
                  <a:pt x="906" y="530"/>
                </a:lnTo>
                <a:lnTo>
                  <a:pt x="925" y="519"/>
                </a:lnTo>
                <a:lnTo>
                  <a:pt x="941" y="507"/>
                </a:lnTo>
                <a:lnTo>
                  <a:pt x="956" y="493"/>
                </a:lnTo>
                <a:lnTo>
                  <a:pt x="970" y="478"/>
                </a:lnTo>
                <a:lnTo>
                  <a:pt x="983" y="461"/>
                </a:lnTo>
                <a:lnTo>
                  <a:pt x="993" y="443"/>
                </a:lnTo>
                <a:lnTo>
                  <a:pt x="1002" y="425"/>
                </a:lnTo>
                <a:lnTo>
                  <a:pt x="1002" y="425"/>
                </a:lnTo>
                <a:lnTo>
                  <a:pt x="1009" y="404"/>
                </a:lnTo>
                <a:lnTo>
                  <a:pt x="1014" y="383"/>
                </a:lnTo>
                <a:lnTo>
                  <a:pt x="1017" y="363"/>
                </a:lnTo>
                <a:lnTo>
                  <a:pt x="1018" y="342"/>
                </a:lnTo>
                <a:lnTo>
                  <a:pt x="1017" y="322"/>
                </a:lnTo>
                <a:lnTo>
                  <a:pt x="1014" y="301"/>
                </a:lnTo>
                <a:lnTo>
                  <a:pt x="1008" y="281"/>
                </a:lnTo>
                <a:lnTo>
                  <a:pt x="1002" y="263"/>
                </a:lnTo>
                <a:lnTo>
                  <a:pt x="993" y="243"/>
                </a:lnTo>
                <a:lnTo>
                  <a:pt x="983" y="226"/>
                </a:lnTo>
                <a:lnTo>
                  <a:pt x="971" y="210"/>
                </a:lnTo>
                <a:lnTo>
                  <a:pt x="957" y="194"/>
                </a:lnTo>
                <a:lnTo>
                  <a:pt x="942" y="180"/>
                </a:lnTo>
                <a:lnTo>
                  <a:pt x="925" y="168"/>
                </a:lnTo>
                <a:lnTo>
                  <a:pt x="906" y="157"/>
                </a:lnTo>
                <a:lnTo>
                  <a:pt x="887" y="148"/>
                </a:lnTo>
                <a:lnTo>
                  <a:pt x="887" y="148"/>
                </a:lnTo>
                <a:close/>
                <a:moveTo>
                  <a:pt x="154" y="481"/>
                </a:moveTo>
                <a:lnTo>
                  <a:pt x="154" y="481"/>
                </a:lnTo>
                <a:lnTo>
                  <a:pt x="140" y="474"/>
                </a:lnTo>
                <a:lnTo>
                  <a:pt x="129" y="467"/>
                </a:lnTo>
                <a:lnTo>
                  <a:pt x="117" y="458"/>
                </a:lnTo>
                <a:lnTo>
                  <a:pt x="106" y="448"/>
                </a:lnTo>
                <a:lnTo>
                  <a:pt x="96" y="438"/>
                </a:lnTo>
                <a:lnTo>
                  <a:pt x="88" y="426"/>
                </a:lnTo>
                <a:lnTo>
                  <a:pt x="80" y="413"/>
                </a:lnTo>
                <a:lnTo>
                  <a:pt x="74" y="400"/>
                </a:lnTo>
                <a:lnTo>
                  <a:pt x="74" y="400"/>
                </a:lnTo>
                <a:lnTo>
                  <a:pt x="70" y="386"/>
                </a:lnTo>
                <a:lnTo>
                  <a:pt x="66" y="373"/>
                </a:lnTo>
                <a:lnTo>
                  <a:pt x="64" y="359"/>
                </a:lnTo>
                <a:lnTo>
                  <a:pt x="63" y="345"/>
                </a:lnTo>
                <a:lnTo>
                  <a:pt x="63" y="331"/>
                </a:lnTo>
                <a:lnTo>
                  <a:pt x="65" y="319"/>
                </a:lnTo>
                <a:lnTo>
                  <a:pt x="68" y="305"/>
                </a:lnTo>
                <a:lnTo>
                  <a:pt x="73" y="292"/>
                </a:lnTo>
                <a:lnTo>
                  <a:pt x="78" y="280"/>
                </a:lnTo>
                <a:lnTo>
                  <a:pt x="85" y="268"/>
                </a:lnTo>
                <a:lnTo>
                  <a:pt x="92" y="256"/>
                </a:lnTo>
                <a:lnTo>
                  <a:pt x="101" y="247"/>
                </a:lnTo>
                <a:lnTo>
                  <a:pt x="110" y="236"/>
                </a:lnTo>
                <a:lnTo>
                  <a:pt x="120" y="227"/>
                </a:lnTo>
                <a:lnTo>
                  <a:pt x="132" y="219"/>
                </a:lnTo>
                <a:lnTo>
                  <a:pt x="144" y="212"/>
                </a:lnTo>
                <a:lnTo>
                  <a:pt x="144" y="212"/>
                </a:lnTo>
                <a:lnTo>
                  <a:pt x="152" y="252"/>
                </a:lnTo>
                <a:lnTo>
                  <a:pt x="162" y="290"/>
                </a:lnTo>
                <a:lnTo>
                  <a:pt x="173" y="326"/>
                </a:lnTo>
                <a:lnTo>
                  <a:pt x="184" y="361"/>
                </a:lnTo>
                <a:lnTo>
                  <a:pt x="197" y="395"/>
                </a:lnTo>
                <a:lnTo>
                  <a:pt x="211" y="428"/>
                </a:lnTo>
                <a:lnTo>
                  <a:pt x="226" y="459"/>
                </a:lnTo>
                <a:lnTo>
                  <a:pt x="241" y="488"/>
                </a:lnTo>
                <a:lnTo>
                  <a:pt x="241" y="488"/>
                </a:lnTo>
                <a:lnTo>
                  <a:pt x="230" y="490"/>
                </a:lnTo>
                <a:lnTo>
                  <a:pt x="220" y="491"/>
                </a:lnTo>
                <a:lnTo>
                  <a:pt x="209" y="491"/>
                </a:lnTo>
                <a:lnTo>
                  <a:pt x="197" y="491"/>
                </a:lnTo>
                <a:lnTo>
                  <a:pt x="187" y="490"/>
                </a:lnTo>
                <a:lnTo>
                  <a:pt x="176" y="487"/>
                </a:lnTo>
                <a:lnTo>
                  <a:pt x="165" y="485"/>
                </a:lnTo>
                <a:lnTo>
                  <a:pt x="154" y="481"/>
                </a:lnTo>
                <a:lnTo>
                  <a:pt x="154" y="481"/>
                </a:lnTo>
                <a:close/>
                <a:moveTo>
                  <a:pt x="699" y="922"/>
                </a:moveTo>
                <a:lnTo>
                  <a:pt x="699" y="922"/>
                </a:lnTo>
                <a:lnTo>
                  <a:pt x="709" y="923"/>
                </a:lnTo>
                <a:lnTo>
                  <a:pt x="717" y="925"/>
                </a:lnTo>
                <a:lnTo>
                  <a:pt x="725" y="927"/>
                </a:lnTo>
                <a:lnTo>
                  <a:pt x="733" y="931"/>
                </a:lnTo>
                <a:lnTo>
                  <a:pt x="739" y="935"/>
                </a:lnTo>
                <a:lnTo>
                  <a:pt x="746" y="941"/>
                </a:lnTo>
                <a:lnTo>
                  <a:pt x="751" y="947"/>
                </a:lnTo>
                <a:lnTo>
                  <a:pt x="755" y="954"/>
                </a:lnTo>
                <a:lnTo>
                  <a:pt x="263" y="954"/>
                </a:lnTo>
                <a:lnTo>
                  <a:pt x="263" y="954"/>
                </a:lnTo>
                <a:lnTo>
                  <a:pt x="268" y="947"/>
                </a:lnTo>
                <a:lnTo>
                  <a:pt x="273" y="941"/>
                </a:lnTo>
                <a:lnTo>
                  <a:pt x="279" y="935"/>
                </a:lnTo>
                <a:lnTo>
                  <a:pt x="286" y="931"/>
                </a:lnTo>
                <a:lnTo>
                  <a:pt x="294" y="927"/>
                </a:lnTo>
                <a:lnTo>
                  <a:pt x="301" y="925"/>
                </a:lnTo>
                <a:lnTo>
                  <a:pt x="310" y="923"/>
                </a:lnTo>
                <a:lnTo>
                  <a:pt x="318" y="922"/>
                </a:lnTo>
                <a:lnTo>
                  <a:pt x="318" y="922"/>
                </a:lnTo>
                <a:lnTo>
                  <a:pt x="333" y="922"/>
                </a:lnTo>
                <a:lnTo>
                  <a:pt x="350" y="919"/>
                </a:lnTo>
                <a:lnTo>
                  <a:pt x="365" y="915"/>
                </a:lnTo>
                <a:lnTo>
                  <a:pt x="380" y="910"/>
                </a:lnTo>
                <a:lnTo>
                  <a:pt x="394" y="903"/>
                </a:lnTo>
                <a:lnTo>
                  <a:pt x="406" y="896"/>
                </a:lnTo>
                <a:lnTo>
                  <a:pt x="419" y="886"/>
                </a:lnTo>
                <a:lnTo>
                  <a:pt x="431" y="875"/>
                </a:lnTo>
                <a:lnTo>
                  <a:pt x="431" y="875"/>
                </a:lnTo>
                <a:lnTo>
                  <a:pt x="440" y="865"/>
                </a:lnTo>
                <a:lnTo>
                  <a:pt x="448" y="854"/>
                </a:lnTo>
                <a:lnTo>
                  <a:pt x="456" y="842"/>
                </a:lnTo>
                <a:lnTo>
                  <a:pt x="462" y="830"/>
                </a:lnTo>
                <a:lnTo>
                  <a:pt x="468" y="817"/>
                </a:lnTo>
                <a:lnTo>
                  <a:pt x="471" y="805"/>
                </a:lnTo>
                <a:lnTo>
                  <a:pt x="474" y="792"/>
                </a:lnTo>
                <a:lnTo>
                  <a:pt x="476" y="778"/>
                </a:lnTo>
                <a:lnTo>
                  <a:pt x="476" y="778"/>
                </a:lnTo>
                <a:lnTo>
                  <a:pt x="490" y="788"/>
                </a:lnTo>
                <a:lnTo>
                  <a:pt x="490" y="788"/>
                </a:lnTo>
                <a:lnTo>
                  <a:pt x="494" y="792"/>
                </a:lnTo>
                <a:lnTo>
                  <a:pt x="500" y="793"/>
                </a:lnTo>
                <a:lnTo>
                  <a:pt x="504" y="795"/>
                </a:lnTo>
                <a:lnTo>
                  <a:pt x="509" y="795"/>
                </a:lnTo>
                <a:lnTo>
                  <a:pt x="509" y="795"/>
                </a:lnTo>
                <a:lnTo>
                  <a:pt x="514" y="795"/>
                </a:lnTo>
                <a:lnTo>
                  <a:pt x="519" y="793"/>
                </a:lnTo>
                <a:lnTo>
                  <a:pt x="523" y="792"/>
                </a:lnTo>
                <a:lnTo>
                  <a:pt x="528" y="788"/>
                </a:lnTo>
                <a:lnTo>
                  <a:pt x="528" y="788"/>
                </a:lnTo>
                <a:lnTo>
                  <a:pt x="543" y="778"/>
                </a:lnTo>
                <a:lnTo>
                  <a:pt x="543" y="778"/>
                </a:lnTo>
                <a:lnTo>
                  <a:pt x="544" y="792"/>
                </a:lnTo>
                <a:lnTo>
                  <a:pt x="547" y="805"/>
                </a:lnTo>
                <a:lnTo>
                  <a:pt x="551" y="817"/>
                </a:lnTo>
                <a:lnTo>
                  <a:pt x="557" y="830"/>
                </a:lnTo>
                <a:lnTo>
                  <a:pt x="562" y="842"/>
                </a:lnTo>
                <a:lnTo>
                  <a:pt x="570" y="854"/>
                </a:lnTo>
                <a:lnTo>
                  <a:pt x="578" y="865"/>
                </a:lnTo>
                <a:lnTo>
                  <a:pt x="588" y="875"/>
                </a:lnTo>
                <a:lnTo>
                  <a:pt x="588" y="875"/>
                </a:lnTo>
                <a:lnTo>
                  <a:pt x="600" y="886"/>
                </a:lnTo>
                <a:lnTo>
                  <a:pt x="611" y="896"/>
                </a:lnTo>
                <a:lnTo>
                  <a:pt x="625" y="903"/>
                </a:lnTo>
                <a:lnTo>
                  <a:pt x="639" y="910"/>
                </a:lnTo>
                <a:lnTo>
                  <a:pt x="653" y="915"/>
                </a:lnTo>
                <a:lnTo>
                  <a:pt x="668" y="919"/>
                </a:lnTo>
                <a:lnTo>
                  <a:pt x="684" y="922"/>
                </a:lnTo>
                <a:lnTo>
                  <a:pt x="699" y="922"/>
                </a:lnTo>
                <a:lnTo>
                  <a:pt x="699" y="922"/>
                </a:lnTo>
                <a:close/>
                <a:moveTo>
                  <a:pt x="509" y="722"/>
                </a:moveTo>
                <a:lnTo>
                  <a:pt x="509" y="722"/>
                </a:lnTo>
                <a:lnTo>
                  <a:pt x="494" y="709"/>
                </a:lnTo>
                <a:lnTo>
                  <a:pt x="476" y="692"/>
                </a:lnTo>
                <a:lnTo>
                  <a:pt x="456" y="672"/>
                </a:lnTo>
                <a:lnTo>
                  <a:pt x="432" y="647"/>
                </a:lnTo>
                <a:lnTo>
                  <a:pt x="408" y="618"/>
                </a:lnTo>
                <a:lnTo>
                  <a:pt x="382" y="586"/>
                </a:lnTo>
                <a:lnTo>
                  <a:pt x="355" y="550"/>
                </a:lnTo>
                <a:lnTo>
                  <a:pt x="329" y="511"/>
                </a:lnTo>
                <a:lnTo>
                  <a:pt x="316" y="489"/>
                </a:lnTo>
                <a:lnTo>
                  <a:pt x="303" y="467"/>
                </a:lnTo>
                <a:lnTo>
                  <a:pt x="292" y="444"/>
                </a:lnTo>
                <a:lnTo>
                  <a:pt x="280" y="420"/>
                </a:lnTo>
                <a:lnTo>
                  <a:pt x="268" y="395"/>
                </a:lnTo>
                <a:lnTo>
                  <a:pt x="257" y="369"/>
                </a:lnTo>
                <a:lnTo>
                  <a:pt x="247" y="342"/>
                </a:lnTo>
                <a:lnTo>
                  <a:pt x="237" y="315"/>
                </a:lnTo>
                <a:lnTo>
                  <a:pt x="228" y="286"/>
                </a:lnTo>
                <a:lnTo>
                  <a:pt x="220" y="257"/>
                </a:lnTo>
                <a:lnTo>
                  <a:pt x="212" y="227"/>
                </a:lnTo>
                <a:lnTo>
                  <a:pt x="206" y="196"/>
                </a:lnTo>
                <a:lnTo>
                  <a:pt x="200" y="164"/>
                </a:lnTo>
                <a:lnTo>
                  <a:pt x="196" y="132"/>
                </a:lnTo>
                <a:lnTo>
                  <a:pt x="193" y="98"/>
                </a:lnTo>
                <a:lnTo>
                  <a:pt x="192" y="63"/>
                </a:lnTo>
                <a:lnTo>
                  <a:pt x="827" y="63"/>
                </a:lnTo>
                <a:lnTo>
                  <a:pt x="827" y="63"/>
                </a:lnTo>
                <a:lnTo>
                  <a:pt x="825" y="98"/>
                </a:lnTo>
                <a:lnTo>
                  <a:pt x="822" y="132"/>
                </a:lnTo>
                <a:lnTo>
                  <a:pt x="817" y="164"/>
                </a:lnTo>
                <a:lnTo>
                  <a:pt x="812" y="196"/>
                </a:lnTo>
                <a:lnTo>
                  <a:pt x="806" y="227"/>
                </a:lnTo>
                <a:lnTo>
                  <a:pt x="798" y="257"/>
                </a:lnTo>
                <a:lnTo>
                  <a:pt x="791" y="286"/>
                </a:lnTo>
                <a:lnTo>
                  <a:pt x="781" y="315"/>
                </a:lnTo>
                <a:lnTo>
                  <a:pt x="771" y="342"/>
                </a:lnTo>
                <a:lnTo>
                  <a:pt x="762" y="369"/>
                </a:lnTo>
                <a:lnTo>
                  <a:pt x="750" y="395"/>
                </a:lnTo>
                <a:lnTo>
                  <a:pt x="739" y="420"/>
                </a:lnTo>
                <a:lnTo>
                  <a:pt x="726" y="444"/>
                </a:lnTo>
                <a:lnTo>
                  <a:pt x="714" y="467"/>
                </a:lnTo>
                <a:lnTo>
                  <a:pt x="702" y="489"/>
                </a:lnTo>
                <a:lnTo>
                  <a:pt x="689" y="511"/>
                </a:lnTo>
                <a:lnTo>
                  <a:pt x="663" y="550"/>
                </a:lnTo>
                <a:lnTo>
                  <a:pt x="636" y="586"/>
                </a:lnTo>
                <a:lnTo>
                  <a:pt x="610" y="618"/>
                </a:lnTo>
                <a:lnTo>
                  <a:pt x="586" y="647"/>
                </a:lnTo>
                <a:lnTo>
                  <a:pt x="563" y="672"/>
                </a:lnTo>
                <a:lnTo>
                  <a:pt x="542" y="692"/>
                </a:lnTo>
                <a:lnTo>
                  <a:pt x="523" y="709"/>
                </a:lnTo>
                <a:lnTo>
                  <a:pt x="509" y="722"/>
                </a:lnTo>
                <a:lnTo>
                  <a:pt x="509" y="722"/>
                </a:lnTo>
                <a:close/>
                <a:moveTo>
                  <a:pt x="943" y="400"/>
                </a:moveTo>
                <a:lnTo>
                  <a:pt x="943" y="400"/>
                </a:lnTo>
                <a:lnTo>
                  <a:pt x="936" y="413"/>
                </a:lnTo>
                <a:lnTo>
                  <a:pt x="929" y="426"/>
                </a:lnTo>
                <a:lnTo>
                  <a:pt x="920" y="438"/>
                </a:lnTo>
                <a:lnTo>
                  <a:pt x="911" y="448"/>
                </a:lnTo>
                <a:lnTo>
                  <a:pt x="900" y="458"/>
                </a:lnTo>
                <a:lnTo>
                  <a:pt x="889" y="467"/>
                </a:lnTo>
                <a:lnTo>
                  <a:pt x="876" y="474"/>
                </a:lnTo>
                <a:lnTo>
                  <a:pt x="864" y="481"/>
                </a:lnTo>
                <a:lnTo>
                  <a:pt x="864" y="481"/>
                </a:lnTo>
                <a:lnTo>
                  <a:pt x="853" y="485"/>
                </a:lnTo>
                <a:lnTo>
                  <a:pt x="842" y="487"/>
                </a:lnTo>
                <a:lnTo>
                  <a:pt x="831" y="490"/>
                </a:lnTo>
                <a:lnTo>
                  <a:pt x="821" y="491"/>
                </a:lnTo>
                <a:lnTo>
                  <a:pt x="809" y="491"/>
                </a:lnTo>
                <a:lnTo>
                  <a:pt x="798" y="491"/>
                </a:lnTo>
                <a:lnTo>
                  <a:pt x="787" y="490"/>
                </a:lnTo>
                <a:lnTo>
                  <a:pt x="777" y="489"/>
                </a:lnTo>
                <a:lnTo>
                  <a:pt x="777" y="489"/>
                </a:lnTo>
                <a:lnTo>
                  <a:pt x="792" y="459"/>
                </a:lnTo>
                <a:lnTo>
                  <a:pt x="807" y="428"/>
                </a:lnTo>
                <a:lnTo>
                  <a:pt x="821" y="396"/>
                </a:lnTo>
                <a:lnTo>
                  <a:pt x="833" y="361"/>
                </a:lnTo>
                <a:lnTo>
                  <a:pt x="845" y="326"/>
                </a:lnTo>
                <a:lnTo>
                  <a:pt x="856" y="290"/>
                </a:lnTo>
                <a:lnTo>
                  <a:pt x="866" y="252"/>
                </a:lnTo>
                <a:lnTo>
                  <a:pt x="874" y="212"/>
                </a:lnTo>
                <a:lnTo>
                  <a:pt x="874" y="212"/>
                </a:lnTo>
                <a:lnTo>
                  <a:pt x="886" y="220"/>
                </a:lnTo>
                <a:lnTo>
                  <a:pt x="898" y="227"/>
                </a:lnTo>
                <a:lnTo>
                  <a:pt x="908" y="237"/>
                </a:lnTo>
                <a:lnTo>
                  <a:pt x="917" y="247"/>
                </a:lnTo>
                <a:lnTo>
                  <a:pt x="926" y="257"/>
                </a:lnTo>
                <a:lnTo>
                  <a:pt x="933" y="268"/>
                </a:lnTo>
                <a:lnTo>
                  <a:pt x="940" y="280"/>
                </a:lnTo>
                <a:lnTo>
                  <a:pt x="945" y="293"/>
                </a:lnTo>
                <a:lnTo>
                  <a:pt x="949" y="306"/>
                </a:lnTo>
                <a:lnTo>
                  <a:pt x="952" y="319"/>
                </a:lnTo>
                <a:lnTo>
                  <a:pt x="954" y="332"/>
                </a:lnTo>
                <a:lnTo>
                  <a:pt x="955" y="345"/>
                </a:lnTo>
                <a:lnTo>
                  <a:pt x="954" y="359"/>
                </a:lnTo>
                <a:lnTo>
                  <a:pt x="952" y="373"/>
                </a:lnTo>
                <a:lnTo>
                  <a:pt x="948" y="386"/>
                </a:lnTo>
                <a:lnTo>
                  <a:pt x="943" y="400"/>
                </a:lnTo>
                <a:lnTo>
                  <a:pt x="943" y="40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15" name="Rectangle 29"/>
          <p:cNvSpPr/>
          <p:nvPr/>
        </p:nvSpPr>
        <p:spPr>
          <a:xfrm>
            <a:off x="4517513" y="1718534"/>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6" name="Shape 2784"/>
          <p:cNvSpPr/>
          <p:nvPr/>
        </p:nvSpPr>
        <p:spPr>
          <a:xfrm>
            <a:off x="4709088" y="1909347"/>
            <a:ext cx="583296" cy="583296"/>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sp>
        <p:nvSpPr>
          <p:cNvPr id="17" name="Rectangle 47"/>
          <p:cNvSpPr/>
          <p:nvPr/>
        </p:nvSpPr>
        <p:spPr>
          <a:xfrm>
            <a:off x="4514972" y="3322575"/>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8" name="Shape 2656"/>
          <p:cNvSpPr/>
          <p:nvPr/>
        </p:nvSpPr>
        <p:spPr>
          <a:xfrm>
            <a:off x="4734554" y="3542158"/>
            <a:ext cx="527281" cy="527281"/>
          </a:xfrm>
          <a:custGeom>
            <a:avLst/>
            <a:gdLst/>
            <a:ahLst/>
            <a:cxnLst>
              <a:cxn ang="0">
                <a:pos x="wd2" y="hd2"/>
              </a:cxn>
              <a:cxn ang="5400000">
                <a:pos x="wd2" y="hd2"/>
              </a:cxn>
              <a:cxn ang="10800000">
                <a:pos x="wd2" y="hd2"/>
              </a:cxn>
              <a:cxn ang="16200000">
                <a:pos x="wd2" y="hd2"/>
              </a:cxn>
            </a:cxnLst>
            <a:rect l="0" t="0" r="r" b="b"/>
            <a:pathLst>
              <a:path w="21600" h="21600" extrusionOk="0">
                <a:moveTo>
                  <a:pt x="14727" y="10800"/>
                </a:moveTo>
                <a:cubicBezTo>
                  <a:pt x="14186" y="10800"/>
                  <a:pt x="13745" y="11240"/>
                  <a:pt x="13745" y="11782"/>
                </a:cubicBezTo>
                <a:cubicBezTo>
                  <a:pt x="13745" y="12324"/>
                  <a:pt x="14186" y="12764"/>
                  <a:pt x="14727" y="12764"/>
                </a:cubicBezTo>
                <a:cubicBezTo>
                  <a:pt x="15269" y="12764"/>
                  <a:pt x="15709" y="12324"/>
                  <a:pt x="15709" y="11782"/>
                </a:cubicBezTo>
                <a:cubicBezTo>
                  <a:pt x="15709" y="11240"/>
                  <a:pt x="15269" y="10800"/>
                  <a:pt x="14727" y="10800"/>
                </a:cubicBezTo>
                <a:moveTo>
                  <a:pt x="20618" y="0"/>
                </a:moveTo>
                <a:lnTo>
                  <a:pt x="4909" y="0"/>
                </a:lnTo>
                <a:cubicBezTo>
                  <a:pt x="4367" y="0"/>
                  <a:pt x="3927" y="440"/>
                  <a:pt x="3927" y="982"/>
                </a:cubicBezTo>
                <a:lnTo>
                  <a:pt x="3927" y="5891"/>
                </a:lnTo>
                <a:cubicBezTo>
                  <a:pt x="3927" y="6162"/>
                  <a:pt x="4147" y="6382"/>
                  <a:pt x="4418" y="6382"/>
                </a:cubicBezTo>
                <a:cubicBezTo>
                  <a:pt x="4690" y="6382"/>
                  <a:pt x="4909" y="6162"/>
                  <a:pt x="4909" y="5891"/>
                </a:cubicBezTo>
                <a:lnTo>
                  <a:pt x="4909" y="982"/>
                </a:lnTo>
                <a:lnTo>
                  <a:pt x="20618" y="982"/>
                </a:lnTo>
                <a:lnTo>
                  <a:pt x="20618" y="12764"/>
                </a:lnTo>
                <a:lnTo>
                  <a:pt x="19145" y="12764"/>
                </a:lnTo>
                <a:cubicBezTo>
                  <a:pt x="18874" y="12764"/>
                  <a:pt x="18655" y="12984"/>
                  <a:pt x="18655" y="13255"/>
                </a:cubicBezTo>
                <a:cubicBezTo>
                  <a:pt x="18655" y="13526"/>
                  <a:pt x="18874" y="13745"/>
                  <a:pt x="19145" y="13745"/>
                </a:cubicBezTo>
                <a:lnTo>
                  <a:pt x="20618" y="13745"/>
                </a:lnTo>
                <a:lnTo>
                  <a:pt x="20618" y="16691"/>
                </a:lnTo>
                <a:lnTo>
                  <a:pt x="19145" y="16691"/>
                </a:lnTo>
                <a:cubicBezTo>
                  <a:pt x="18874" y="16691"/>
                  <a:pt x="18655" y="16911"/>
                  <a:pt x="18655" y="17182"/>
                </a:cubicBezTo>
                <a:cubicBezTo>
                  <a:pt x="18655" y="17453"/>
                  <a:pt x="18874" y="17673"/>
                  <a:pt x="19145" y="17673"/>
                </a:cubicBezTo>
                <a:lnTo>
                  <a:pt x="20618" y="17673"/>
                </a:lnTo>
                <a:cubicBezTo>
                  <a:pt x="21160" y="17673"/>
                  <a:pt x="21600" y="17234"/>
                  <a:pt x="21600" y="16691"/>
                </a:cubicBezTo>
                <a:lnTo>
                  <a:pt x="21600" y="982"/>
                </a:lnTo>
                <a:cubicBezTo>
                  <a:pt x="21600" y="440"/>
                  <a:pt x="21160" y="0"/>
                  <a:pt x="20618" y="0"/>
                </a:cubicBezTo>
                <a:moveTo>
                  <a:pt x="14727" y="13745"/>
                </a:moveTo>
                <a:cubicBezTo>
                  <a:pt x="14456" y="13745"/>
                  <a:pt x="14236" y="13966"/>
                  <a:pt x="14236" y="14236"/>
                </a:cubicBezTo>
                <a:cubicBezTo>
                  <a:pt x="14236" y="14508"/>
                  <a:pt x="14456" y="14727"/>
                  <a:pt x="14727" y="14727"/>
                </a:cubicBezTo>
                <a:cubicBezTo>
                  <a:pt x="14999" y="14727"/>
                  <a:pt x="15218" y="14508"/>
                  <a:pt x="15218" y="14236"/>
                </a:cubicBezTo>
                <a:cubicBezTo>
                  <a:pt x="15218" y="13966"/>
                  <a:pt x="14999" y="13745"/>
                  <a:pt x="14727" y="13745"/>
                </a:cubicBezTo>
                <a:moveTo>
                  <a:pt x="16691" y="19636"/>
                </a:moveTo>
                <a:cubicBezTo>
                  <a:pt x="16691" y="20178"/>
                  <a:pt x="16251" y="20618"/>
                  <a:pt x="15709" y="20618"/>
                </a:cubicBezTo>
                <a:lnTo>
                  <a:pt x="1964" y="20618"/>
                </a:lnTo>
                <a:cubicBezTo>
                  <a:pt x="1422" y="20618"/>
                  <a:pt x="982" y="20178"/>
                  <a:pt x="982" y="19636"/>
                </a:cubicBezTo>
                <a:lnTo>
                  <a:pt x="982" y="10800"/>
                </a:lnTo>
                <a:cubicBezTo>
                  <a:pt x="982" y="10258"/>
                  <a:pt x="1422" y="9818"/>
                  <a:pt x="1964" y="9818"/>
                </a:cubicBezTo>
                <a:lnTo>
                  <a:pt x="3927" y="9818"/>
                </a:lnTo>
                <a:cubicBezTo>
                  <a:pt x="5891" y="9818"/>
                  <a:pt x="5891" y="7855"/>
                  <a:pt x="7364" y="7855"/>
                </a:cubicBezTo>
                <a:lnTo>
                  <a:pt x="8836" y="7855"/>
                </a:lnTo>
                <a:lnTo>
                  <a:pt x="10309" y="7855"/>
                </a:lnTo>
                <a:cubicBezTo>
                  <a:pt x="11782" y="7855"/>
                  <a:pt x="11782" y="9818"/>
                  <a:pt x="13745" y="9818"/>
                </a:cubicBezTo>
                <a:lnTo>
                  <a:pt x="15709" y="9818"/>
                </a:lnTo>
                <a:cubicBezTo>
                  <a:pt x="16251" y="9818"/>
                  <a:pt x="16691" y="10258"/>
                  <a:pt x="16691" y="10800"/>
                </a:cubicBezTo>
                <a:cubicBezTo>
                  <a:pt x="16691" y="10800"/>
                  <a:pt x="16691" y="19636"/>
                  <a:pt x="16691" y="19636"/>
                </a:cubicBezTo>
                <a:close/>
                <a:moveTo>
                  <a:pt x="15709" y="8836"/>
                </a:moveTo>
                <a:lnTo>
                  <a:pt x="13745" y="8836"/>
                </a:lnTo>
                <a:cubicBezTo>
                  <a:pt x="12273" y="8836"/>
                  <a:pt x="12273" y="6873"/>
                  <a:pt x="10309" y="6873"/>
                </a:cubicBezTo>
                <a:lnTo>
                  <a:pt x="7364" y="6873"/>
                </a:lnTo>
                <a:cubicBezTo>
                  <a:pt x="5400" y="6873"/>
                  <a:pt x="5400" y="8836"/>
                  <a:pt x="3927" y="8836"/>
                </a:cubicBezTo>
                <a:lnTo>
                  <a:pt x="1964" y="8836"/>
                </a:lnTo>
                <a:cubicBezTo>
                  <a:pt x="879" y="8836"/>
                  <a:pt x="0" y="9716"/>
                  <a:pt x="0" y="10800"/>
                </a:cubicBezTo>
                <a:lnTo>
                  <a:pt x="0" y="19636"/>
                </a:lnTo>
                <a:cubicBezTo>
                  <a:pt x="0" y="20721"/>
                  <a:pt x="879" y="21600"/>
                  <a:pt x="1964" y="21600"/>
                </a:cubicBezTo>
                <a:lnTo>
                  <a:pt x="15709" y="21600"/>
                </a:lnTo>
                <a:cubicBezTo>
                  <a:pt x="16794" y="21600"/>
                  <a:pt x="17673" y="20721"/>
                  <a:pt x="17673" y="19636"/>
                </a:cubicBezTo>
                <a:lnTo>
                  <a:pt x="17673" y="10800"/>
                </a:lnTo>
                <a:cubicBezTo>
                  <a:pt x="17673" y="9716"/>
                  <a:pt x="16794" y="8836"/>
                  <a:pt x="15709" y="8836"/>
                </a:cubicBezTo>
                <a:moveTo>
                  <a:pt x="8836" y="17673"/>
                </a:moveTo>
                <a:cubicBezTo>
                  <a:pt x="7210" y="17673"/>
                  <a:pt x="5891" y="16354"/>
                  <a:pt x="5891" y="14727"/>
                </a:cubicBezTo>
                <a:cubicBezTo>
                  <a:pt x="5891" y="13101"/>
                  <a:pt x="7210" y="11782"/>
                  <a:pt x="8836" y="11782"/>
                </a:cubicBezTo>
                <a:cubicBezTo>
                  <a:pt x="10463" y="11782"/>
                  <a:pt x="11782" y="13101"/>
                  <a:pt x="11782" y="14727"/>
                </a:cubicBezTo>
                <a:cubicBezTo>
                  <a:pt x="11782" y="16354"/>
                  <a:pt x="10463" y="17673"/>
                  <a:pt x="8836" y="17673"/>
                </a:cubicBezTo>
                <a:moveTo>
                  <a:pt x="8836" y="10800"/>
                </a:moveTo>
                <a:cubicBezTo>
                  <a:pt x="6668" y="10800"/>
                  <a:pt x="4909" y="12558"/>
                  <a:pt x="4909" y="14727"/>
                </a:cubicBezTo>
                <a:cubicBezTo>
                  <a:pt x="4909" y="16896"/>
                  <a:pt x="6668" y="18655"/>
                  <a:pt x="8836" y="18655"/>
                </a:cubicBezTo>
                <a:cubicBezTo>
                  <a:pt x="11005" y="18655"/>
                  <a:pt x="12764" y="16896"/>
                  <a:pt x="12764" y="14727"/>
                </a:cubicBezTo>
                <a:cubicBezTo>
                  <a:pt x="12764" y="12558"/>
                  <a:pt x="11005" y="10800"/>
                  <a:pt x="8836" y="10800"/>
                </a:cubicBezTo>
                <a:moveTo>
                  <a:pt x="8836" y="15709"/>
                </a:moveTo>
                <a:cubicBezTo>
                  <a:pt x="8295" y="15709"/>
                  <a:pt x="7855" y="15269"/>
                  <a:pt x="7855" y="14727"/>
                </a:cubicBezTo>
                <a:cubicBezTo>
                  <a:pt x="7855" y="14186"/>
                  <a:pt x="8295" y="13745"/>
                  <a:pt x="8836" y="13745"/>
                </a:cubicBezTo>
                <a:cubicBezTo>
                  <a:pt x="9378" y="13745"/>
                  <a:pt x="9818" y="14186"/>
                  <a:pt x="9818" y="14727"/>
                </a:cubicBezTo>
                <a:cubicBezTo>
                  <a:pt x="9818" y="15269"/>
                  <a:pt x="9378" y="15709"/>
                  <a:pt x="8836" y="15709"/>
                </a:cubicBezTo>
                <a:moveTo>
                  <a:pt x="8836" y="12764"/>
                </a:moveTo>
                <a:cubicBezTo>
                  <a:pt x="7752" y="12764"/>
                  <a:pt x="6873" y="13643"/>
                  <a:pt x="6873" y="14727"/>
                </a:cubicBezTo>
                <a:cubicBezTo>
                  <a:pt x="6873" y="15812"/>
                  <a:pt x="7752" y="16691"/>
                  <a:pt x="8836" y="16691"/>
                </a:cubicBezTo>
                <a:cubicBezTo>
                  <a:pt x="9921" y="16691"/>
                  <a:pt x="10800" y="15812"/>
                  <a:pt x="10800" y="14727"/>
                </a:cubicBezTo>
                <a:cubicBezTo>
                  <a:pt x="10800" y="13643"/>
                  <a:pt x="9921" y="12764"/>
                  <a:pt x="8836" y="12764"/>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sp>
        <p:nvSpPr>
          <p:cNvPr id="19" name="Rectangle 47"/>
          <p:cNvSpPr/>
          <p:nvPr/>
        </p:nvSpPr>
        <p:spPr>
          <a:xfrm>
            <a:off x="4514972" y="4833890"/>
            <a:ext cx="966446" cy="966446"/>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20" name="Freeform 61"/>
          <p:cNvSpPr>
            <a:spLocks noEditPoints="1"/>
          </p:cNvSpPr>
          <p:nvPr/>
        </p:nvSpPr>
        <p:spPr bwMode="auto">
          <a:xfrm>
            <a:off x="4721424" y="5049481"/>
            <a:ext cx="565812" cy="565812"/>
          </a:xfrm>
          <a:custGeom>
            <a:avLst/>
            <a:gdLst>
              <a:gd name="T0" fmla="*/ 890 w 1018"/>
              <a:gd name="T1" fmla="*/ 61 h 1017"/>
              <a:gd name="T2" fmla="*/ 876 w 1018"/>
              <a:gd name="T3" fmla="*/ 5 h 1017"/>
              <a:gd name="T4" fmla="*/ 147 w 1018"/>
              <a:gd name="T5" fmla="*/ 2 h 1017"/>
              <a:gd name="T6" fmla="*/ 127 w 1018"/>
              <a:gd name="T7" fmla="*/ 31 h 1017"/>
              <a:gd name="T8" fmla="*/ 131 w 1018"/>
              <a:gd name="T9" fmla="*/ 148 h 1017"/>
              <a:gd name="T10" fmla="*/ 24 w 1018"/>
              <a:gd name="T11" fmla="*/ 243 h 1017"/>
              <a:gd name="T12" fmla="*/ 3 w 1018"/>
              <a:gd name="T13" fmla="*/ 383 h 1017"/>
              <a:gd name="T14" fmla="*/ 61 w 1018"/>
              <a:gd name="T15" fmla="*/ 493 h 1017"/>
              <a:gd name="T16" fmla="*/ 170 w 1018"/>
              <a:gd name="T17" fmla="*/ 551 h 1017"/>
              <a:gd name="T18" fmla="*/ 274 w 1018"/>
              <a:gd name="T19" fmla="*/ 546 h 1017"/>
              <a:gd name="T20" fmla="*/ 382 w 1018"/>
              <a:gd name="T21" fmla="*/ 690 h 1017"/>
              <a:gd name="T22" fmla="*/ 410 w 1018"/>
              <a:gd name="T23" fmla="*/ 735 h 1017"/>
              <a:gd name="T24" fmla="*/ 410 w 1018"/>
              <a:gd name="T25" fmla="*/ 791 h 1017"/>
              <a:gd name="T26" fmla="*/ 379 w 1018"/>
              <a:gd name="T27" fmla="*/ 837 h 1017"/>
              <a:gd name="T28" fmla="*/ 318 w 1018"/>
              <a:gd name="T29" fmla="*/ 858 h 1017"/>
              <a:gd name="T30" fmla="*/ 248 w 1018"/>
              <a:gd name="T31" fmla="*/ 880 h 1017"/>
              <a:gd name="T32" fmla="*/ 197 w 1018"/>
              <a:gd name="T33" fmla="*/ 948 h 1017"/>
              <a:gd name="T34" fmla="*/ 196 w 1018"/>
              <a:gd name="T35" fmla="*/ 1003 h 1017"/>
              <a:gd name="T36" fmla="*/ 795 w 1018"/>
              <a:gd name="T37" fmla="*/ 1017 h 1017"/>
              <a:gd name="T38" fmla="*/ 826 w 1018"/>
              <a:gd name="T39" fmla="*/ 992 h 1017"/>
              <a:gd name="T40" fmla="*/ 812 w 1018"/>
              <a:gd name="T41" fmla="*/ 925 h 1017"/>
              <a:gd name="T42" fmla="*/ 750 w 1018"/>
              <a:gd name="T43" fmla="*/ 869 h 1017"/>
              <a:gd name="T44" fmla="*/ 681 w 1018"/>
              <a:gd name="T45" fmla="*/ 856 h 1017"/>
              <a:gd name="T46" fmla="*/ 633 w 1018"/>
              <a:gd name="T47" fmla="*/ 830 h 1017"/>
              <a:gd name="T48" fmla="*/ 605 w 1018"/>
              <a:gd name="T49" fmla="*/ 772 h 1017"/>
              <a:gd name="T50" fmla="*/ 616 w 1018"/>
              <a:gd name="T51" fmla="*/ 718 h 1017"/>
              <a:gd name="T52" fmla="*/ 639 w 1018"/>
              <a:gd name="T53" fmla="*/ 683 h 1017"/>
              <a:gd name="T54" fmla="*/ 774 w 1018"/>
              <a:gd name="T55" fmla="*/ 554 h 1017"/>
              <a:gd name="T56" fmla="*/ 887 w 1018"/>
              <a:gd name="T57" fmla="*/ 540 h 1017"/>
              <a:gd name="T58" fmla="*/ 983 w 1018"/>
              <a:gd name="T59" fmla="*/ 461 h 1017"/>
              <a:gd name="T60" fmla="*/ 1018 w 1018"/>
              <a:gd name="T61" fmla="*/ 342 h 1017"/>
              <a:gd name="T62" fmla="*/ 971 w 1018"/>
              <a:gd name="T63" fmla="*/ 210 h 1017"/>
              <a:gd name="T64" fmla="*/ 154 w 1018"/>
              <a:gd name="T65" fmla="*/ 481 h 1017"/>
              <a:gd name="T66" fmla="*/ 88 w 1018"/>
              <a:gd name="T67" fmla="*/ 426 h 1017"/>
              <a:gd name="T68" fmla="*/ 63 w 1018"/>
              <a:gd name="T69" fmla="*/ 345 h 1017"/>
              <a:gd name="T70" fmla="*/ 92 w 1018"/>
              <a:gd name="T71" fmla="*/ 256 h 1017"/>
              <a:gd name="T72" fmla="*/ 152 w 1018"/>
              <a:gd name="T73" fmla="*/ 252 h 1017"/>
              <a:gd name="T74" fmla="*/ 241 w 1018"/>
              <a:gd name="T75" fmla="*/ 488 h 1017"/>
              <a:gd name="T76" fmla="*/ 176 w 1018"/>
              <a:gd name="T77" fmla="*/ 487 h 1017"/>
              <a:gd name="T78" fmla="*/ 717 w 1018"/>
              <a:gd name="T79" fmla="*/ 925 h 1017"/>
              <a:gd name="T80" fmla="*/ 263 w 1018"/>
              <a:gd name="T81" fmla="*/ 954 h 1017"/>
              <a:gd name="T82" fmla="*/ 301 w 1018"/>
              <a:gd name="T83" fmla="*/ 925 h 1017"/>
              <a:gd name="T84" fmla="*/ 380 w 1018"/>
              <a:gd name="T85" fmla="*/ 910 h 1017"/>
              <a:gd name="T86" fmla="*/ 448 w 1018"/>
              <a:gd name="T87" fmla="*/ 854 h 1017"/>
              <a:gd name="T88" fmla="*/ 476 w 1018"/>
              <a:gd name="T89" fmla="*/ 778 h 1017"/>
              <a:gd name="T90" fmla="*/ 509 w 1018"/>
              <a:gd name="T91" fmla="*/ 795 h 1017"/>
              <a:gd name="T92" fmla="*/ 543 w 1018"/>
              <a:gd name="T93" fmla="*/ 778 h 1017"/>
              <a:gd name="T94" fmla="*/ 578 w 1018"/>
              <a:gd name="T95" fmla="*/ 865 h 1017"/>
              <a:gd name="T96" fmla="*/ 653 w 1018"/>
              <a:gd name="T97" fmla="*/ 915 h 1017"/>
              <a:gd name="T98" fmla="*/ 494 w 1018"/>
              <a:gd name="T99" fmla="*/ 709 h 1017"/>
              <a:gd name="T100" fmla="*/ 329 w 1018"/>
              <a:gd name="T101" fmla="*/ 511 h 1017"/>
              <a:gd name="T102" fmla="*/ 247 w 1018"/>
              <a:gd name="T103" fmla="*/ 342 h 1017"/>
              <a:gd name="T104" fmla="*/ 196 w 1018"/>
              <a:gd name="T105" fmla="*/ 132 h 1017"/>
              <a:gd name="T106" fmla="*/ 817 w 1018"/>
              <a:gd name="T107" fmla="*/ 164 h 1017"/>
              <a:gd name="T108" fmla="*/ 762 w 1018"/>
              <a:gd name="T109" fmla="*/ 369 h 1017"/>
              <a:gd name="T110" fmla="*/ 663 w 1018"/>
              <a:gd name="T111" fmla="*/ 550 h 1017"/>
              <a:gd name="T112" fmla="*/ 509 w 1018"/>
              <a:gd name="T113" fmla="*/ 722 h 1017"/>
              <a:gd name="T114" fmla="*/ 911 w 1018"/>
              <a:gd name="T115" fmla="*/ 448 h 1017"/>
              <a:gd name="T116" fmla="*/ 842 w 1018"/>
              <a:gd name="T117" fmla="*/ 487 h 1017"/>
              <a:gd name="T118" fmla="*/ 777 w 1018"/>
              <a:gd name="T119" fmla="*/ 489 h 1017"/>
              <a:gd name="T120" fmla="*/ 866 w 1018"/>
              <a:gd name="T121" fmla="*/ 252 h 1017"/>
              <a:gd name="T122" fmla="*/ 926 w 1018"/>
              <a:gd name="T123" fmla="*/ 257 h 1017"/>
              <a:gd name="T124" fmla="*/ 955 w 1018"/>
              <a:gd name="T125" fmla="*/ 34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887" y="148"/>
                </a:moveTo>
                <a:lnTo>
                  <a:pt x="887" y="148"/>
                </a:lnTo>
                <a:lnTo>
                  <a:pt x="884" y="147"/>
                </a:lnTo>
                <a:lnTo>
                  <a:pt x="884" y="147"/>
                </a:lnTo>
                <a:lnTo>
                  <a:pt x="887" y="119"/>
                </a:lnTo>
                <a:lnTo>
                  <a:pt x="889" y="90"/>
                </a:lnTo>
                <a:lnTo>
                  <a:pt x="890" y="61"/>
                </a:lnTo>
                <a:lnTo>
                  <a:pt x="890" y="31"/>
                </a:lnTo>
                <a:lnTo>
                  <a:pt x="890" y="31"/>
                </a:lnTo>
                <a:lnTo>
                  <a:pt x="890" y="26"/>
                </a:lnTo>
                <a:lnTo>
                  <a:pt x="888" y="19"/>
                </a:lnTo>
                <a:lnTo>
                  <a:pt x="885" y="14"/>
                </a:lnTo>
                <a:lnTo>
                  <a:pt x="882" y="10"/>
                </a:lnTo>
                <a:lnTo>
                  <a:pt x="876" y="5"/>
                </a:lnTo>
                <a:lnTo>
                  <a:pt x="871" y="2"/>
                </a:lnTo>
                <a:lnTo>
                  <a:pt x="866" y="0"/>
                </a:lnTo>
                <a:lnTo>
                  <a:pt x="859" y="0"/>
                </a:lnTo>
                <a:lnTo>
                  <a:pt x="160" y="0"/>
                </a:lnTo>
                <a:lnTo>
                  <a:pt x="160" y="0"/>
                </a:lnTo>
                <a:lnTo>
                  <a:pt x="153" y="0"/>
                </a:lnTo>
                <a:lnTo>
                  <a:pt x="147" y="2"/>
                </a:lnTo>
                <a:lnTo>
                  <a:pt x="141" y="5"/>
                </a:lnTo>
                <a:lnTo>
                  <a:pt x="137" y="10"/>
                </a:lnTo>
                <a:lnTo>
                  <a:pt x="133" y="14"/>
                </a:lnTo>
                <a:lnTo>
                  <a:pt x="130" y="19"/>
                </a:lnTo>
                <a:lnTo>
                  <a:pt x="129" y="26"/>
                </a:lnTo>
                <a:lnTo>
                  <a:pt x="127" y="31"/>
                </a:lnTo>
                <a:lnTo>
                  <a:pt x="127" y="31"/>
                </a:lnTo>
                <a:lnTo>
                  <a:pt x="127" y="61"/>
                </a:lnTo>
                <a:lnTo>
                  <a:pt x="130" y="90"/>
                </a:lnTo>
                <a:lnTo>
                  <a:pt x="132" y="119"/>
                </a:lnTo>
                <a:lnTo>
                  <a:pt x="134" y="147"/>
                </a:lnTo>
                <a:lnTo>
                  <a:pt x="134" y="147"/>
                </a:lnTo>
                <a:lnTo>
                  <a:pt x="131" y="148"/>
                </a:lnTo>
                <a:lnTo>
                  <a:pt x="131" y="148"/>
                </a:lnTo>
                <a:lnTo>
                  <a:pt x="110" y="157"/>
                </a:lnTo>
                <a:lnTo>
                  <a:pt x="93" y="168"/>
                </a:lnTo>
                <a:lnTo>
                  <a:pt x="76" y="180"/>
                </a:lnTo>
                <a:lnTo>
                  <a:pt x="61" y="194"/>
                </a:lnTo>
                <a:lnTo>
                  <a:pt x="47" y="210"/>
                </a:lnTo>
                <a:lnTo>
                  <a:pt x="35" y="226"/>
                </a:lnTo>
                <a:lnTo>
                  <a:pt x="24" y="243"/>
                </a:lnTo>
                <a:lnTo>
                  <a:pt x="16" y="263"/>
                </a:lnTo>
                <a:lnTo>
                  <a:pt x="8" y="281"/>
                </a:lnTo>
                <a:lnTo>
                  <a:pt x="4" y="301"/>
                </a:lnTo>
                <a:lnTo>
                  <a:pt x="1" y="322"/>
                </a:lnTo>
                <a:lnTo>
                  <a:pt x="0" y="342"/>
                </a:lnTo>
                <a:lnTo>
                  <a:pt x="0" y="363"/>
                </a:lnTo>
                <a:lnTo>
                  <a:pt x="3" y="383"/>
                </a:lnTo>
                <a:lnTo>
                  <a:pt x="8" y="404"/>
                </a:lnTo>
                <a:lnTo>
                  <a:pt x="15" y="425"/>
                </a:lnTo>
                <a:lnTo>
                  <a:pt x="15" y="425"/>
                </a:lnTo>
                <a:lnTo>
                  <a:pt x="24" y="443"/>
                </a:lnTo>
                <a:lnTo>
                  <a:pt x="35" y="461"/>
                </a:lnTo>
                <a:lnTo>
                  <a:pt x="47" y="478"/>
                </a:lnTo>
                <a:lnTo>
                  <a:pt x="61" y="493"/>
                </a:lnTo>
                <a:lnTo>
                  <a:pt x="76" y="507"/>
                </a:lnTo>
                <a:lnTo>
                  <a:pt x="93" y="519"/>
                </a:lnTo>
                <a:lnTo>
                  <a:pt x="110" y="530"/>
                </a:lnTo>
                <a:lnTo>
                  <a:pt x="130" y="540"/>
                </a:lnTo>
                <a:lnTo>
                  <a:pt x="130" y="540"/>
                </a:lnTo>
                <a:lnTo>
                  <a:pt x="150" y="546"/>
                </a:lnTo>
                <a:lnTo>
                  <a:pt x="170" y="551"/>
                </a:lnTo>
                <a:lnTo>
                  <a:pt x="191" y="555"/>
                </a:lnTo>
                <a:lnTo>
                  <a:pt x="211" y="556"/>
                </a:lnTo>
                <a:lnTo>
                  <a:pt x="211" y="556"/>
                </a:lnTo>
                <a:lnTo>
                  <a:pt x="227" y="555"/>
                </a:lnTo>
                <a:lnTo>
                  <a:pt x="243" y="554"/>
                </a:lnTo>
                <a:lnTo>
                  <a:pt x="259" y="550"/>
                </a:lnTo>
                <a:lnTo>
                  <a:pt x="274" y="546"/>
                </a:lnTo>
                <a:lnTo>
                  <a:pt x="274" y="546"/>
                </a:lnTo>
                <a:lnTo>
                  <a:pt x="301" y="586"/>
                </a:lnTo>
                <a:lnTo>
                  <a:pt x="327" y="621"/>
                </a:lnTo>
                <a:lnTo>
                  <a:pt x="353" y="654"/>
                </a:lnTo>
                <a:lnTo>
                  <a:pt x="379" y="683"/>
                </a:lnTo>
                <a:lnTo>
                  <a:pt x="379" y="683"/>
                </a:lnTo>
                <a:lnTo>
                  <a:pt x="382" y="690"/>
                </a:lnTo>
                <a:lnTo>
                  <a:pt x="386" y="695"/>
                </a:lnTo>
                <a:lnTo>
                  <a:pt x="386" y="695"/>
                </a:lnTo>
                <a:lnTo>
                  <a:pt x="393" y="703"/>
                </a:lnTo>
                <a:lnTo>
                  <a:pt x="398" y="710"/>
                </a:lnTo>
                <a:lnTo>
                  <a:pt x="402" y="718"/>
                </a:lnTo>
                <a:lnTo>
                  <a:pt x="406" y="726"/>
                </a:lnTo>
                <a:lnTo>
                  <a:pt x="410" y="735"/>
                </a:lnTo>
                <a:lnTo>
                  <a:pt x="412" y="744"/>
                </a:lnTo>
                <a:lnTo>
                  <a:pt x="413" y="753"/>
                </a:lnTo>
                <a:lnTo>
                  <a:pt x="414" y="763"/>
                </a:lnTo>
                <a:lnTo>
                  <a:pt x="414" y="763"/>
                </a:lnTo>
                <a:lnTo>
                  <a:pt x="413" y="772"/>
                </a:lnTo>
                <a:lnTo>
                  <a:pt x="412" y="782"/>
                </a:lnTo>
                <a:lnTo>
                  <a:pt x="410" y="791"/>
                </a:lnTo>
                <a:lnTo>
                  <a:pt x="406" y="799"/>
                </a:lnTo>
                <a:lnTo>
                  <a:pt x="402" y="808"/>
                </a:lnTo>
                <a:lnTo>
                  <a:pt x="398" y="816"/>
                </a:lnTo>
                <a:lnTo>
                  <a:pt x="393" y="824"/>
                </a:lnTo>
                <a:lnTo>
                  <a:pt x="386" y="830"/>
                </a:lnTo>
                <a:lnTo>
                  <a:pt x="386" y="830"/>
                </a:lnTo>
                <a:lnTo>
                  <a:pt x="379" y="837"/>
                </a:lnTo>
                <a:lnTo>
                  <a:pt x="371" y="842"/>
                </a:lnTo>
                <a:lnTo>
                  <a:pt x="364" y="847"/>
                </a:lnTo>
                <a:lnTo>
                  <a:pt x="355" y="851"/>
                </a:lnTo>
                <a:lnTo>
                  <a:pt x="346" y="854"/>
                </a:lnTo>
                <a:lnTo>
                  <a:pt x="337" y="856"/>
                </a:lnTo>
                <a:lnTo>
                  <a:pt x="328" y="858"/>
                </a:lnTo>
                <a:lnTo>
                  <a:pt x="318" y="858"/>
                </a:lnTo>
                <a:lnTo>
                  <a:pt x="318" y="858"/>
                </a:lnTo>
                <a:lnTo>
                  <a:pt x="306" y="859"/>
                </a:lnTo>
                <a:lnTo>
                  <a:pt x="293" y="861"/>
                </a:lnTo>
                <a:lnTo>
                  <a:pt x="281" y="865"/>
                </a:lnTo>
                <a:lnTo>
                  <a:pt x="269" y="869"/>
                </a:lnTo>
                <a:lnTo>
                  <a:pt x="257" y="874"/>
                </a:lnTo>
                <a:lnTo>
                  <a:pt x="248" y="880"/>
                </a:lnTo>
                <a:lnTo>
                  <a:pt x="237" y="887"/>
                </a:lnTo>
                <a:lnTo>
                  <a:pt x="228" y="896"/>
                </a:lnTo>
                <a:lnTo>
                  <a:pt x="220" y="904"/>
                </a:lnTo>
                <a:lnTo>
                  <a:pt x="212" y="915"/>
                </a:lnTo>
                <a:lnTo>
                  <a:pt x="207" y="925"/>
                </a:lnTo>
                <a:lnTo>
                  <a:pt x="202" y="937"/>
                </a:lnTo>
                <a:lnTo>
                  <a:pt x="197" y="948"/>
                </a:lnTo>
                <a:lnTo>
                  <a:pt x="194" y="960"/>
                </a:lnTo>
                <a:lnTo>
                  <a:pt x="192" y="973"/>
                </a:lnTo>
                <a:lnTo>
                  <a:pt x="191" y="986"/>
                </a:lnTo>
                <a:lnTo>
                  <a:pt x="191" y="986"/>
                </a:lnTo>
                <a:lnTo>
                  <a:pt x="192" y="992"/>
                </a:lnTo>
                <a:lnTo>
                  <a:pt x="194" y="998"/>
                </a:lnTo>
                <a:lnTo>
                  <a:pt x="196" y="1003"/>
                </a:lnTo>
                <a:lnTo>
                  <a:pt x="200" y="1008"/>
                </a:lnTo>
                <a:lnTo>
                  <a:pt x="205" y="1012"/>
                </a:lnTo>
                <a:lnTo>
                  <a:pt x="210" y="1015"/>
                </a:lnTo>
                <a:lnTo>
                  <a:pt x="217" y="1017"/>
                </a:lnTo>
                <a:lnTo>
                  <a:pt x="223" y="1017"/>
                </a:lnTo>
                <a:lnTo>
                  <a:pt x="795" y="1017"/>
                </a:lnTo>
                <a:lnTo>
                  <a:pt x="795" y="1017"/>
                </a:lnTo>
                <a:lnTo>
                  <a:pt x="801" y="1017"/>
                </a:lnTo>
                <a:lnTo>
                  <a:pt x="808" y="1015"/>
                </a:lnTo>
                <a:lnTo>
                  <a:pt x="813" y="1012"/>
                </a:lnTo>
                <a:lnTo>
                  <a:pt x="817" y="1008"/>
                </a:lnTo>
                <a:lnTo>
                  <a:pt x="822" y="1003"/>
                </a:lnTo>
                <a:lnTo>
                  <a:pt x="825" y="998"/>
                </a:lnTo>
                <a:lnTo>
                  <a:pt x="826" y="992"/>
                </a:lnTo>
                <a:lnTo>
                  <a:pt x="827" y="986"/>
                </a:lnTo>
                <a:lnTo>
                  <a:pt x="827" y="986"/>
                </a:lnTo>
                <a:lnTo>
                  <a:pt x="826" y="973"/>
                </a:lnTo>
                <a:lnTo>
                  <a:pt x="825" y="960"/>
                </a:lnTo>
                <a:lnTo>
                  <a:pt x="822" y="948"/>
                </a:lnTo>
                <a:lnTo>
                  <a:pt x="817" y="937"/>
                </a:lnTo>
                <a:lnTo>
                  <a:pt x="812" y="925"/>
                </a:lnTo>
                <a:lnTo>
                  <a:pt x="806" y="915"/>
                </a:lnTo>
                <a:lnTo>
                  <a:pt x="798" y="904"/>
                </a:lnTo>
                <a:lnTo>
                  <a:pt x="790" y="896"/>
                </a:lnTo>
                <a:lnTo>
                  <a:pt x="781" y="887"/>
                </a:lnTo>
                <a:lnTo>
                  <a:pt x="771" y="880"/>
                </a:lnTo>
                <a:lnTo>
                  <a:pt x="761" y="874"/>
                </a:lnTo>
                <a:lnTo>
                  <a:pt x="750" y="869"/>
                </a:lnTo>
                <a:lnTo>
                  <a:pt x="738" y="865"/>
                </a:lnTo>
                <a:lnTo>
                  <a:pt x="725" y="861"/>
                </a:lnTo>
                <a:lnTo>
                  <a:pt x="713" y="859"/>
                </a:lnTo>
                <a:lnTo>
                  <a:pt x="699" y="858"/>
                </a:lnTo>
                <a:lnTo>
                  <a:pt x="699" y="858"/>
                </a:lnTo>
                <a:lnTo>
                  <a:pt x="691" y="858"/>
                </a:lnTo>
                <a:lnTo>
                  <a:pt x="681" y="856"/>
                </a:lnTo>
                <a:lnTo>
                  <a:pt x="673" y="854"/>
                </a:lnTo>
                <a:lnTo>
                  <a:pt x="663" y="851"/>
                </a:lnTo>
                <a:lnTo>
                  <a:pt x="655" y="847"/>
                </a:lnTo>
                <a:lnTo>
                  <a:pt x="647" y="842"/>
                </a:lnTo>
                <a:lnTo>
                  <a:pt x="639" y="837"/>
                </a:lnTo>
                <a:lnTo>
                  <a:pt x="633" y="830"/>
                </a:lnTo>
                <a:lnTo>
                  <a:pt x="633" y="830"/>
                </a:lnTo>
                <a:lnTo>
                  <a:pt x="626" y="824"/>
                </a:lnTo>
                <a:lnTo>
                  <a:pt x="620" y="816"/>
                </a:lnTo>
                <a:lnTo>
                  <a:pt x="616" y="808"/>
                </a:lnTo>
                <a:lnTo>
                  <a:pt x="611" y="799"/>
                </a:lnTo>
                <a:lnTo>
                  <a:pt x="608" y="791"/>
                </a:lnTo>
                <a:lnTo>
                  <a:pt x="606" y="782"/>
                </a:lnTo>
                <a:lnTo>
                  <a:pt x="605" y="772"/>
                </a:lnTo>
                <a:lnTo>
                  <a:pt x="605" y="763"/>
                </a:lnTo>
                <a:lnTo>
                  <a:pt x="605" y="763"/>
                </a:lnTo>
                <a:lnTo>
                  <a:pt x="605" y="753"/>
                </a:lnTo>
                <a:lnTo>
                  <a:pt x="606" y="744"/>
                </a:lnTo>
                <a:lnTo>
                  <a:pt x="608" y="735"/>
                </a:lnTo>
                <a:lnTo>
                  <a:pt x="611" y="726"/>
                </a:lnTo>
                <a:lnTo>
                  <a:pt x="616" y="718"/>
                </a:lnTo>
                <a:lnTo>
                  <a:pt x="620" y="710"/>
                </a:lnTo>
                <a:lnTo>
                  <a:pt x="626" y="703"/>
                </a:lnTo>
                <a:lnTo>
                  <a:pt x="633" y="695"/>
                </a:lnTo>
                <a:lnTo>
                  <a:pt x="633" y="695"/>
                </a:lnTo>
                <a:lnTo>
                  <a:pt x="637" y="690"/>
                </a:lnTo>
                <a:lnTo>
                  <a:pt x="639" y="683"/>
                </a:lnTo>
                <a:lnTo>
                  <a:pt x="639" y="683"/>
                </a:lnTo>
                <a:lnTo>
                  <a:pt x="665" y="654"/>
                </a:lnTo>
                <a:lnTo>
                  <a:pt x="691" y="622"/>
                </a:lnTo>
                <a:lnTo>
                  <a:pt x="718" y="586"/>
                </a:lnTo>
                <a:lnTo>
                  <a:pt x="743" y="546"/>
                </a:lnTo>
                <a:lnTo>
                  <a:pt x="743" y="546"/>
                </a:lnTo>
                <a:lnTo>
                  <a:pt x="758" y="550"/>
                </a:lnTo>
                <a:lnTo>
                  <a:pt x="774" y="554"/>
                </a:lnTo>
                <a:lnTo>
                  <a:pt x="791" y="555"/>
                </a:lnTo>
                <a:lnTo>
                  <a:pt x="806" y="556"/>
                </a:lnTo>
                <a:lnTo>
                  <a:pt x="806" y="556"/>
                </a:lnTo>
                <a:lnTo>
                  <a:pt x="827" y="555"/>
                </a:lnTo>
                <a:lnTo>
                  <a:pt x="847" y="551"/>
                </a:lnTo>
                <a:lnTo>
                  <a:pt x="868" y="546"/>
                </a:lnTo>
                <a:lnTo>
                  <a:pt x="887" y="540"/>
                </a:lnTo>
                <a:lnTo>
                  <a:pt x="887" y="540"/>
                </a:lnTo>
                <a:lnTo>
                  <a:pt x="906" y="530"/>
                </a:lnTo>
                <a:lnTo>
                  <a:pt x="925" y="519"/>
                </a:lnTo>
                <a:lnTo>
                  <a:pt x="941" y="507"/>
                </a:lnTo>
                <a:lnTo>
                  <a:pt x="956" y="493"/>
                </a:lnTo>
                <a:lnTo>
                  <a:pt x="970" y="478"/>
                </a:lnTo>
                <a:lnTo>
                  <a:pt x="983" y="461"/>
                </a:lnTo>
                <a:lnTo>
                  <a:pt x="993" y="443"/>
                </a:lnTo>
                <a:lnTo>
                  <a:pt x="1002" y="425"/>
                </a:lnTo>
                <a:lnTo>
                  <a:pt x="1002" y="425"/>
                </a:lnTo>
                <a:lnTo>
                  <a:pt x="1009" y="404"/>
                </a:lnTo>
                <a:lnTo>
                  <a:pt x="1014" y="383"/>
                </a:lnTo>
                <a:lnTo>
                  <a:pt x="1017" y="363"/>
                </a:lnTo>
                <a:lnTo>
                  <a:pt x="1018" y="342"/>
                </a:lnTo>
                <a:lnTo>
                  <a:pt x="1017" y="322"/>
                </a:lnTo>
                <a:lnTo>
                  <a:pt x="1014" y="301"/>
                </a:lnTo>
                <a:lnTo>
                  <a:pt x="1008" y="281"/>
                </a:lnTo>
                <a:lnTo>
                  <a:pt x="1002" y="263"/>
                </a:lnTo>
                <a:lnTo>
                  <a:pt x="993" y="243"/>
                </a:lnTo>
                <a:lnTo>
                  <a:pt x="983" y="226"/>
                </a:lnTo>
                <a:lnTo>
                  <a:pt x="971" y="210"/>
                </a:lnTo>
                <a:lnTo>
                  <a:pt x="957" y="194"/>
                </a:lnTo>
                <a:lnTo>
                  <a:pt x="942" y="180"/>
                </a:lnTo>
                <a:lnTo>
                  <a:pt x="925" y="168"/>
                </a:lnTo>
                <a:lnTo>
                  <a:pt x="906" y="157"/>
                </a:lnTo>
                <a:lnTo>
                  <a:pt x="887" y="148"/>
                </a:lnTo>
                <a:lnTo>
                  <a:pt x="887" y="148"/>
                </a:lnTo>
                <a:close/>
                <a:moveTo>
                  <a:pt x="154" y="481"/>
                </a:moveTo>
                <a:lnTo>
                  <a:pt x="154" y="481"/>
                </a:lnTo>
                <a:lnTo>
                  <a:pt x="140" y="474"/>
                </a:lnTo>
                <a:lnTo>
                  <a:pt x="129" y="467"/>
                </a:lnTo>
                <a:lnTo>
                  <a:pt x="117" y="458"/>
                </a:lnTo>
                <a:lnTo>
                  <a:pt x="106" y="448"/>
                </a:lnTo>
                <a:lnTo>
                  <a:pt x="96" y="438"/>
                </a:lnTo>
                <a:lnTo>
                  <a:pt x="88" y="426"/>
                </a:lnTo>
                <a:lnTo>
                  <a:pt x="80" y="413"/>
                </a:lnTo>
                <a:lnTo>
                  <a:pt x="74" y="400"/>
                </a:lnTo>
                <a:lnTo>
                  <a:pt x="74" y="400"/>
                </a:lnTo>
                <a:lnTo>
                  <a:pt x="70" y="386"/>
                </a:lnTo>
                <a:lnTo>
                  <a:pt x="66" y="373"/>
                </a:lnTo>
                <a:lnTo>
                  <a:pt x="64" y="359"/>
                </a:lnTo>
                <a:lnTo>
                  <a:pt x="63" y="345"/>
                </a:lnTo>
                <a:lnTo>
                  <a:pt x="63" y="331"/>
                </a:lnTo>
                <a:lnTo>
                  <a:pt x="65" y="319"/>
                </a:lnTo>
                <a:lnTo>
                  <a:pt x="68" y="305"/>
                </a:lnTo>
                <a:lnTo>
                  <a:pt x="73" y="292"/>
                </a:lnTo>
                <a:lnTo>
                  <a:pt x="78" y="280"/>
                </a:lnTo>
                <a:lnTo>
                  <a:pt x="85" y="268"/>
                </a:lnTo>
                <a:lnTo>
                  <a:pt x="92" y="256"/>
                </a:lnTo>
                <a:lnTo>
                  <a:pt x="101" y="247"/>
                </a:lnTo>
                <a:lnTo>
                  <a:pt x="110" y="236"/>
                </a:lnTo>
                <a:lnTo>
                  <a:pt x="120" y="227"/>
                </a:lnTo>
                <a:lnTo>
                  <a:pt x="132" y="219"/>
                </a:lnTo>
                <a:lnTo>
                  <a:pt x="144" y="212"/>
                </a:lnTo>
                <a:lnTo>
                  <a:pt x="144" y="212"/>
                </a:lnTo>
                <a:lnTo>
                  <a:pt x="152" y="252"/>
                </a:lnTo>
                <a:lnTo>
                  <a:pt x="162" y="290"/>
                </a:lnTo>
                <a:lnTo>
                  <a:pt x="173" y="326"/>
                </a:lnTo>
                <a:lnTo>
                  <a:pt x="184" y="361"/>
                </a:lnTo>
                <a:lnTo>
                  <a:pt x="197" y="395"/>
                </a:lnTo>
                <a:lnTo>
                  <a:pt x="211" y="428"/>
                </a:lnTo>
                <a:lnTo>
                  <a:pt x="226" y="459"/>
                </a:lnTo>
                <a:lnTo>
                  <a:pt x="241" y="488"/>
                </a:lnTo>
                <a:lnTo>
                  <a:pt x="241" y="488"/>
                </a:lnTo>
                <a:lnTo>
                  <a:pt x="230" y="490"/>
                </a:lnTo>
                <a:lnTo>
                  <a:pt x="220" y="491"/>
                </a:lnTo>
                <a:lnTo>
                  <a:pt x="209" y="491"/>
                </a:lnTo>
                <a:lnTo>
                  <a:pt x="197" y="491"/>
                </a:lnTo>
                <a:lnTo>
                  <a:pt x="187" y="490"/>
                </a:lnTo>
                <a:lnTo>
                  <a:pt x="176" y="487"/>
                </a:lnTo>
                <a:lnTo>
                  <a:pt x="165" y="485"/>
                </a:lnTo>
                <a:lnTo>
                  <a:pt x="154" y="481"/>
                </a:lnTo>
                <a:lnTo>
                  <a:pt x="154" y="481"/>
                </a:lnTo>
                <a:close/>
                <a:moveTo>
                  <a:pt x="699" y="922"/>
                </a:moveTo>
                <a:lnTo>
                  <a:pt x="699" y="922"/>
                </a:lnTo>
                <a:lnTo>
                  <a:pt x="709" y="923"/>
                </a:lnTo>
                <a:lnTo>
                  <a:pt x="717" y="925"/>
                </a:lnTo>
                <a:lnTo>
                  <a:pt x="725" y="927"/>
                </a:lnTo>
                <a:lnTo>
                  <a:pt x="733" y="931"/>
                </a:lnTo>
                <a:lnTo>
                  <a:pt x="739" y="935"/>
                </a:lnTo>
                <a:lnTo>
                  <a:pt x="746" y="941"/>
                </a:lnTo>
                <a:lnTo>
                  <a:pt x="751" y="947"/>
                </a:lnTo>
                <a:lnTo>
                  <a:pt x="755" y="954"/>
                </a:lnTo>
                <a:lnTo>
                  <a:pt x="263" y="954"/>
                </a:lnTo>
                <a:lnTo>
                  <a:pt x="263" y="954"/>
                </a:lnTo>
                <a:lnTo>
                  <a:pt x="268" y="947"/>
                </a:lnTo>
                <a:lnTo>
                  <a:pt x="273" y="941"/>
                </a:lnTo>
                <a:lnTo>
                  <a:pt x="279" y="935"/>
                </a:lnTo>
                <a:lnTo>
                  <a:pt x="286" y="931"/>
                </a:lnTo>
                <a:lnTo>
                  <a:pt x="294" y="927"/>
                </a:lnTo>
                <a:lnTo>
                  <a:pt x="301" y="925"/>
                </a:lnTo>
                <a:lnTo>
                  <a:pt x="310" y="923"/>
                </a:lnTo>
                <a:lnTo>
                  <a:pt x="318" y="922"/>
                </a:lnTo>
                <a:lnTo>
                  <a:pt x="318" y="922"/>
                </a:lnTo>
                <a:lnTo>
                  <a:pt x="333" y="922"/>
                </a:lnTo>
                <a:lnTo>
                  <a:pt x="350" y="919"/>
                </a:lnTo>
                <a:lnTo>
                  <a:pt x="365" y="915"/>
                </a:lnTo>
                <a:lnTo>
                  <a:pt x="380" y="910"/>
                </a:lnTo>
                <a:lnTo>
                  <a:pt x="394" y="903"/>
                </a:lnTo>
                <a:lnTo>
                  <a:pt x="406" y="896"/>
                </a:lnTo>
                <a:lnTo>
                  <a:pt x="419" y="886"/>
                </a:lnTo>
                <a:lnTo>
                  <a:pt x="431" y="875"/>
                </a:lnTo>
                <a:lnTo>
                  <a:pt x="431" y="875"/>
                </a:lnTo>
                <a:lnTo>
                  <a:pt x="440" y="865"/>
                </a:lnTo>
                <a:lnTo>
                  <a:pt x="448" y="854"/>
                </a:lnTo>
                <a:lnTo>
                  <a:pt x="456" y="842"/>
                </a:lnTo>
                <a:lnTo>
                  <a:pt x="462" y="830"/>
                </a:lnTo>
                <a:lnTo>
                  <a:pt x="468" y="817"/>
                </a:lnTo>
                <a:lnTo>
                  <a:pt x="471" y="805"/>
                </a:lnTo>
                <a:lnTo>
                  <a:pt x="474" y="792"/>
                </a:lnTo>
                <a:lnTo>
                  <a:pt x="476" y="778"/>
                </a:lnTo>
                <a:lnTo>
                  <a:pt x="476" y="778"/>
                </a:lnTo>
                <a:lnTo>
                  <a:pt x="490" y="788"/>
                </a:lnTo>
                <a:lnTo>
                  <a:pt x="490" y="788"/>
                </a:lnTo>
                <a:lnTo>
                  <a:pt x="494" y="792"/>
                </a:lnTo>
                <a:lnTo>
                  <a:pt x="500" y="793"/>
                </a:lnTo>
                <a:lnTo>
                  <a:pt x="504" y="795"/>
                </a:lnTo>
                <a:lnTo>
                  <a:pt x="509" y="795"/>
                </a:lnTo>
                <a:lnTo>
                  <a:pt x="509" y="795"/>
                </a:lnTo>
                <a:lnTo>
                  <a:pt x="514" y="795"/>
                </a:lnTo>
                <a:lnTo>
                  <a:pt x="519" y="793"/>
                </a:lnTo>
                <a:lnTo>
                  <a:pt x="523" y="792"/>
                </a:lnTo>
                <a:lnTo>
                  <a:pt x="528" y="788"/>
                </a:lnTo>
                <a:lnTo>
                  <a:pt x="528" y="788"/>
                </a:lnTo>
                <a:lnTo>
                  <a:pt x="543" y="778"/>
                </a:lnTo>
                <a:lnTo>
                  <a:pt x="543" y="778"/>
                </a:lnTo>
                <a:lnTo>
                  <a:pt x="544" y="792"/>
                </a:lnTo>
                <a:lnTo>
                  <a:pt x="547" y="805"/>
                </a:lnTo>
                <a:lnTo>
                  <a:pt x="551" y="817"/>
                </a:lnTo>
                <a:lnTo>
                  <a:pt x="557" y="830"/>
                </a:lnTo>
                <a:lnTo>
                  <a:pt x="562" y="842"/>
                </a:lnTo>
                <a:lnTo>
                  <a:pt x="570" y="854"/>
                </a:lnTo>
                <a:lnTo>
                  <a:pt x="578" y="865"/>
                </a:lnTo>
                <a:lnTo>
                  <a:pt x="588" y="875"/>
                </a:lnTo>
                <a:lnTo>
                  <a:pt x="588" y="875"/>
                </a:lnTo>
                <a:lnTo>
                  <a:pt x="600" y="886"/>
                </a:lnTo>
                <a:lnTo>
                  <a:pt x="611" y="896"/>
                </a:lnTo>
                <a:lnTo>
                  <a:pt x="625" y="903"/>
                </a:lnTo>
                <a:lnTo>
                  <a:pt x="639" y="910"/>
                </a:lnTo>
                <a:lnTo>
                  <a:pt x="653" y="915"/>
                </a:lnTo>
                <a:lnTo>
                  <a:pt x="668" y="919"/>
                </a:lnTo>
                <a:lnTo>
                  <a:pt x="684" y="922"/>
                </a:lnTo>
                <a:lnTo>
                  <a:pt x="699" y="922"/>
                </a:lnTo>
                <a:lnTo>
                  <a:pt x="699" y="922"/>
                </a:lnTo>
                <a:close/>
                <a:moveTo>
                  <a:pt x="509" y="722"/>
                </a:moveTo>
                <a:lnTo>
                  <a:pt x="509" y="722"/>
                </a:lnTo>
                <a:lnTo>
                  <a:pt x="494" y="709"/>
                </a:lnTo>
                <a:lnTo>
                  <a:pt x="476" y="692"/>
                </a:lnTo>
                <a:lnTo>
                  <a:pt x="456" y="672"/>
                </a:lnTo>
                <a:lnTo>
                  <a:pt x="432" y="647"/>
                </a:lnTo>
                <a:lnTo>
                  <a:pt x="408" y="618"/>
                </a:lnTo>
                <a:lnTo>
                  <a:pt x="382" y="586"/>
                </a:lnTo>
                <a:lnTo>
                  <a:pt x="355" y="550"/>
                </a:lnTo>
                <a:lnTo>
                  <a:pt x="329" y="511"/>
                </a:lnTo>
                <a:lnTo>
                  <a:pt x="316" y="489"/>
                </a:lnTo>
                <a:lnTo>
                  <a:pt x="303" y="467"/>
                </a:lnTo>
                <a:lnTo>
                  <a:pt x="292" y="444"/>
                </a:lnTo>
                <a:lnTo>
                  <a:pt x="280" y="420"/>
                </a:lnTo>
                <a:lnTo>
                  <a:pt x="268" y="395"/>
                </a:lnTo>
                <a:lnTo>
                  <a:pt x="257" y="369"/>
                </a:lnTo>
                <a:lnTo>
                  <a:pt x="247" y="342"/>
                </a:lnTo>
                <a:lnTo>
                  <a:pt x="237" y="315"/>
                </a:lnTo>
                <a:lnTo>
                  <a:pt x="228" y="286"/>
                </a:lnTo>
                <a:lnTo>
                  <a:pt x="220" y="257"/>
                </a:lnTo>
                <a:lnTo>
                  <a:pt x="212" y="227"/>
                </a:lnTo>
                <a:lnTo>
                  <a:pt x="206" y="196"/>
                </a:lnTo>
                <a:lnTo>
                  <a:pt x="200" y="164"/>
                </a:lnTo>
                <a:lnTo>
                  <a:pt x="196" y="132"/>
                </a:lnTo>
                <a:lnTo>
                  <a:pt x="193" y="98"/>
                </a:lnTo>
                <a:lnTo>
                  <a:pt x="192" y="63"/>
                </a:lnTo>
                <a:lnTo>
                  <a:pt x="827" y="63"/>
                </a:lnTo>
                <a:lnTo>
                  <a:pt x="827" y="63"/>
                </a:lnTo>
                <a:lnTo>
                  <a:pt x="825" y="98"/>
                </a:lnTo>
                <a:lnTo>
                  <a:pt x="822" y="132"/>
                </a:lnTo>
                <a:lnTo>
                  <a:pt x="817" y="164"/>
                </a:lnTo>
                <a:lnTo>
                  <a:pt x="812" y="196"/>
                </a:lnTo>
                <a:lnTo>
                  <a:pt x="806" y="227"/>
                </a:lnTo>
                <a:lnTo>
                  <a:pt x="798" y="257"/>
                </a:lnTo>
                <a:lnTo>
                  <a:pt x="791" y="286"/>
                </a:lnTo>
                <a:lnTo>
                  <a:pt x="781" y="315"/>
                </a:lnTo>
                <a:lnTo>
                  <a:pt x="771" y="342"/>
                </a:lnTo>
                <a:lnTo>
                  <a:pt x="762" y="369"/>
                </a:lnTo>
                <a:lnTo>
                  <a:pt x="750" y="395"/>
                </a:lnTo>
                <a:lnTo>
                  <a:pt x="739" y="420"/>
                </a:lnTo>
                <a:lnTo>
                  <a:pt x="726" y="444"/>
                </a:lnTo>
                <a:lnTo>
                  <a:pt x="714" y="467"/>
                </a:lnTo>
                <a:lnTo>
                  <a:pt x="702" y="489"/>
                </a:lnTo>
                <a:lnTo>
                  <a:pt x="689" y="511"/>
                </a:lnTo>
                <a:lnTo>
                  <a:pt x="663" y="550"/>
                </a:lnTo>
                <a:lnTo>
                  <a:pt x="636" y="586"/>
                </a:lnTo>
                <a:lnTo>
                  <a:pt x="610" y="618"/>
                </a:lnTo>
                <a:lnTo>
                  <a:pt x="586" y="647"/>
                </a:lnTo>
                <a:lnTo>
                  <a:pt x="563" y="672"/>
                </a:lnTo>
                <a:lnTo>
                  <a:pt x="542" y="692"/>
                </a:lnTo>
                <a:lnTo>
                  <a:pt x="523" y="709"/>
                </a:lnTo>
                <a:lnTo>
                  <a:pt x="509" y="722"/>
                </a:lnTo>
                <a:lnTo>
                  <a:pt x="509" y="722"/>
                </a:lnTo>
                <a:close/>
                <a:moveTo>
                  <a:pt x="943" y="400"/>
                </a:moveTo>
                <a:lnTo>
                  <a:pt x="943" y="400"/>
                </a:lnTo>
                <a:lnTo>
                  <a:pt x="936" y="413"/>
                </a:lnTo>
                <a:lnTo>
                  <a:pt x="929" y="426"/>
                </a:lnTo>
                <a:lnTo>
                  <a:pt x="920" y="438"/>
                </a:lnTo>
                <a:lnTo>
                  <a:pt x="911" y="448"/>
                </a:lnTo>
                <a:lnTo>
                  <a:pt x="900" y="458"/>
                </a:lnTo>
                <a:lnTo>
                  <a:pt x="889" y="467"/>
                </a:lnTo>
                <a:lnTo>
                  <a:pt x="876" y="474"/>
                </a:lnTo>
                <a:lnTo>
                  <a:pt x="864" y="481"/>
                </a:lnTo>
                <a:lnTo>
                  <a:pt x="864" y="481"/>
                </a:lnTo>
                <a:lnTo>
                  <a:pt x="853" y="485"/>
                </a:lnTo>
                <a:lnTo>
                  <a:pt x="842" y="487"/>
                </a:lnTo>
                <a:lnTo>
                  <a:pt x="831" y="490"/>
                </a:lnTo>
                <a:lnTo>
                  <a:pt x="821" y="491"/>
                </a:lnTo>
                <a:lnTo>
                  <a:pt x="809" y="491"/>
                </a:lnTo>
                <a:lnTo>
                  <a:pt x="798" y="491"/>
                </a:lnTo>
                <a:lnTo>
                  <a:pt x="787" y="490"/>
                </a:lnTo>
                <a:lnTo>
                  <a:pt x="777" y="489"/>
                </a:lnTo>
                <a:lnTo>
                  <a:pt x="777" y="489"/>
                </a:lnTo>
                <a:lnTo>
                  <a:pt x="792" y="459"/>
                </a:lnTo>
                <a:lnTo>
                  <a:pt x="807" y="428"/>
                </a:lnTo>
                <a:lnTo>
                  <a:pt x="821" y="396"/>
                </a:lnTo>
                <a:lnTo>
                  <a:pt x="833" y="361"/>
                </a:lnTo>
                <a:lnTo>
                  <a:pt x="845" y="326"/>
                </a:lnTo>
                <a:lnTo>
                  <a:pt x="856" y="290"/>
                </a:lnTo>
                <a:lnTo>
                  <a:pt x="866" y="252"/>
                </a:lnTo>
                <a:lnTo>
                  <a:pt x="874" y="212"/>
                </a:lnTo>
                <a:lnTo>
                  <a:pt x="874" y="212"/>
                </a:lnTo>
                <a:lnTo>
                  <a:pt x="886" y="220"/>
                </a:lnTo>
                <a:lnTo>
                  <a:pt x="898" y="227"/>
                </a:lnTo>
                <a:lnTo>
                  <a:pt x="908" y="237"/>
                </a:lnTo>
                <a:lnTo>
                  <a:pt x="917" y="247"/>
                </a:lnTo>
                <a:lnTo>
                  <a:pt x="926" y="257"/>
                </a:lnTo>
                <a:lnTo>
                  <a:pt x="933" y="268"/>
                </a:lnTo>
                <a:lnTo>
                  <a:pt x="940" y="280"/>
                </a:lnTo>
                <a:lnTo>
                  <a:pt x="945" y="293"/>
                </a:lnTo>
                <a:lnTo>
                  <a:pt x="949" y="306"/>
                </a:lnTo>
                <a:lnTo>
                  <a:pt x="952" y="319"/>
                </a:lnTo>
                <a:lnTo>
                  <a:pt x="954" y="332"/>
                </a:lnTo>
                <a:lnTo>
                  <a:pt x="955" y="345"/>
                </a:lnTo>
                <a:lnTo>
                  <a:pt x="954" y="359"/>
                </a:lnTo>
                <a:lnTo>
                  <a:pt x="952" y="373"/>
                </a:lnTo>
                <a:lnTo>
                  <a:pt x="948" y="386"/>
                </a:lnTo>
                <a:lnTo>
                  <a:pt x="943" y="400"/>
                </a:lnTo>
                <a:lnTo>
                  <a:pt x="943" y="40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21" name="矩形 20"/>
          <p:cNvSpPr/>
          <p:nvPr/>
        </p:nvSpPr>
        <p:spPr>
          <a:xfrm>
            <a:off x="299774" y="1711543"/>
            <a:ext cx="4098899" cy="853695"/>
          </a:xfrm>
          <a:prstGeom prst="rect">
            <a:avLst/>
          </a:prstGeom>
        </p:spPr>
        <p:txBody>
          <a:bodyPr wrap="square">
            <a:spAutoFit/>
          </a:bodyPr>
          <a:lstStyle/>
          <a:p>
            <a:pPr algn="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01.INPUT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2" name="矩形 21"/>
          <p:cNvSpPr/>
          <p:nvPr/>
        </p:nvSpPr>
        <p:spPr>
          <a:xfrm>
            <a:off x="299774" y="3326703"/>
            <a:ext cx="4098899" cy="853695"/>
          </a:xfrm>
          <a:prstGeom prst="rect">
            <a:avLst/>
          </a:prstGeom>
        </p:spPr>
        <p:txBody>
          <a:bodyPr wrap="square">
            <a:spAutoFit/>
          </a:bodyPr>
          <a:lstStyle/>
          <a:p>
            <a:pPr algn="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02.INPUT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3" name="矩形 22"/>
          <p:cNvSpPr/>
          <p:nvPr/>
        </p:nvSpPr>
        <p:spPr>
          <a:xfrm>
            <a:off x="390892" y="4826900"/>
            <a:ext cx="4007781" cy="864814"/>
          </a:xfrm>
          <a:prstGeom prst="rect">
            <a:avLst/>
          </a:prstGeom>
        </p:spPr>
        <p:txBody>
          <a:bodyPr wrap="square">
            <a:spAutoFit/>
          </a:bodyPr>
          <a:lstStyle/>
          <a:p>
            <a:pPr algn="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03.INPUT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cxnSp>
        <p:nvCxnSpPr>
          <p:cNvPr id="24" name="直接连接符 23"/>
          <p:cNvCxnSpPr/>
          <p:nvPr/>
        </p:nvCxnSpPr>
        <p:spPr>
          <a:xfrm>
            <a:off x="6096000" y="1711543"/>
            <a:ext cx="0" cy="4088793"/>
          </a:xfrm>
          <a:prstGeom prst="line">
            <a:avLst/>
          </a:prstGeom>
          <a:ln>
            <a:solidFill>
              <a:srgbClr val="416D85"/>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p:tgtEl>
                                          <p:spTgt spid="6"/>
                                        </p:tgtEl>
                                        <p:attrNameLst>
                                          <p:attrName>ppt_y</p:attrName>
                                        </p:attrNameLst>
                                      </p:cBhvr>
                                      <p:tavLst>
                                        <p:tav tm="0">
                                          <p:val>
                                            <p:strVal val="#ppt_y+#ppt_h*1.125000"/>
                                          </p:val>
                                        </p:tav>
                                        <p:tav tm="100000">
                                          <p:val>
                                            <p:strVal val="#ppt_y"/>
                                          </p:val>
                                        </p:tav>
                                      </p:tavLst>
                                    </p:anim>
                                    <p:animEffect transition="in" filter="wipe(up)">
                                      <p:cBhvr>
                                        <p:cTn id="16" dur="500"/>
                                        <p:tgtEl>
                                          <p:spTgt spid="6"/>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p:tgtEl>
                                          <p:spTgt spid="7"/>
                                        </p:tgtEl>
                                        <p:attrNameLst>
                                          <p:attrName>ppt_y</p:attrName>
                                        </p:attrNameLst>
                                      </p:cBhvr>
                                      <p:tavLst>
                                        <p:tav tm="0">
                                          <p:val>
                                            <p:strVal val="#ppt_y+#ppt_h*1.125000"/>
                                          </p:val>
                                        </p:tav>
                                        <p:tav tm="100000">
                                          <p:val>
                                            <p:strVal val="#ppt_y"/>
                                          </p:val>
                                        </p:tav>
                                      </p:tavLst>
                                    </p:anim>
                                    <p:animEffect transition="in" filter="wipe(up)">
                                      <p:cBhvr>
                                        <p:cTn id="20" dur="500"/>
                                        <p:tgtEl>
                                          <p:spTgt spid="7"/>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p:tgtEl>
                                          <p:spTgt spid="10"/>
                                        </p:tgtEl>
                                        <p:attrNameLst>
                                          <p:attrName>ppt_y</p:attrName>
                                        </p:attrNameLst>
                                      </p:cBhvr>
                                      <p:tavLst>
                                        <p:tav tm="0">
                                          <p:val>
                                            <p:strVal val="#ppt_y+#ppt_h*1.125000"/>
                                          </p:val>
                                        </p:tav>
                                        <p:tav tm="100000">
                                          <p:val>
                                            <p:strVal val="#ppt_y"/>
                                          </p:val>
                                        </p:tav>
                                      </p:tavLst>
                                    </p:anim>
                                    <p:animEffect transition="in" filter="wipe(up)">
                                      <p:cBhvr>
                                        <p:cTn id="24" dur="500"/>
                                        <p:tgtEl>
                                          <p:spTgt spid="10"/>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p:tgtEl>
                                          <p:spTgt spid="11"/>
                                        </p:tgtEl>
                                        <p:attrNameLst>
                                          <p:attrName>ppt_y</p:attrName>
                                        </p:attrNameLst>
                                      </p:cBhvr>
                                      <p:tavLst>
                                        <p:tav tm="0">
                                          <p:val>
                                            <p:strVal val="#ppt_y+#ppt_h*1.125000"/>
                                          </p:val>
                                        </p:tav>
                                        <p:tav tm="100000">
                                          <p:val>
                                            <p:strVal val="#ppt_y"/>
                                          </p:val>
                                        </p:tav>
                                      </p:tavLst>
                                    </p:anim>
                                    <p:animEffect transition="in" filter="wipe(up)">
                                      <p:cBhvr>
                                        <p:cTn id="28" dur="500"/>
                                        <p:tgtEl>
                                          <p:spTgt spid="11"/>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p:tgtEl>
                                          <p:spTgt spid="12"/>
                                        </p:tgtEl>
                                        <p:attrNameLst>
                                          <p:attrName>ppt_y</p:attrName>
                                        </p:attrNameLst>
                                      </p:cBhvr>
                                      <p:tavLst>
                                        <p:tav tm="0">
                                          <p:val>
                                            <p:strVal val="#ppt_y+#ppt_h*1.125000"/>
                                          </p:val>
                                        </p:tav>
                                        <p:tav tm="100000">
                                          <p:val>
                                            <p:strVal val="#ppt_y"/>
                                          </p:val>
                                        </p:tav>
                                      </p:tavLst>
                                    </p:anim>
                                    <p:animEffect transition="in" filter="wipe(up)">
                                      <p:cBhvr>
                                        <p:cTn id="32" dur="500"/>
                                        <p:tgtEl>
                                          <p:spTgt spid="12"/>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p:tgtEl>
                                          <p:spTgt spid="13"/>
                                        </p:tgtEl>
                                        <p:attrNameLst>
                                          <p:attrName>ppt_y</p:attrName>
                                        </p:attrNameLst>
                                      </p:cBhvr>
                                      <p:tavLst>
                                        <p:tav tm="0">
                                          <p:val>
                                            <p:strVal val="#ppt_y+#ppt_h*1.125000"/>
                                          </p:val>
                                        </p:tav>
                                        <p:tav tm="100000">
                                          <p:val>
                                            <p:strVal val="#ppt_y"/>
                                          </p:val>
                                        </p:tav>
                                      </p:tavLst>
                                    </p:anim>
                                    <p:animEffect transition="in" filter="wipe(up)">
                                      <p:cBhvr>
                                        <p:cTn id="36" dur="500"/>
                                        <p:tgtEl>
                                          <p:spTgt spid="13"/>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p:tgtEl>
                                          <p:spTgt spid="14"/>
                                        </p:tgtEl>
                                        <p:attrNameLst>
                                          <p:attrName>ppt_y</p:attrName>
                                        </p:attrNameLst>
                                      </p:cBhvr>
                                      <p:tavLst>
                                        <p:tav tm="0">
                                          <p:val>
                                            <p:strVal val="#ppt_y+#ppt_h*1.125000"/>
                                          </p:val>
                                        </p:tav>
                                        <p:tav tm="100000">
                                          <p:val>
                                            <p:strVal val="#ppt_y"/>
                                          </p:val>
                                        </p:tav>
                                      </p:tavLst>
                                    </p:anim>
                                    <p:animEffect transition="in" filter="wipe(up)">
                                      <p:cBhvr>
                                        <p:cTn id="40" dur="500"/>
                                        <p:tgtEl>
                                          <p:spTgt spid="14"/>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p:tgtEl>
                                          <p:spTgt spid="15"/>
                                        </p:tgtEl>
                                        <p:attrNameLst>
                                          <p:attrName>ppt_y</p:attrName>
                                        </p:attrNameLst>
                                      </p:cBhvr>
                                      <p:tavLst>
                                        <p:tav tm="0">
                                          <p:val>
                                            <p:strVal val="#ppt_y+#ppt_h*1.125000"/>
                                          </p:val>
                                        </p:tav>
                                        <p:tav tm="100000">
                                          <p:val>
                                            <p:strVal val="#ppt_y"/>
                                          </p:val>
                                        </p:tav>
                                      </p:tavLst>
                                    </p:anim>
                                    <p:animEffect transition="in" filter="wipe(up)">
                                      <p:cBhvr>
                                        <p:cTn id="44" dur="500"/>
                                        <p:tgtEl>
                                          <p:spTgt spid="15"/>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p:tgtEl>
                                          <p:spTgt spid="16"/>
                                        </p:tgtEl>
                                        <p:attrNameLst>
                                          <p:attrName>ppt_y</p:attrName>
                                        </p:attrNameLst>
                                      </p:cBhvr>
                                      <p:tavLst>
                                        <p:tav tm="0">
                                          <p:val>
                                            <p:strVal val="#ppt_y+#ppt_h*1.125000"/>
                                          </p:val>
                                        </p:tav>
                                        <p:tav tm="100000">
                                          <p:val>
                                            <p:strVal val="#ppt_y"/>
                                          </p:val>
                                        </p:tav>
                                      </p:tavLst>
                                    </p:anim>
                                    <p:animEffect transition="in" filter="wipe(up)">
                                      <p:cBhvr>
                                        <p:cTn id="48" dur="500"/>
                                        <p:tgtEl>
                                          <p:spTgt spid="16"/>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p:tgtEl>
                                          <p:spTgt spid="17"/>
                                        </p:tgtEl>
                                        <p:attrNameLst>
                                          <p:attrName>ppt_y</p:attrName>
                                        </p:attrNameLst>
                                      </p:cBhvr>
                                      <p:tavLst>
                                        <p:tav tm="0">
                                          <p:val>
                                            <p:strVal val="#ppt_y+#ppt_h*1.125000"/>
                                          </p:val>
                                        </p:tav>
                                        <p:tav tm="100000">
                                          <p:val>
                                            <p:strVal val="#ppt_y"/>
                                          </p:val>
                                        </p:tav>
                                      </p:tavLst>
                                    </p:anim>
                                    <p:animEffect transition="in" filter="wipe(up)">
                                      <p:cBhvr>
                                        <p:cTn id="52" dur="500"/>
                                        <p:tgtEl>
                                          <p:spTgt spid="17"/>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p:tgtEl>
                                          <p:spTgt spid="18"/>
                                        </p:tgtEl>
                                        <p:attrNameLst>
                                          <p:attrName>ppt_y</p:attrName>
                                        </p:attrNameLst>
                                      </p:cBhvr>
                                      <p:tavLst>
                                        <p:tav tm="0">
                                          <p:val>
                                            <p:strVal val="#ppt_y+#ppt_h*1.125000"/>
                                          </p:val>
                                        </p:tav>
                                        <p:tav tm="100000">
                                          <p:val>
                                            <p:strVal val="#ppt_y"/>
                                          </p:val>
                                        </p:tav>
                                      </p:tavLst>
                                    </p:anim>
                                    <p:animEffect transition="in" filter="wipe(up)">
                                      <p:cBhvr>
                                        <p:cTn id="56" dur="500"/>
                                        <p:tgtEl>
                                          <p:spTgt spid="18"/>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p:tgtEl>
                                          <p:spTgt spid="19"/>
                                        </p:tgtEl>
                                        <p:attrNameLst>
                                          <p:attrName>ppt_y</p:attrName>
                                        </p:attrNameLst>
                                      </p:cBhvr>
                                      <p:tavLst>
                                        <p:tav tm="0">
                                          <p:val>
                                            <p:strVal val="#ppt_y+#ppt_h*1.125000"/>
                                          </p:val>
                                        </p:tav>
                                        <p:tav tm="100000">
                                          <p:val>
                                            <p:strVal val="#ppt_y"/>
                                          </p:val>
                                        </p:tav>
                                      </p:tavLst>
                                    </p:anim>
                                    <p:animEffect transition="in" filter="wipe(up)">
                                      <p:cBhvr>
                                        <p:cTn id="60" dur="500"/>
                                        <p:tgtEl>
                                          <p:spTgt spid="19"/>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p:tgtEl>
                                          <p:spTgt spid="20"/>
                                        </p:tgtEl>
                                        <p:attrNameLst>
                                          <p:attrName>ppt_y</p:attrName>
                                        </p:attrNameLst>
                                      </p:cBhvr>
                                      <p:tavLst>
                                        <p:tav tm="0">
                                          <p:val>
                                            <p:strVal val="#ppt_y+#ppt_h*1.125000"/>
                                          </p:val>
                                        </p:tav>
                                        <p:tav tm="100000">
                                          <p:val>
                                            <p:strVal val="#ppt_y"/>
                                          </p:val>
                                        </p:tav>
                                      </p:tavLst>
                                    </p:anim>
                                    <p:animEffect transition="in" filter="wipe(up)">
                                      <p:cBhvr>
                                        <p:cTn id="64" dur="500"/>
                                        <p:tgtEl>
                                          <p:spTgt spid="20"/>
                                        </p:tgtEl>
                                      </p:cBhvr>
                                    </p:animEffect>
                                  </p:childTnLst>
                                </p:cTn>
                              </p:par>
                              <p:par>
                                <p:cTn id="65" presetID="1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p:tgtEl>
                                          <p:spTgt spid="21"/>
                                        </p:tgtEl>
                                        <p:attrNameLst>
                                          <p:attrName>ppt_y</p:attrName>
                                        </p:attrNameLst>
                                      </p:cBhvr>
                                      <p:tavLst>
                                        <p:tav tm="0">
                                          <p:val>
                                            <p:strVal val="#ppt_y+#ppt_h*1.125000"/>
                                          </p:val>
                                        </p:tav>
                                        <p:tav tm="100000">
                                          <p:val>
                                            <p:strVal val="#ppt_y"/>
                                          </p:val>
                                        </p:tav>
                                      </p:tavLst>
                                    </p:anim>
                                    <p:animEffect transition="in" filter="wipe(up)">
                                      <p:cBhvr>
                                        <p:cTn id="68" dur="500"/>
                                        <p:tgtEl>
                                          <p:spTgt spid="21"/>
                                        </p:tgtEl>
                                      </p:cBhvr>
                                    </p:animEffect>
                                  </p:childTnLst>
                                </p:cTn>
                              </p:par>
                              <p:par>
                                <p:cTn id="69" presetID="1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p:tgtEl>
                                          <p:spTgt spid="22"/>
                                        </p:tgtEl>
                                        <p:attrNameLst>
                                          <p:attrName>ppt_y</p:attrName>
                                        </p:attrNameLst>
                                      </p:cBhvr>
                                      <p:tavLst>
                                        <p:tav tm="0">
                                          <p:val>
                                            <p:strVal val="#ppt_y+#ppt_h*1.125000"/>
                                          </p:val>
                                        </p:tav>
                                        <p:tav tm="100000">
                                          <p:val>
                                            <p:strVal val="#ppt_y"/>
                                          </p:val>
                                        </p:tav>
                                      </p:tavLst>
                                    </p:anim>
                                    <p:animEffect transition="in" filter="wipe(up)">
                                      <p:cBhvr>
                                        <p:cTn id="72" dur="500"/>
                                        <p:tgtEl>
                                          <p:spTgt spid="22"/>
                                        </p:tgtEl>
                                      </p:cBhvr>
                                    </p:animEffect>
                                  </p:childTnLst>
                                </p:cTn>
                              </p:par>
                              <p:par>
                                <p:cTn id="73" presetID="12" presetClass="entr" presetSubtype="4"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p:tgtEl>
                                          <p:spTgt spid="23"/>
                                        </p:tgtEl>
                                        <p:attrNameLst>
                                          <p:attrName>ppt_y</p:attrName>
                                        </p:attrNameLst>
                                      </p:cBhvr>
                                      <p:tavLst>
                                        <p:tav tm="0">
                                          <p:val>
                                            <p:strVal val="#ppt_y+#ppt_h*1.125000"/>
                                          </p:val>
                                        </p:tav>
                                        <p:tav tm="100000">
                                          <p:val>
                                            <p:strVal val="#ppt_y"/>
                                          </p:val>
                                        </p:tav>
                                      </p:tavLst>
                                    </p:anim>
                                    <p:animEffect transition="in" filter="wipe(up)">
                                      <p:cBhvr>
                                        <p:cTn id="76" dur="500"/>
                                        <p:tgtEl>
                                          <p:spTgt spid="23"/>
                                        </p:tgtEl>
                                      </p:cBhvr>
                                    </p:animEffect>
                                  </p:childTnLst>
                                </p:cTn>
                              </p:par>
                              <p:par>
                                <p:cTn id="77" presetID="12" presetClass="entr" presetSubtype="4"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p:tgtEl>
                                          <p:spTgt spid="24"/>
                                        </p:tgtEl>
                                        <p:attrNameLst>
                                          <p:attrName>ppt_y</p:attrName>
                                        </p:attrNameLst>
                                      </p:cBhvr>
                                      <p:tavLst>
                                        <p:tav tm="0">
                                          <p:val>
                                            <p:strVal val="#ppt_y+#ppt_h*1.125000"/>
                                          </p:val>
                                        </p:tav>
                                        <p:tav tm="100000">
                                          <p:val>
                                            <p:strVal val="#ppt_y"/>
                                          </p:val>
                                        </p:tav>
                                      </p:tavLst>
                                    </p:anim>
                                    <p:animEffect transition="in" filter="wipe(up)">
                                      <p:cBhvr>
                                        <p:cTn id="8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1" grpId="0"/>
      <p:bldP spid="12" grpId="0" animBg="1"/>
      <p:bldP spid="13" grpId="0"/>
      <p:bldP spid="14" grpId="0" animBg="1"/>
      <p:bldP spid="15" grpId="0" animBg="1"/>
      <p:bldP spid="16" grpId="0" animBg="1"/>
      <p:bldP spid="17" grpId="0" animBg="1"/>
      <p:bldP spid="18" grpId="0" animBg="1"/>
      <p:bldP spid="19" grpId="0" animBg="1"/>
      <p:bldP spid="20" grpId="0" animBg="1"/>
      <p:bldP spid="21" grpId="0"/>
      <p:bldP spid="22" grpId="0"/>
      <p:bldP spid="23" grpId="0"/>
      <p:bldP spid="4" grpId="1" animBg="1"/>
      <p:bldP spid="5" grpId="1" animBg="1"/>
      <p:bldP spid="6" grpId="1" animBg="1"/>
      <p:bldP spid="7" grpId="1" animBg="1"/>
      <p:bldP spid="10" grpId="1"/>
      <p:bldP spid="11" grpId="1"/>
      <p:bldP spid="12" grpId="1" animBg="1"/>
      <p:bldP spid="13" grpId="1"/>
      <p:bldP spid="14" grpId="1" animBg="1"/>
      <p:bldP spid="15" grpId="1" animBg="1"/>
      <p:bldP spid="16" grpId="1" animBg="1"/>
      <p:bldP spid="17" grpId="1" animBg="1"/>
      <p:bldP spid="18" grpId="1" animBg="1"/>
      <p:bldP spid="19" grpId="1" animBg="1"/>
      <p:bldP spid="20" grpId="1" animBg="1"/>
      <p:bldP spid="21" grpId="1"/>
      <p:bldP spid="22" grpId="1"/>
      <p:bldP spid="23"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cstate="email"/>
          <a:srcRect l="8839" t="8289" r="7208" b="64029"/>
          <a:stretch>
            <a:fillRect/>
          </a:stretch>
        </p:blipFill>
        <p:spPr>
          <a:xfrm rot="10800000">
            <a:off x="-1" y="0"/>
            <a:ext cx="12192000" cy="1916174"/>
          </a:xfrm>
          <a:prstGeom prst="rect">
            <a:avLst/>
          </a:prstGeom>
        </p:spPr>
      </p:pic>
      <p:pic>
        <p:nvPicPr>
          <p:cNvPr id="16" name="图片 15"/>
          <p:cNvPicPr>
            <a:picLocks noChangeAspect="1"/>
          </p:cNvPicPr>
          <p:nvPr/>
        </p:nvPicPr>
        <p:blipFill rotWithShape="1">
          <a:blip r:embed="rId1" cstate="email"/>
          <a:srcRect l="8839" t="8289" r="7208" b="64029"/>
          <a:stretch>
            <a:fillRect/>
          </a:stretch>
        </p:blipFill>
        <p:spPr>
          <a:xfrm>
            <a:off x="-1667" y="4941826"/>
            <a:ext cx="12192000" cy="1916174"/>
          </a:xfrm>
          <a:prstGeom prst="rect">
            <a:avLst/>
          </a:prstGeom>
        </p:spPr>
      </p:pic>
      <p:sp>
        <p:nvSpPr>
          <p:cNvPr id="4" name="文本框 3"/>
          <p:cNvSpPr txBox="1"/>
          <p:nvPr/>
        </p:nvSpPr>
        <p:spPr>
          <a:xfrm>
            <a:off x="3100701" y="2107950"/>
            <a:ext cx="6022345" cy="1015663"/>
          </a:xfrm>
          <a:prstGeom prst="rect">
            <a:avLst/>
          </a:prstGeom>
          <a:noFill/>
        </p:spPr>
        <p:txBody>
          <a:bodyPr wrap="square" rtlCol="0">
            <a:spAutoFit/>
          </a:bodyPr>
          <a:lstStyle/>
          <a:p>
            <a:pPr algn="ctr"/>
            <a:r>
              <a:rPr lang="zh-CN" altLang="en-US" sz="6000" dirty="0">
                <a:solidFill>
                  <a:srgbClr val="3E5879"/>
                </a:solidFill>
                <a:latin typeface="方正清刻本悦宋简体" panose="02000000000000000000" pitchFamily="2" charset="-122"/>
                <a:ea typeface="方正清刻本悦宋简体" panose="02000000000000000000" pitchFamily="2" charset="-122"/>
              </a:rPr>
              <a:t>输入标题内容</a:t>
            </a:r>
            <a:endParaRPr lang="zh-CN" altLang="en-US" sz="60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5" name="文本框 4"/>
          <p:cNvSpPr txBox="1"/>
          <p:nvPr/>
        </p:nvSpPr>
        <p:spPr>
          <a:xfrm>
            <a:off x="3286539" y="3123613"/>
            <a:ext cx="5632174" cy="338554"/>
          </a:xfrm>
          <a:prstGeom prst="rect">
            <a:avLst/>
          </a:prstGeom>
          <a:noFill/>
        </p:spPr>
        <p:txBody>
          <a:bodyPr wrap="square" rtlCol="0">
            <a:spAutoFit/>
          </a:bodyPr>
          <a:lstStyle/>
          <a:p>
            <a:pPr algn="dist"/>
            <a:r>
              <a:rPr lang="zh-CN" altLang="en-US" sz="16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6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6" name="矩形: 圆角 5"/>
          <p:cNvSpPr/>
          <p:nvPr/>
        </p:nvSpPr>
        <p:spPr>
          <a:xfrm>
            <a:off x="3176080" y="3078742"/>
            <a:ext cx="5836507" cy="406286"/>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308140" y="3658793"/>
            <a:ext cx="3578865" cy="993285"/>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84175" y="1508926"/>
            <a:ext cx="6372225" cy="4168049"/>
          </a:xfrm>
          <a:prstGeom prst="rect">
            <a:avLst/>
          </a:prstGeom>
          <a:blipFill>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756400" y="1508926"/>
            <a:ext cx="5064125" cy="4168049"/>
          </a:xfrm>
          <a:prstGeom prst="rect">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DESIGN STRACTURE…"/>
          <p:cNvSpPr txBox="1"/>
          <p:nvPr/>
        </p:nvSpPr>
        <p:spPr>
          <a:xfrm>
            <a:off x="7196045" y="2485400"/>
            <a:ext cx="4386355" cy="1843966"/>
          </a:xfrm>
          <a:prstGeom prst="rect">
            <a:avLst/>
          </a:prstGeom>
          <a:ln w="12700">
            <a:miter lim="400000"/>
          </a:ln>
        </p:spPr>
        <p:txBody>
          <a:bodyPr wrap="square" lIns="0" tIns="0" rIns="0" bIns="0">
            <a:spAutoFit/>
          </a:bodyPr>
          <a:lstStyle/>
          <a:p>
            <a:pPr>
              <a:lnSpc>
                <a:spcPct val="150000"/>
              </a:lnSpc>
              <a:defRPr sz="1800" b="0">
                <a:solidFill>
                  <a:srgbClr val="505863"/>
                </a:solidFill>
                <a:latin typeface="Lato Black"/>
                <a:ea typeface="Lato Black"/>
                <a:cs typeface="Lato Black"/>
                <a:sym typeface="Lato Black"/>
              </a:defRPr>
            </a:pPr>
            <a:r>
              <a:rPr sz="900" dirty="0">
                <a:solidFill>
                  <a:schemeClr val="bg1"/>
                </a:solidFill>
              </a:rPr>
              <a:t>DESIGN STRACTURE</a:t>
            </a:r>
            <a:endParaRPr sz="900" dirty="0">
              <a:solidFill>
                <a:schemeClr val="bg1"/>
              </a:solidFill>
            </a:endParaRPr>
          </a:p>
          <a:p>
            <a:pPr>
              <a:lnSpc>
                <a:spcPct val="150000"/>
              </a:lnSpc>
              <a:defRPr sz="1800" b="0">
                <a:solidFill>
                  <a:srgbClr val="9AA2AC"/>
                </a:solidFill>
                <a:latin typeface="Lato Regular"/>
                <a:ea typeface="Lato Regular"/>
                <a:cs typeface="Lato Regular"/>
                <a:sym typeface="Lato Regular"/>
              </a:defRPr>
            </a:pPr>
            <a:r>
              <a:rPr lang="zh-CN" altLang="en-US"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我们因梦想而伟大，所有的成功者都是大梦想家：在冬夜的火堆旁，在阴天的雨雾中，梦想着未来。所有的成功者都是大梦想家：在冬夜的火堆旁，在阴天的雨雾中，梦想着未来。</a:t>
            </a:r>
            <a:endParaRPr lang="en-US" altLang="zh-CN"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defRPr sz="1800" b="0">
                <a:solidFill>
                  <a:srgbClr val="9AA2AC"/>
                </a:solidFill>
                <a:latin typeface="Lato Regular"/>
                <a:ea typeface="Lato Regular"/>
                <a:cs typeface="Lato Regular"/>
                <a:sym typeface="Lato Regular"/>
              </a:defRPr>
            </a:pPr>
            <a:endParaRPr lang="en-US"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defRPr sz="1800" b="0">
                <a:solidFill>
                  <a:srgbClr val="9AA2AC"/>
                </a:solidFill>
                <a:latin typeface="Lato Regular"/>
                <a:ea typeface="Lato Regular"/>
                <a:cs typeface="Lato Regular"/>
                <a:sym typeface="Lato Regular"/>
              </a:defRPr>
            </a:pPr>
            <a:r>
              <a:rPr lang="zh-CN" altLang="en-US"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所有的成功者都是大梦想家：在冬夜的火堆旁，在阴天的雨雾中，梦想着未来。我们因梦想而伟大，所有的成功者都是大梦想家：在冬夜的火堆旁，在阴天的雨雾中，梦想着未来。所有的成功者都是大梦想家：在冬夜的火堆旁，在阴天的雨雾中，梦想着未来。</a:t>
            </a:r>
            <a:endParaRPr lang="en-US" altLang="zh-CN"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defRPr sz="1800" b="0">
                <a:solidFill>
                  <a:srgbClr val="9AA2AC"/>
                </a:solidFill>
                <a:latin typeface="Lato Regular"/>
                <a:ea typeface="Lato Regular"/>
                <a:cs typeface="Lato Regular"/>
                <a:sym typeface="Lato Regular"/>
              </a:defRPr>
            </a:pPr>
            <a:endParaRPr lang="en-US" altLang="zh-CN" sz="9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defRPr sz="1800" b="0">
                <a:solidFill>
                  <a:srgbClr val="9AA2AC"/>
                </a:solidFill>
                <a:latin typeface="Lato Regular"/>
                <a:ea typeface="Lato Regular"/>
                <a:cs typeface="Lato Regular"/>
                <a:sym typeface="Lato Regular"/>
              </a:defRPr>
            </a:pPr>
            <a:endParaRPr sz="900" dirty="0">
              <a:solidFill>
                <a:schemeClr val="bg1"/>
              </a:solidFill>
            </a:endParaRPr>
          </a:p>
        </p:txBody>
      </p:sp>
      <p:sp>
        <p:nvSpPr>
          <p:cNvPr id="7" name="矩形 6"/>
          <p:cNvSpPr/>
          <p:nvPr/>
        </p:nvSpPr>
        <p:spPr>
          <a:xfrm>
            <a:off x="7000365" y="1884865"/>
            <a:ext cx="1692617" cy="461537"/>
          </a:xfrm>
          <a:prstGeom prst="rect">
            <a:avLst/>
          </a:prstGeom>
        </p:spPr>
        <p:txBody>
          <a:bodyPr wrap="square">
            <a:spAutoFit/>
          </a:bodyPr>
          <a:lstStyle/>
          <a:p>
            <a:pPr algn="ctr">
              <a:lnSpc>
                <a:spcPct val="150000"/>
              </a:lnSpc>
              <a:spcAft>
                <a:spcPts val="600"/>
              </a:spcAft>
            </a:pPr>
            <a:r>
              <a:rPr lang="zh-CN" altLang="en-US" dirty="0">
                <a:solidFill>
                  <a:schemeClr val="bg1"/>
                </a:solidFill>
                <a:latin typeface="方正清刻本悦宋简体" panose="02000000000000000000" pitchFamily="2" charset="-122"/>
                <a:ea typeface="方正清刻本悦宋简体" panose="02000000000000000000" pitchFamily="2" charset="-122"/>
              </a:rPr>
              <a:t>输入标题内容 </a:t>
            </a:r>
            <a:endParaRPr lang="en-US" altLang="zh-CN" dirty="0">
              <a:solidFill>
                <a:schemeClr val="bg1"/>
              </a:solidFill>
              <a:latin typeface="方正清刻本悦宋简体" panose="02000000000000000000" pitchFamily="2" charset="-122"/>
              <a:ea typeface="方正清刻本悦宋简体" panose="02000000000000000000" pitchFamily="2" charset="-122"/>
            </a:endParaRPr>
          </a:p>
        </p:txBody>
      </p:sp>
      <p:sp>
        <p:nvSpPr>
          <p:cNvPr id="10" name="矩形 9"/>
          <p:cNvSpPr/>
          <p:nvPr/>
        </p:nvSpPr>
        <p:spPr>
          <a:xfrm>
            <a:off x="3048000" y="4329366"/>
            <a:ext cx="7620000" cy="976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350281" y="4354766"/>
            <a:ext cx="7139919" cy="864814"/>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inVertic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1" grpId="0"/>
      <p:bldP spid="11"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Freeform 5"/>
          <p:cNvSpPr/>
          <p:nvPr/>
        </p:nvSpPr>
        <p:spPr bwMode="auto">
          <a:xfrm>
            <a:off x="6149177" y="2366028"/>
            <a:ext cx="2386209" cy="1142881"/>
          </a:xfrm>
          <a:custGeom>
            <a:avLst/>
            <a:gdLst>
              <a:gd name="T0" fmla="*/ 391 w 2827"/>
              <a:gd name="T1" fmla="*/ 1298 h 1354"/>
              <a:gd name="T2" fmla="*/ 436 w 2827"/>
              <a:gd name="T3" fmla="*/ 1208 h 1354"/>
              <a:gd name="T4" fmla="*/ 491 w 2827"/>
              <a:gd name="T5" fmla="*/ 1125 h 1354"/>
              <a:gd name="T6" fmla="*/ 555 w 2827"/>
              <a:gd name="T7" fmla="*/ 1047 h 1354"/>
              <a:gd name="T8" fmla="*/ 626 w 2827"/>
              <a:gd name="T9" fmla="*/ 978 h 1354"/>
              <a:gd name="T10" fmla="*/ 705 w 2827"/>
              <a:gd name="T11" fmla="*/ 917 h 1354"/>
              <a:gd name="T12" fmla="*/ 790 w 2827"/>
              <a:gd name="T13" fmla="*/ 865 h 1354"/>
              <a:gd name="T14" fmla="*/ 881 w 2827"/>
              <a:gd name="T15" fmla="*/ 821 h 1354"/>
              <a:gd name="T16" fmla="*/ 977 w 2827"/>
              <a:gd name="T17" fmla="*/ 789 h 1354"/>
              <a:gd name="T18" fmla="*/ 1078 w 2827"/>
              <a:gd name="T19" fmla="*/ 767 h 1354"/>
              <a:gd name="T20" fmla="*/ 1183 w 2827"/>
              <a:gd name="T21" fmla="*/ 756 h 1354"/>
              <a:gd name="T22" fmla="*/ 1256 w 2827"/>
              <a:gd name="T23" fmla="*/ 756 h 1354"/>
              <a:gd name="T24" fmla="*/ 1363 w 2827"/>
              <a:gd name="T25" fmla="*/ 767 h 1354"/>
              <a:gd name="T26" fmla="*/ 1465 w 2827"/>
              <a:gd name="T27" fmla="*/ 790 h 1354"/>
              <a:gd name="T28" fmla="*/ 1563 w 2827"/>
              <a:gd name="T29" fmla="*/ 825 h 1354"/>
              <a:gd name="T30" fmla="*/ 1657 w 2827"/>
              <a:gd name="T31" fmla="*/ 870 h 1354"/>
              <a:gd name="T32" fmla="*/ 1743 w 2827"/>
              <a:gd name="T33" fmla="*/ 924 h 1354"/>
              <a:gd name="T34" fmla="*/ 1822 w 2827"/>
              <a:gd name="T35" fmla="*/ 989 h 1354"/>
              <a:gd name="T36" fmla="*/ 1895 w 2827"/>
              <a:gd name="T37" fmla="*/ 1060 h 1354"/>
              <a:gd name="T38" fmla="*/ 1958 w 2827"/>
              <a:gd name="T39" fmla="*/ 1141 h 1354"/>
              <a:gd name="T40" fmla="*/ 2012 w 2827"/>
              <a:gd name="T41" fmla="*/ 1228 h 1354"/>
              <a:gd name="T42" fmla="*/ 2057 w 2827"/>
              <a:gd name="T43" fmla="*/ 1321 h 1354"/>
              <a:gd name="T44" fmla="*/ 2827 w 2827"/>
              <a:gd name="T45" fmla="*/ 1248 h 1354"/>
              <a:gd name="T46" fmla="*/ 2786 w 2827"/>
              <a:gd name="T47" fmla="*/ 1115 h 1354"/>
              <a:gd name="T48" fmla="*/ 2707 w 2827"/>
              <a:gd name="T49" fmla="*/ 927 h 1354"/>
              <a:gd name="T50" fmla="*/ 2606 w 2827"/>
              <a:gd name="T51" fmla="*/ 750 h 1354"/>
              <a:gd name="T52" fmla="*/ 2485 w 2827"/>
              <a:gd name="T53" fmla="*/ 589 h 1354"/>
              <a:gd name="T54" fmla="*/ 2346 w 2827"/>
              <a:gd name="T55" fmla="*/ 443 h 1354"/>
              <a:gd name="T56" fmla="*/ 2189 w 2827"/>
              <a:gd name="T57" fmla="*/ 315 h 1354"/>
              <a:gd name="T58" fmla="*/ 2019 w 2827"/>
              <a:gd name="T59" fmla="*/ 206 h 1354"/>
              <a:gd name="T60" fmla="*/ 1834 w 2827"/>
              <a:gd name="T61" fmla="*/ 118 h 1354"/>
              <a:gd name="T62" fmla="*/ 1639 w 2827"/>
              <a:gd name="T63" fmla="*/ 54 h 1354"/>
              <a:gd name="T64" fmla="*/ 1537 w 2827"/>
              <a:gd name="T65" fmla="*/ 30 h 1354"/>
              <a:gd name="T66" fmla="*/ 1433 w 2827"/>
              <a:gd name="T67" fmla="*/ 13 h 1354"/>
              <a:gd name="T68" fmla="*/ 1326 w 2827"/>
              <a:gd name="T69" fmla="*/ 4 h 1354"/>
              <a:gd name="T70" fmla="*/ 1219 w 2827"/>
              <a:gd name="T71" fmla="*/ 0 h 1354"/>
              <a:gd name="T72" fmla="*/ 1129 w 2827"/>
              <a:gd name="T73" fmla="*/ 2 h 1354"/>
              <a:gd name="T74" fmla="*/ 997 w 2827"/>
              <a:gd name="T75" fmla="*/ 15 h 1354"/>
              <a:gd name="T76" fmla="*/ 868 w 2827"/>
              <a:gd name="T77" fmla="*/ 38 h 1354"/>
              <a:gd name="T78" fmla="*/ 743 w 2827"/>
              <a:gd name="T79" fmla="*/ 69 h 1354"/>
              <a:gd name="T80" fmla="*/ 621 w 2827"/>
              <a:gd name="T81" fmla="*/ 112 h 1354"/>
              <a:gd name="T82" fmla="*/ 504 w 2827"/>
              <a:gd name="T83" fmla="*/ 162 h 1354"/>
              <a:gd name="T84" fmla="*/ 392 w 2827"/>
              <a:gd name="T85" fmla="*/ 221 h 1354"/>
              <a:gd name="T86" fmla="*/ 285 w 2827"/>
              <a:gd name="T87" fmla="*/ 288 h 1354"/>
              <a:gd name="T88" fmla="*/ 183 w 2827"/>
              <a:gd name="T89" fmla="*/ 364 h 1354"/>
              <a:gd name="T90" fmla="*/ 88 w 2827"/>
              <a:gd name="T91" fmla="*/ 445 h 1354"/>
              <a:gd name="T92" fmla="*/ 0 w 2827"/>
              <a:gd name="T93" fmla="*/ 535 h 1354"/>
              <a:gd name="T94" fmla="*/ 68 w 2827"/>
              <a:gd name="T95" fmla="*/ 621 h 1354"/>
              <a:gd name="T96" fmla="*/ 159 w 2827"/>
              <a:gd name="T97" fmla="*/ 758 h 1354"/>
              <a:gd name="T98" fmla="*/ 238 w 2827"/>
              <a:gd name="T99" fmla="*/ 904 h 1354"/>
              <a:gd name="T100" fmla="*/ 302 w 2827"/>
              <a:gd name="T101" fmla="*/ 1058 h 1354"/>
              <a:gd name="T102" fmla="*/ 353 w 2827"/>
              <a:gd name="T103" fmla="*/ 1219 h 1354"/>
              <a:gd name="T104" fmla="*/ 378 w 2827"/>
              <a:gd name="T105" fmla="*/ 1329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27" h="1354">
                <a:moveTo>
                  <a:pt x="378" y="1329"/>
                </a:moveTo>
                <a:lnTo>
                  <a:pt x="378" y="1329"/>
                </a:lnTo>
                <a:lnTo>
                  <a:pt x="391" y="1298"/>
                </a:lnTo>
                <a:lnTo>
                  <a:pt x="405" y="1267"/>
                </a:lnTo>
                <a:lnTo>
                  <a:pt x="420" y="1237"/>
                </a:lnTo>
                <a:lnTo>
                  <a:pt x="436" y="1208"/>
                </a:lnTo>
                <a:lnTo>
                  <a:pt x="453" y="1180"/>
                </a:lnTo>
                <a:lnTo>
                  <a:pt x="471" y="1152"/>
                </a:lnTo>
                <a:lnTo>
                  <a:pt x="491" y="1125"/>
                </a:lnTo>
                <a:lnTo>
                  <a:pt x="512" y="1098"/>
                </a:lnTo>
                <a:lnTo>
                  <a:pt x="532" y="1073"/>
                </a:lnTo>
                <a:lnTo>
                  <a:pt x="555" y="1047"/>
                </a:lnTo>
                <a:lnTo>
                  <a:pt x="577" y="1024"/>
                </a:lnTo>
                <a:lnTo>
                  <a:pt x="601" y="1001"/>
                </a:lnTo>
                <a:lnTo>
                  <a:pt x="626" y="978"/>
                </a:lnTo>
                <a:lnTo>
                  <a:pt x="651" y="957"/>
                </a:lnTo>
                <a:lnTo>
                  <a:pt x="678" y="936"/>
                </a:lnTo>
                <a:lnTo>
                  <a:pt x="705" y="917"/>
                </a:lnTo>
                <a:lnTo>
                  <a:pt x="733" y="899"/>
                </a:lnTo>
                <a:lnTo>
                  <a:pt x="761" y="880"/>
                </a:lnTo>
                <a:lnTo>
                  <a:pt x="790" y="865"/>
                </a:lnTo>
                <a:lnTo>
                  <a:pt x="820" y="849"/>
                </a:lnTo>
                <a:lnTo>
                  <a:pt x="851" y="834"/>
                </a:lnTo>
                <a:lnTo>
                  <a:pt x="881" y="821"/>
                </a:lnTo>
                <a:lnTo>
                  <a:pt x="913" y="809"/>
                </a:lnTo>
                <a:lnTo>
                  <a:pt x="944" y="799"/>
                </a:lnTo>
                <a:lnTo>
                  <a:pt x="977" y="789"/>
                </a:lnTo>
                <a:lnTo>
                  <a:pt x="1011" y="781"/>
                </a:lnTo>
                <a:lnTo>
                  <a:pt x="1044" y="773"/>
                </a:lnTo>
                <a:lnTo>
                  <a:pt x="1078" y="767"/>
                </a:lnTo>
                <a:lnTo>
                  <a:pt x="1113" y="763"/>
                </a:lnTo>
                <a:lnTo>
                  <a:pt x="1147" y="759"/>
                </a:lnTo>
                <a:lnTo>
                  <a:pt x="1183" y="756"/>
                </a:lnTo>
                <a:lnTo>
                  <a:pt x="1219" y="756"/>
                </a:lnTo>
                <a:lnTo>
                  <a:pt x="1219" y="756"/>
                </a:lnTo>
                <a:lnTo>
                  <a:pt x="1256" y="756"/>
                </a:lnTo>
                <a:lnTo>
                  <a:pt x="1291" y="759"/>
                </a:lnTo>
                <a:lnTo>
                  <a:pt x="1327" y="763"/>
                </a:lnTo>
                <a:lnTo>
                  <a:pt x="1363" y="767"/>
                </a:lnTo>
                <a:lnTo>
                  <a:pt x="1397" y="773"/>
                </a:lnTo>
                <a:lnTo>
                  <a:pt x="1432" y="781"/>
                </a:lnTo>
                <a:lnTo>
                  <a:pt x="1465" y="790"/>
                </a:lnTo>
                <a:lnTo>
                  <a:pt x="1499" y="800"/>
                </a:lnTo>
                <a:lnTo>
                  <a:pt x="1532" y="812"/>
                </a:lnTo>
                <a:lnTo>
                  <a:pt x="1563" y="825"/>
                </a:lnTo>
                <a:lnTo>
                  <a:pt x="1595" y="838"/>
                </a:lnTo>
                <a:lnTo>
                  <a:pt x="1626" y="854"/>
                </a:lnTo>
                <a:lnTo>
                  <a:pt x="1657" y="870"/>
                </a:lnTo>
                <a:lnTo>
                  <a:pt x="1686" y="887"/>
                </a:lnTo>
                <a:lnTo>
                  <a:pt x="1715" y="905"/>
                </a:lnTo>
                <a:lnTo>
                  <a:pt x="1743" y="924"/>
                </a:lnTo>
                <a:lnTo>
                  <a:pt x="1770" y="945"/>
                </a:lnTo>
                <a:lnTo>
                  <a:pt x="1797" y="966"/>
                </a:lnTo>
                <a:lnTo>
                  <a:pt x="1822" y="989"/>
                </a:lnTo>
                <a:lnTo>
                  <a:pt x="1848" y="1012"/>
                </a:lnTo>
                <a:lnTo>
                  <a:pt x="1872" y="1036"/>
                </a:lnTo>
                <a:lnTo>
                  <a:pt x="1895" y="1060"/>
                </a:lnTo>
                <a:lnTo>
                  <a:pt x="1917" y="1086"/>
                </a:lnTo>
                <a:lnTo>
                  <a:pt x="1938" y="1113"/>
                </a:lnTo>
                <a:lnTo>
                  <a:pt x="1958" y="1141"/>
                </a:lnTo>
                <a:lnTo>
                  <a:pt x="1977" y="1169"/>
                </a:lnTo>
                <a:lnTo>
                  <a:pt x="1995" y="1198"/>
                </a:lnTo>
                <a:lnTo>
                  <a:pt x="2012" y="1228"/>
                </a:lnTo>
                <a:lnTo>
                  <a:pt x="2028" y="1259"/>
                </a:lnTo>
                <a:lnTo>
                  <a:pt x="2042" y="1289"/>
                </a:lnTo>
                <a:lnTo>
                  <a:pt x="2057" y="1321"/>
                </a:lnTo>
                <a:lnTo>
                  <a:pt x="2069" y="1354"/>
                </a:lnTo>
                <a:lnTo>
                  <a:pt x="2501" y="922"/>
                </a:lnTo>
                <a:lnTo>
                  <a:pt x="2827" y="1248"/>
                </a:lnTo>
                <a:lnTo>
                  <a:pt x="2827" y="1248"/>
                </a:lnTo>
                <a:lnTo>
                  <a:pt x="2808" y="1181"/>
                </a:lnTo>
                <a:lnTo>
                  <a:pt x="2786" y="1115"/>
                </a:lnTo>
                <a:lnTo>
                  <a:pt x="2763" y="1052"/>
                </a:lnTo>
                <a:lnTo>
                  <a:pt x="2737" y="989"/>
                </a:lnTo>
                <a:lnTo>
                  <a:pt x="2707" y="927"/>
                </a:lnTo>
                <a:lnTo>
                  <a:pt x="2676" y="867"/>
                </a:lnTo>
                <a:lnTo>
                  <a:pt x="2643" y="808"/>
                </a:lnTo>
                <a:lnTo>
                  <a:pt x="2606" y="750"/>
                </a:lnTo>
                <a:lnTo>
                  <a:pt x="2569" y="694"/>
                </a:lnTo>
                <a:lnTo>
                  <a:pt x="2527" y="641"/>
                </a:lnTo>
                <a:lnTo>
                  <a:pt x="2485" y="589"/>
                </a:lnTo>
                <a:lnTo>
                  <a:pt x="2441" y="538"/>
                </a:lnTo>
                <a:lnTo>
                  <a:pt x="2395" y="489"/>
                </a:lnTo>
                <a:lnTo>
                  <a:pt x="2346" y="443"/>
                </a:lnTo>
                <a:lnTo>
                  <a:pt x="2295" y="398"/>
                </a:lnTo>
                <a:lnTo>
                  <a:pt x="2243" y="355"/>
                </a:lnTo>
                <a:lnTo>
                  <a:pt x="2189" y="315"/>
                </a:lnTo>
                <a:lnTo>
                  <a:pt x="2135" y="276"/>
                </a:lnTo>
                <a:lnTo>
                  <a:pt x="2078" y="240"/>
                </a:lnTo>
                <a:lnTo>
                  <a:pt x="2019" y="206"/>
                </a:lnTo>
                <a:lnTo>
                  <a:pt x="1958" y="174"/>
                </a:lnTo>
                <a:lnTo>
                  <a:pt x="1898" y="145"/>
                </a:lnTo>
                <a:lnTo>
                  <a:pt x="1834" y="118"/>
                </a:lnTo>
                <a:lnTo>
                  <a:pt x="1770" y="94"/>
                </a:lnTo>
                <a:lnTo>
                  <a:pt x="1704" y="73"/>
                </a:lnTo>
                <a:lnTo>
                  <a:pt x="1639" y="54"/>
                </a:lnTo>
                <a:lnTo>
                  <a:pt x="1605" y="45"/>
                </a:lnTo>
                <a:lnTo>
                  <a:pt x="1571" y="38"/>
                </a:lnTo>
                <a:lnTo>
                  <a:pt x="1537" y="30"/>
                </a:lnTo>
                <a:lnTo>
                  <a:pt x="1502" y="24"/>
                </a:lnTo>
                <a:lnTo>
                  <a:pt x="1467" y="18"/>
                </a:lnTo>
                <a:lnTo>
                  <a:pt x="1433" y="13"/>
                </a:lnTo>
                <a:lnTo>
                  <a:pt x="1398" y="10"/>
                </a:lnTo>
                <a:lnTo>
                  <a:pt x="1363" y="6"/>
                </a:lnTo>
                <a:lnTo>
                  <a:pt x="1326" y="4"/>
                </a:lnTo>
                <a:lnTo>
                  <a:pt x="1291" y="1"/>
                </a:lnTo>
                <a:lnTo>
                  <a:pt x="1254" y="0"/>
                </a:lnTo>
                <a:lnTo>
                  <a:pt x="1219" y="0"/>
                </a:lnTo>
                <a:lnTo>
                  <a:pt x="1219" y="0"/>
                </a:lnTo>
                <a:lnTo>
                  <a:pt x="1174" y="1"/>
                </a:lnTo>
                <a:lnTo>
                  <a:pt x="1129" y="2"/>
                </a:lnTo>
                <a:lnTo>
                  <a:pt x="1084" y="5"/>
                </a:lnTo>
                <a:lnTo>
                  <a:pt x="1040" y="10"/>
                </a:lnTo>
                <a:lnTo>
                  <a:pt x="997" y="15"/>
                </a:lnTo>
                <a:lnTo>
                  <a:pt x="953" y="21"/>
                </a:lnTo>
                <a:lnTo>
                  <a:pt x="910" y="29"/>
                </a:lnTo>
                <a:lnTo>
                  <a:pt x="868" y="38"/>
                </a:lnTo>
                <a:lnTo>
                  <a:pt x="825" y="47"/>
                </a:lnTo>
                <a:lnTo>
                  <a:pt x="784" y="58"/>
                </a:lnTo>
                <a:lnTo>
                  <a:pt x="743" y="69"/>
                </a:lnTo>
                <a:lnTo>
                  <a:pt x="701" y="83"/>
                </a:lnTo>
                <a:lnTo>
                  <a:pt x="661" y="96"/>
                </a:lnTo>
                <a:lnTo>
                  <a:pt x="621" y="112"/>
                </a:lnTo>
                <a:lnTo>
                  <a:pt x="582" y="128"/>
                </a:lnTo>
                <a:lnTo>
                  <a:pt x="543" y="145"/>
                </a:lnTo>
                <a:lnTo>
                  <a:pt x="504" y="162"/>
                </a:lnTo>
                <a:lnTo>
                  <a:pt x="467" y="181"/>
                </a:lnTo>
                <a:lnTo>
                  <a:pt x="429" y="201"/>
                </a:lnTo>
                <a:lnTo>
                  <a:pt x="392" y="221"/>
                </a:lnTo>
                <a:lnTo>
                  <a:pt x="356" y="243"/>
                </a:lnTo>
                <a:lnTo>
                  <a:pt x="321" y="265"/>
                </a:lnTo>
                <a:lnTo>
                  <a:pt x="285" y="288"/>
                </a:lnTo>
                <a:lnTo>
                  <a:pt x="250" y="313"/>
                </a:lnTo>
                <a:lnTo>
                  <a:pt x="217" y="338"/>
                </a:lnTo>
                <a:lnTo>
                  <a:pt x="183" y="364"/>
                </a:lnTo>
                <a:lnTo>
                  <a:pt x="152" y="390"/>
                </a:lnTo>
                <a:lnTo>
                  <a:pt x="120" y="417"/>
                </a:lnTo>
                <a:lnTo>
                  <a:pt x="88" y="445"/>
                </a:lnTo>
                <a:lnTo>
                  <a:pt x="58" y="474"/>
                </a:lnTo>
                <a:lnTo>
                  <a:pt x="29" y="505"/>
                </a:lnTo>
                <a:lnTo>
                  <a:pt x="0" y="535"/>
                </a:lnTo>
                <a:lnTo>
                  <a:pt x="0" y="535"/>
                </a:lnTo>
                <a:lnTo>
                  <a:pt x="35" y="578"/>
                </a:lnTo>
                <a:lnTo>
                  <a:pt x="68" y="621"/>
                </a:lnTo>
                <a:lnTo>
                  <a:pt x="99" y="665"/>
                </a:lnTo>
                <a:lnTo>
                  <a:pt x="130" y="711"/>
                </a:lnTo>
                <a:lnTo>
                  <a:pt x="159" y="758"/>
                </a:lnTo>
                <a:lnTo>
                  <a:pt x="187" y="806"/>
                </a:lnTo>
                <a:lnTo>
                  <a:pt x="214" y="855"/>
                </a:lnTo>
                <a:lnTo>
                  <a:pt x="238" y="904"/>
                </a:lnTo>
                <a:lnTo>
                  <a:pt x="261" y="955"/>
                </a:lnTo>
                <a:lnTo>
                  <a:pt x="283" y="1006"/>
                </a:lnTo>
                <a:lnTo>
                  <a:pt x="302" y="1058"/>
                </a:lnTo>
                <a:lnTo>
                  <a:pt x="321" y="1110"/>
                </a:lnTo>
                <a:lnTo>
                  <a:pt x="338" y="1164"/>
                </a:lnTo>
                <a:lnTo>
                  <a:pt x="353" y="1219"/>
                </a:lnTo>
                <a:lnTo>
                  <a:pt x="367" y="1273"/>
                </a:lnTo>
                <a:lnTo>
                  <a:pt x="378" y="1329"/>
                </a:lnTo>
                <a:lnTo>
                  <a:pt x="378" y="1329"/>
                </a:lnTo>
                <a:close/>
              </a:path>
            </a:pathLst>
          </a:custGeom>
          <a:solidFill>
            <a:schemeClr val="bg1">
              <a:lumMod val="85000"/>
              <a:alpha val="47000"/>
            </a:schemeClr>
          </a:solidFill>
          <a:ln>
            <a:noFill/>
          </a:ln>
        </p:spPr>
        <p:txBody>
          <a:bodyPr vert="horz" wrap="square" lIns="91440" tIns="45720" rIns="91440" bIns="45720" numCol="1" anchor="t" anchorCtr="0" compatLnSpc="1"/>
          <a:lstStyle/>
          <a:p>
            <a:endParaRPr lang="zh-CN" altLang="en-US"/>
          </a:p>
        </p:txBody>
      </p:sp>
      <p:sp>
        <p:nvSpPr>
          <p:cNvPr id="5" name="Freeform 6"/>
          <p:cNvSpPr/>
          <p:nvPr/>
        </p:nvSpPr>
        <p:spPr bwMode="auto">
          <a:xfrm>
            <a:off x="3421961" y="3257374"/>
            <a:ext cx="2620018" cy="1910992"/>
          </a:xfrm>
          <a:custGeom>
            <a:avLst/>
            <a:gdLst>
              <a:gd name="T0" fmla="*/ 2725 w 3104"/>
              <a:gd name="T1" fmla="*/ 941 h 2264"/>
              <a:gd name="T2" fmla="*/ 2682 w 3104"/>
              <a:gd name="T3" fmla="*/ 1031 h 2264"/>
              <a:gd name="T4" fmla="*/ 2630 w 3104"/>
              <a:gd name="T5" fmla="*/ 1116 h 2264"/>
              <a:gd name="T6" fmla="*/ 2569 w 3104"/>
              <a:gd name="T7" fmla="*/ 1195 h 2264"/>
              <a:gd name="T8" fmla="*/ 2501 w 3104"/>
              <a:gd name="T9" fmla="*/ 1266 h 2264"/>
              <a:gd name="T10" fmla="*/ 2424 w 3104"/>
              <a:gd name="T11" fmla="*/ 1330 h 2264"/>
              <a:gd name="T12" fmla="*/ 2342 w 3104"/>
              <a:gd name="T13" fmla="*/ 1385 h 2264"/>
              <a:gd name="T14" fmla="*/ 2253 w 3104"/>
              <a:gd name="T15" fmla="*/ 1430 h 2264"/>
              <a:gd name="T16" fmla="*/ 2158 w 3104"/>
              <a:gd name="T17" fmla="*/ 1466 h 2264"/>
              <a:gd name="T18" fmla="*/ 2060 w 3104"/>
              <a:gd name="T19" fmla="*/ 1492 h 2264"/>
              <a:gd name="T20" fmla="*/ 1956 w 3104"/>
              <a:gd name="T21" fmla="*/ 1505 h 2264"/>
              <a:gd name="T22" fmla="*/ 1886 w 3104"/>
              <a:gd name="T23" fmla="*/ 1508 h 2264"/>
              <a:gd name="T24" fmla="*/ 1748 w 3104"/>
              <a:gd name="T25" fmla="*/ 1498 h 2264"/>
              <a:gd name="T26" fmla="*/ 1617 w 3104"/>
              <a:gd name="T27" fmla="*/ 1467 h 2264"/>
              <a:gd name="T28" fmla="*/ 1494 w 3104"/>
              <a:gd name="T29" fmla="*/ 1419 h 2264"/>
              <a:gd name="T30" fmla="*/ 1381 w 3104"/>
              <a:gd name="T31" fmla="*/ 1353 h 2264"/>
              <a:gd name="T32" fmla="*/ 1279 w 3104"/>
              <a:gd name="T33" fmla="*/ 1273 h 2264"/>
              <a:gd name="T34" fmla="*/ 1189 w 3104"/>
              <a:gd name="T35" fmla="*/ 1179 h 2264"/>
              <a:gd name="T36" fmla="*/ 1114 w 3104"/>
              <a:gd name="T37" fmla="*/ 1072 h 2264"/>
              <a:gd name="T38" fmla="*/ 1053 w 3104"/>
              <a:gd name="T39" fmla="*/ 955 h 2264"/>
              <a:gd name="T40" fmla="*/ 1010 w 3104"/>
              <a:gd name="T41" fmla="*/ 830 h 2264"/>
              <a:gd name="T42" fmla="*/ 987 w 3104"/>
              <a:gd name="T43" fmla="*/ 696 h 2264"/>
              <a:gd name="T44" fmla="*/ 1209 w 3104"/>
              <a:gd name="T45" fmla="*/ 604 h 2264"/>
              <a:gd name="T46" fmla="*/ 353 w 3104"/>
              <a:gd name="T47" fmla="*/ 251 h 2264"/>
              <a:gd name="T48" fmla="*/ 226 w 3104"/>
              <a:gd name="T49" fmla="*/ 604 h 2264"/>
              <a:gd name="T50" fmla="*/ 231 w 3104"/>
              <a:gd name="T51" fmla="*/ 732 h 2264"/>
              <a:gd name="T52" fmla="*/ 246 w 3104"/>
              <a:gd name="T53" fmla="*/ 857 h 2264"/>
              <a:gd name="T54" fmla="*/ 269 w 3104"/>
              <a:gd name="T55" fmla="*/ 979 h 2264"/>
              <a:gd name="T56" fmla="*/ 302 w 3104"/>
              <a:gd name="T57" fmla="*/ 1097 h 2264"/>
              <a:gd name="T58" fmla="*/ 342 w 3104"/>
              <a:gd name="T59" fmla="*/ 1212 h 2264"/>
              <a:gd name="T60" fmla="*/ 390 w 3104"/>
              <a:gd name="T61" fmla="*/ 1323 h 2264"/>
              <a:gd name="T62" fmla="*/ 446 w 3104"/>
              <a:gd name="T63" fmla="*/ 1430 h 2264"/>
              <a:gd name="T64" fmla="*/ 511 w 3104"/>
              <a:gd name="T65" fmla="*/ 1532 h 2264"/>
              <a:gd name="T66" fmla="*/ 581 w 3104"/>
              <a:gd name="T67" fmla="*/ 1628 h 2264"/>
              <a:gd name="T68" fmla="*/ 658 w 3104"/>
              <a:gd name="T69" fmla="*/ 1719 h 2264"/>
              <a:gd name="T70" fmla="*/ 742 w 3104"/>
              <a:gd name="T71" fmla="*/ 1806 h 2264"/>
              <a:gd name="T72" fmla="*/ 832 w 3104"/>
              <a:gd name="T73" fmla="*/ 1885 h 2264"/>
              <a:gd name="T74" fmla="*/ 927 w 3104"/>
              <a:gd name="T75" fmla="*/ 1958 h 2264"/>
              <a:gd name="T76" fmla="*/ 1026 w 3104"/>
              <a:gd name="T77" fmla="*/ 2023 h 2264"/>
              <a:gd name="T78" fmla="*/ 1131 w 3104"/>
              <a:gd name="T79" fmla="*/ 2082 h 2264"/>
              <a:gd name="T80" fmla="*/ 1240 w 3104"/>
              <a:gd name="T81" fmla="*/ 2134 h 2264"/>
              <a:gd name="T82" fmla="*/ 1355 w 3104"/>
              <a:gd name="T83" fmla="*/ 2176 h 2264"/>
              <a:gd name="T84" fmla="*/ 1472 w 3104"/>
              <a:gd name="T85" fmla="*/ 2212 h 2264"/>
              <a:gd name="T86" fmla="*/ 1593 w 3104"/>
              <a:gd name="T87" fmla="*/ 2238 h 2264"/>
              <a:gd name="T88" fmla="*/ 1717 w 3104"/>
              <a:gd name="T89" fmla="*/ 2255 h 2264"/>
              <a:gd name="T90" fmla="*/ 1843 w 3104"/>
              <a:gd name="T91" fmla="*/ 2264 h 2264"/>
              <a:gd name="T92" fmla="*/ 1931 w 3104"/>
              <a:gd name="T93" fmla="*/ 2263 h 2264"/>
              <a:gd name="T94" fmla="*/ 2065 w 3104"/>
              <a:gd name="T95" fmla="*/ 2254 h 2264"/>
              <a:gd name="T96" fmla="*/ 2195 w 3104"/>
              <a:gd name="T97" fmla="*/ 2235 h 2264"/>
              <a:gd name="T98" fmla="*/ 2321 w 3104"/>
              <a:gd name="T99" fmla="*/ 2206 h 2264"/>
              <a:gd name="T100" fmla="*/ 2444 w 3104"/>
              <a:gd name="T101" fmla="*/ 2168 h 2264"/>
              <a:gd name="T102" fmla="*/ 2562 w 3104"/>
              <a:gd name="T103" fmla="*/ 2120 h 2264"/>
              <a:gd name="T104" fmla="*/ 2676 w 3104"/>
              <a:gd name="T105" fmla="*/ 2063 h 2264"/>
              <a:gd name="T106" fmla="*/ 2784 w 3104"/>
              <a:gd name="T107" fmla="*/ 1999 h 2264"/>
              <a:gd name="T108" fmla="*/ 2888 w 3104"/>
              <a:gd name="T109" fmla="*/ 1927 h 2264"/>
              <a:gd name="T110" fmla="*/ 2985 w 3104"/>
              <a:gd name="T111" fmla="*/ 1847 h 2264"/>
              <a:gd name="T112" fmla="*/ 3076 w 3104"/>
              <a:gd name="T113" fmla="*/ 1761 h 2264"/>
              <a:gd name="T114" fmla="*/ 3074 w 3104"/>
              <a:gd name="T115" fmla="*/ 1692 h 2264"/>
              <a:gd name="T116" fmla="*/ 2989 w 3104"/>
              <a:gd name="T117" fmla="*/ 1576 h 2264"/>
              <a:gd name="T118" fmla="*/ 2913 w 3104"/>
              <a:gd name="T119" fmla="*/ 1452 h 2264"/>
              <a:gd name="T120" fmla="*/ 2849 w 3104"/>
              <a:gd name="T121" fmla="*/ 1320 h 2264"/>
              <a:gd name="T122" fmla="*/ 2794 w 3104"/>
              <a:gd name="T123" fmla="*/ 1183 h 2264"/>
              <a:gd name="T124" fmla="*/ 2750 w 3104"/>
              <a:gd name="T125" fmla="*/ 1039 h 2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4" h="2264">
                <a:moveTo>
                  <a:pt x="2750" y="1039"/>
                </a:moveTo>
                <a:lnTo>
                  <a:pt x="2725" y="941"/>
                </a:lnTo>
                <a:lnTo>
                  <a:pt x="2725" y="941"/>
                </a:lnTo>
                <a:lnTo>
                  <a:pt x="2711" y="971"/>
                </a:lnTo>
                <a:lnTo>
                  <a:pt x="2698" y="1002"/>
                </a:lnTo>
                <a:lnTo>
                  <a:pt x="2682" y="1031"/>
                </a:lnTo>
                <a:lnTo>
                  <a:pt x="2666" y="1060"/>
                </a:lnTo>
                <a:lnTo>
                  <a:pt x="2648" y="1088"/>
                </a:lnTo>
                <a:lnTo>
                  <a:pt x="2630" y="1116"/>
                </a:lnTo>
                <a:lnTo>
                  <a:pt x="2611" y="1143"/>
                </a:lnTo>
                <a:lnTo>
                  <a:pt x="2591" y="1169"/>
                </a:lnTo>
                <a:lnTo>
                  <a:pt x="2569" y="1195"/>
                </a:lnTo>
                <a:lnTo>
                  <a:pt x="2547" y="1219"/>
                </a:lnTo>
                <a:lnTo>
                  <a:pt x="2524" y="1244"/>
                </a:lnTo>
                <a:lnTo>
                  <a:pt x="2501" y="1266"/>
                </a:lnTo>
                <a:lnTo>
                  <a:pt x="2477" y="1289"/>
                </a:lnTo>
                <a:lnTo>
                  <a:pt x="2451" y="1309"/>
                </a:lnTo>
                <a:lnTo>
                  <a:pt x="2424" y="1330"/>
                </a:lnTo>
                <a:lnTo>
                  <a:pt x="2398" y="1348"/>
                </a:lnTo>
                <a:lnTo>
                  <a:pt x="2370" y="1368"/>
                </a:lnTo>
                <a:lnTo>
                  <a:pt x="2342" y="1385"/>
                </a:lnTo>
                <a:lnTo>
                  <a:pt x="2313" y="1401"/>
                </a:lnTo>
                <a:lnTo>
                  <a:pt x="2283" y="1416"/>
                </a:lnTo>
                <a:lnTo>
                  <a:pt x="2253" y="1430"/>
                </a:lnTo>
                <a:lnTo>
                  <a:pt x="2221" y="1443"/>
                </a:lnTo>
                <a:lnTo>
                  <a:pt x="2191" y="1455"/>
                </a:lnTo>
                <a:lnTo>
                  <a:pt x="2158" y="1466"/>
                </a:lnTo>
                <a:lnTo>
                  <a:pt x="2127" y="1476"/>
                </a:lnTo>
                <a:lnTo>
                  <a:pt x="2093" y="1484"/>
                </a:lnTo>
                <a:lnTo>
                  <a:pt x="2060" y="1492"/>
                </a:lnTo>
                <a:lnTo>
                  <a:pt x="2026" y="1497"/>
                </a:lnTo>
                <a:lnTo>
                  <a:pt x="1992" y="1501"/>
                </a:lnTo>
                <a:lnTo>
                  <a:pt x="1956" y="1505"/>
                </a:lnTo>
                <a:lnTo>
                  <a:pt x="1921" y="1508"/>
                </a:lnTo>
                <a:lnTo>
                  <a:pt x="1886" y="1508"/>
                </a:lnTo>
                <a:lnTo>
                  <a:pt x="1886" y="1508"/>
                </a:lnTo>
                <a:lnTo>
                  <a:pt x="1840" y="1506"/>
                </a:lnTo>
                <a:lnTo>
                  <a:pt x="1793" y="1503"/>
                </a:lnTo>
                <a:lnTo>
                  <a:pt x="1748" y="1498"/>
                </a:lnTo>
                <a:lnTo>
                  <a:pt x="1705" y="1489"/>
                </a:lnTo>
                <a:lnTo>
                  <a:pt x="1661" y="1480"/>
                </a:lnTo>
                <a:lnTo>
                  <a:pt x="1617" y="1467"/>
                </a:lnTo>
                <a:lnTo>
                  <a:pt x="1576" y="1453"/>
                </a:lnTo>
                <a:lnTo>
                  <a:pt x="1534" y="1437"/>
                </a:lnTo>
                <a:lnTo>
                  <a:pt x="1494" y="1419"/>
                </a:lnTo>
                <a:lnTo>
                  <a:pt x="1455" y="1398"/>
                </a:lnTo>
                <a:lnTo>
                  <a:pt x="1418" y="1377"/>
                </a:lnTo>
                <a:lnTo>
                  <a:pt x="1381" y="1353"/>
                </a:lnTo>
                <a:lnTo>
                  <a:pt x="1346" y="1328"/>
                </a:lnTo>
                <a:lnTo>
                  <a:pt x="1312" y="1301"/>
                </a:lnTo>
                <a:lnTo>
                  <a:pt x="1279" y="1273"/>
                </a:lnTo>
                <a:lnTo>
                  <a:pt x="1248" y="1242"/>
                </a:lnTo>
                <a:lnTo>
                  <a:pt x="1217" y="1212"/>
                </a:lnTo>
                <a:lnTo>
                  <a:pt x="1189" y="1179"/>
                </a:lnTo>
                <a:lnTo>
                  <a:pt x="1162" y="1144"/>
                </a:lnTo>
                <a:lnTo>
                  <a:pt x="1137" y="1109"/>
                </a:lnTo>
                <a:lnTo>
                  <a:pt x="1114" y="1072"/>
                </a:lnTo>
                <a:lnTo>
                  <a:pt x="1092" y="1035"/>
                </a:lnTo>
                <a:lnTo>
                  <a:pt x="1071" y="996"/>
                </a:lnTo>
                <a:lnTo>
                  <a:pt x="1053" y="955"/>
                </a:lnTo>
                <a:lnTo>
                  <a:pt x="1037" y="914"/>
                </a:lnTo>
                <a:lnTo>
                  <a:pt x="1023" y="873"/>
                </a:lnTo>
                <a:lnTo>
                  <a:pt x="1010" y="830"/>
                </a:lnTo>
                <a:lnTo>
                  <a:pt x="1001" y="786"/>
                </a:lnTo>
                <a:lnTo>
                  <a:pt x="993" y="741"/>
                </a:lnTo>
                <a:lnTo>
                  <a:pt x="987" y="696"/>
                </a:lnTo>
                <a:lnTo>
                  <a:pt x="984" y="650"/>
                </a:lnTo>
                <a:lnTo>
                  <a:pt x="982" y="604"/>
                </a:lnTo>
                <a:lnTo>
                  <a:pt x="1209" y="604"/>
                </a:lnTo>
                <a:lnTo>
                  <a:pt x="1075" y="469"/>
                </a:lnTo>
                <a:lnTo>
                  <a:pt x="604" y="0"/>
                </a:lnTo>
                <a:lnTo>
                  <a:pt x="353" y="251"/>
                </a:lnTo>
                <a:lnTo>
                  <a:pt x="0" y="604"/>
                </a:lnTo>
                <a:lnTo>
                  <a:pt x="226" y="604"/>
                </a:lnTo>
                <a:lnTo>
                  <a:pt x="226" y="604"/>
                </a:lnTo>
                <a:lnTo>
                  <a:pt x="227" y="647"/>
                </a:lnTo>
                <a:lnTo>
                  <a:pt x="229" y="689"/>
                </a:lnTo>
                <a:lnTo>
                  <a:pt x="231" y="732"/>
                </a:lnTo>
                <a:lnTo>
                  <a:pt x="235" y="773"/>
                </a:lnTo>
                <a:lnTo>
                  <a:pt x="240" y="816"/>
                </a:lnTo>
                <a:lnTo>
                  <a:pt x="246" y="857"/>
                </a:lnTo>
                <a:lnTo>
                  <a:pt x="253" y="897"/>
                </a:lnTo>
                <a:lnTo>
                  <a:pt x="260" y="938"/>
                </a:lnTo>
                <a:lnTo>
                  <a:pt x="269" y="979"/>
                </a:lnTo>
                <a:lnTo>
                  <a:pt x="278" y="1019"/>
                </a:lnTo>
                <a:lnTo>
                  <a:pt x="289" y="1058"/>
                </a:lnTo>
                <a:lnTo>
                  <a:pt x="302" y="1097"/>
                </a:lnTo>
                <a:lnTo>
                  <a:pt x="314" y="1135"/>
                </a:lnTo>
                <a:lnTo>
                  <a:pt x="327" y="1174"/>
                </a:lnTo>
                <a:lnTo>
                  <a:pt x="342" y="1212"/>
                </a:lnTo>
                <a:lnTo>
                  <a:pt x="357" y="1250"/>
                </a:lnTo>
                <a:lnTo>
                  <a:pt x="373" y="1286"/>
                </a:lnTo>
                <a:lnTo>
                  <a:pt x="390" y="1323"/>
                </a:lnTo>
                <a:lnTo>
                  <a:pt x="409" y="1359"/>
                </a:lnTo>
                <a:lnTo>
                  <a:pt x="427" y="1394"/>
                </a:lnTo>
                <a:lnTo>
                  <a:pt x="446" y="1430"/>
                </a:lnTo>
                <a:lnTo>
                  <a:pt x="467" y="1464"/>
                </a:lnTo>
                <a:lnTo>
                  <a:pt x="489" y="1498"/>
                </a:lnTo>
                <a:lnTo>
                  <a:pt x="511" y="1532"/>
                </a:lnTo>
                <a:lnTo>
                  <a:pt x="533" y="1565"/>
                </a:lnTo>
                <a:lnTo>
                  <a:pt x="557" y="1596"/>
                </a:lnTo>
                <a:lnTo>
                  <a:pt x="581" y="1628"/>
                </a:lnTo>
                <a:lnTo>
                  <a:pt x="606" y="1660"/>
                </a:lnTo>
                <a:lnTo>
                  <a:pt x="632" y="1690"/>
                </a:lnTo>
                <a:lnTo>
                  <a:pt x="658" y="1719"/>
                </a:lnTo>
                <a:lnTo>
                  <a:pt x="686" y="1748"/>
                </a:lnTo>
                <a:lnTo>
                  <a:pt x="714" y="1778"/>
                </a:lnTo>
                <a:lnTo>
                  <a:pt x="742" y="1806"/>
                </a:lnTo>
                <a:lnTo>
                  <a:pt x="771" y="1832"/>
                </a:lnTo>
                <a:lnTo>
                  <a:pt x="801" y="1859"/>
                </a:lnTo>
                <a:lnTo>
                  <a:pt x="832" y="1885"/>
                </a:lnTo>
                <a:lnTo>
                  <a:pt x="862" y="1909"/>
                </a:lnTo>
                <a:lnTo>
                  <a:pt x="894" y="1933"/>
                </a:lnTo>
                <a:lnTo>
                  <a:pt x="927" y="1958"/>
                </a:lnTo>
                <a:lnTo>
                  <a:pt x="959" y="1981"/>
                </a:lnTo>
                <a:lnTo>
                  <a:pt x="992" y="2003"/>
                </a:lnTo>
                <a:lnTo>
                  <a:pt x="1026" y="2023"/>
                </a:lnTo>
                <a:lnTo>
                  <a:pt x="1060" y="2044"/>
                </a:lnTo>
                <a:lnTo>
                  <a:pt x="1096" y="2063"/>
                </a:lnTo>
                <a:lnTo>
                  <a:pt x="1131" y="2082"/>
                </a:lnTo>
                <a:lnTo>
                  <a:pt x="1167" y="2100"/>
                </a:lnTo>
                <a:lnTo>
                  <a:pt x="1204" y="2117"/>
                </a:lnTo>
                <a:lnTo>
                  <a:pt x="1240" y="2134"/>
                </a:lnTo>
                <a:lnTo>
                  <a:pt x="1278" y="2148"/>
                </a:lnTo>
                <a:lnTo>
                  <a:pt x="1316" y="2163"/>
                </a:lnTo>
                <a:lnTo>
                  <a:pt x="1355" y="2176"/>
                </a:lnTo>
                <a:lnTo>
                  <a:pt x="1393" y="2189"/>
                </a:lnTo>
                <a:lnTo>
                  <a:pt x="1432" y="2201"/>
                </a:lnTo>
                <a:lnTo>
                  <a:pt x="1472" y="2212"/>
                </a:lnTo>
                <a:lnTo>
                  <a:pt x="1511" y="2221"/>
                </a:lnTo>
                <a:lnTo>
                  <a:pt x="1553" y="2230"/>
                </a:lnTo>
                <a:lnTo>
                  <a:pt x="1593" y="2238"/>
                </a:lnTo>
                <a:lnTo>
                  <a:pt x="1634" y="2245"/>
                </a:lnTo>
                <a:lnTo>
                  <a:pt x="1675" y="2251"/>
                </a:lnTo>
                <a:lnTo>
                  <a:pt x="1717" y="2255"/>
                </a:lnTo>
                <a:lnTo>
                  <a:pt x="1758" y="2259"/>
                </a:lnTo>
                <a:lnTo>
                  <a:pt x="1801" y="2262"/>
                </a:lnTo>
                <a:lnTo>
                  <a:pt x="1843" y="2264"/>
                </a:lnTo>
                <a:lnTo>
                  <a:pt x="1886" y="2264"/>
                </a:lnTo>
                <a:lnTo>
                  <a:pt x="1886" y="2264"/>
                </a:lnTo>
                <a:lnTo>
                  <a:pt x="1931" y="2263"/>
                </a:lnTo>
                <a:lnTo>
                  <a:pt x="1976" y="2262"/>
                </a:lnTo>
                <a:lnTo>
                  <a:pt x="2020" y="2259"/>
                </a:lnTo>
                <a:lnTo>
                  <a:pt x="2065" y="2254"/>
                </a:lnTo>
                <a:lnTo>
                  <a:pt x="2108" y="2249"/>
                </a:lnTo>
                <a:lnTo>
                  <a:pt x="2151" y="2243"/>
                </a:lnTo>
                <a:lnTo>
                  <a:pt x="2195" y="2235"/>
                </a:lnTo>
                <a:lnTo>
                  <a:pt x="2237" y="2226"/>
                </a:lnTo>
                <a:lnTo>
                  <a:pt x="2279" y="2217"/>
                </a:lnTo>
                <a:lnTo>
                  <a:pt x="2321" y="2206"/>
                </a:lnTo>
                <a:lnTo>
                  <a:pt x="2362" y="2195"/>
                </a:lnTo>
                <a:lnTo>
                  <a:pt x="2403" y="2181"/>
                </a:lnTo>
                <a:lnTo>
                  <a:pt x="2444" y="2168"/>
                </a:lnTo>
                <a:lnTo>
                  <a:pt x="2484" y="2153"/>
                </a:lnTo>
                <a:lnTo>
                  <a:pt x="2523" y="2136"/>
                </a:lnTo>
                <a:lnTo>
                  <a:pt x="2562" y="2120"/>
                </a:lnTo>
                <a:lnTo>
                  <a:pt x="2601" y="2102"/>
                </a:lnTo>
                <a:lnTo>
                  <a:pt x="2638" y="2084"/>
                </a:lnTo>
                <a:lnTo>
                  <a:pt x="2676" y="2063"/>
                </a:lnTo>
                <a:lnTo>
                  <a:pt x="2713" y="2043"/>
                </a:lnTo>
                <a:lnTo>
                  <a:pt x="2749" y="2022"/>
                </a:lnTo>
                <a:lnTo>
                  <a:pt x="2784" y="1999"/>
                </a:lnTo>
                <a:lnTo>
                  <a:pt x="2820" y="1976"/>
                </a:lnTo>
                <a:lnTo>
                  <a:pt x="2854" y="1951"/>
                </a:lnTo>
                <a:lnTo>
                  <a:pt x="2888" y="1927"/>
                </a:lnTo>
                <a:lnTo>
                  <a:pt x="2921" y="1902"/>
                </a:lnTo>
                <a:lnTo>
                  <a:pt x="2953" y="1875"/>
                </a:lnTo>
                <a:lnTo>
                  <a:pt x="2985" y="1847"/>
                </a:lnTo>
                <a:lnTo>
                  <a:pt x="3015" y="1819"/>
                </a:lnTo>
                <a:lnTo>
                  <a:pt x="3046" y="1790"/>
                </a:lnTo>
                <a:lnTo>
                  <a:pt x="3076" y="1761"/>
                </a:lnTo>
                <a:lnTo>
                  <a:pt x="3104" y="1730"/>
                </a:lnTo>
                <a:lnTo>
                  <a:pt x="3104" y="1730"/>
                </a:lnTo>
                <a:lnTo>
                  <a:pt x="3074" y="1692"/>
                </a:lnTo>
                <a:lnTo>
                  <a:pt x="3045" y="1655"/>
                </a:lnTo>
                <a:lnTo>
                  <a:pt x="3017" y="1616"/>
                </a:lnTo>
                <a:lnTo>
                  <a:pt x="2989" y="1576"/>
                </a:lnTo>
                <a:lnTo>
                  <a:pt x="2963" y="1536"/>
                </a:lnTo>
                <a:lnTo>
                  <a:pt x="2938" y="1494"/>
                </a:lnTo>
                <a:lnTo>
                  <a:pt x="2913" y="1452"/>
                </a:lnTo>
                <a:lnTo>
                  <a:pt x="2891" y="1409"/>
                </a:lnTo>
                <a:lnTo>
                  <a:pt x="2869" y="1365"/>
                </a:lnTo>
                <a:lnTo>
                  <a:pt x="2849" y="1320"/>
                </a:lnTo>
                <a:lnTo>
                  <a:pt x="2829" y="1275"/>
                </a:lnTo>
                <a:lnTo>
                  <a:pt x="2811" y="1230"/>
                </a:lnTo>
                <a:lnTo>
                  <a:pt x="2794" y="1183"/>
                </a:lnTo>
                <a:lnTo>
                  <a:pt x="2778" y="1135"/>
                </a:lnTo>
                <a:lnTo>
                  <a:pt x="2764" y="1088"/>
                </a:lnTo>
                <a:lnTo>
                  <a:pt x="2750" y="1039"/>
                </a:lnTo>
                <a:lnTo>
                  <a:pt x="2750" y="1039"/>
                </a:lnTo>
                <a:close/>
              </a:path>
            </a:pathLst>
          </a:custGeom>
          <a:solidFill>
            <a:schemeClr val="bg1">
              <a:lumMod val="85000"/>
              <a:alpha val="47000"/>
            </a:schemeClr>
          </a:solidFill>
          <a:ln>
            <a:noFill/>
          </a:ln>
        </p:spPr>
        <p:txBody>
          <a:bodyPr vert="horz" wrap="square" lIns="91440" tIns="45720" rIns="91440" bIns="45720" numCol="1" anchor="t" anchorCtr="0" compatLnSpc="1"/>
          <a:lstStyle/>
          <a:p>
            <a:endParaRPr lang="zh-CN" altLang="en-US"/>
          </a:p>
        </p:txBody>
      </p:sp>
      <p:sp>
        <p:nvSpPr>
          <p:cNvPr id="6" name="Freeform 7"/>
          <p:cNvSpPr/>
          <p:nvPr/>
        </p:nvSpPr>
        <p:spPr bwMode="auto">
          <a:xfrm>
            <a:off x="5820831" y="3257374"/>
            <a:ext cx="2949208" cy="1910992"/>
          </a:xfrm>
          <a:custGeom>
            <a:avLst/>
            <a:gdLst>
              <a:gd name="T0" fmla="*/ 2512 w 3494"/>
              <a:gd name="T1" fmla="*/ 604 h 2264"/>
              <a:gd name="T2" fmla="*/ 2507 w 3494"/>
              <a:gd name="T3" fmla="*/ 696 h 2264"/>
              <a:gd name="T4" fmla="*/ 2484 w 3494"/>
              <a:gd name="T5" fmla="*/ 830 h 2264"/>
              <a:gd name="T6" fmla="*/ 2440 w 3494"/>
              <a:gd name="T7" fmla="*/ 955 h 2264"/>
              <a:gd name="T8" fmla="*/ 2380 w 3494"/>
              <a:gd name="T9" fmla="*/ 1072 h 2264"/>
              <a:gd name="T10" fmla="*/ 2305 w 3494"/>
              <a:gd name="T11" fmla="*/ 1179 h 2264"/>
              <a:gd name="T12" fmla="*/ 2215 w 3494"/>
              <a:gd name="T13" fmla="*/ 1273 h 2264"/>
              <a:gd name="T14" fmla="*/ 2113 w 3494"/>
              <a:gd name="T15" fmla="*/ 1353 h 2264"/>
              <a:gd name="T16" fmla="*/ 2000 w 3494"/>
              <a:gd name="T17" fmla="*/ 1419 h 2264"/>
              <a:gd name="T18" fmla="*/ 1876 w 3494"/>
              <a:gd name="T19" fmla="*/ 1467 h 2264"/>
              <a:gd name="T20" fmla="*/ 1746 w 3494"/>
              <a:gd name="T21" fmla="*/ 1498 h 2264"/>
              <a:gd name="T22" fmla="*/ 1608 w 3494"/>
              <a:gd name="T23" fmla="*/ 1508 h 2264"/>
              <a:gd name="T24" fmla="*/ 1535 w 3494"/>
              <a:gd name="T25" fmla="*/ 1505 h 2264"/>
              <a:gd name="T26" fmla="*/ 1429 w 3494"/>
              <a:gd name="T27" fmla="*/ 1491 h 2264"/>
              <a:gd name="T28" fmla="*/ 1327 w 3494"/>
              <a:gd name="T29" fmla="*/ 1464 h 2264"/>
              <a:gd name="T30" fmla="*/ 1231 w 3494"/>
              <a:gd name="T31" fmla="*/ 1426 h 2264"/>
              <a:gd name="T32" fmla="*/ 1140 w 3494"/>
              <a:gd name="T33" fmla="*/ 1377 h 2264"/>
              <a:gd name="T34" fmla="*/ 1056 w 3494"/>
              <a:gd name="T35" fmla="*/ 1319 h 2264"/>
              <a:gd name="T36" fmla="*/ 978 w 3494"/>
              <a:gd name="T37" fmla="*/ 1252 h 2264"/>
              <a:gd name="T38" fmla="*/ 909 w 3494"/>
              <a:gd name="T39" fmla="*/ 1178 h 2264"/>
              <a:gd name="T40" fmla="*/ 849 w 3494"/>
              <a:gd name="T41" fmla="*/ 1095 h 2264"/>
              <a:gd name="T42" fmla="*/ 798 w 3494"/>
              <a:gd name="T43" fmla="*/ 1005 h 2264"/>
              <a:gd name="T44" fmla="*/ 757 w 3494"/>
              <a:gd name="T45" fmla="*/ 910 h 2264"/>
              <a:gd name="T46" fmla="*/ 0 w 3494"/>
              <a:gd name="T47" fmla="*/ 1016 h 2264"/>
              <a:gd name="T48" fmla="*/ 64 w 3494"/>
              <a:gd name="T49" fmla="*/ 1212 h 2264"/>
              <a:gd name="T50" fmla="*/ 150 w 3494"/>
              <a:gd name="T51" fmla="*/ 1397 h 2264"/>
              <a:gd name="T52" fmla="*/ 259 w 3494"/>
              <a:gd name="T53" fmla="*/ 1570 h 2264"/>
              <a:gd name="T54" fmla="*/ 385 w 3494"/>
              <a:gd name="T55" fmla="*/ 1726 h 2264"/>
              <a:gd name="T56" fmla="*/ 531 w 3494"/>
              <a:gd name="T57" fmla="*/ 1866 h 2264"/>
              <a:gd name="T58" fmla="*/ 693 w 3494"/>
              <a:gd name="T59" fmla="*/ 1988 h 2264"/>
              <a:gd name="T60" fmla="*/ 868 w 3494"/>
              <a:gd name="T61" fmla="*/ 2090 h 2264"/>
              <a:gd name="T62" fmla="*/ 1056 w 3494"/>
              <a:gd name="T63" fmla="*/ 2169 h 2264"/>
              <a:gd name="T64" fmla="*/ 1222 w 3494"/>
              <a:gd name="T65" fmla="*/ 2219 h 2264"/>
              <a:gd name="T66" fmla="*/ 1324 w 3494"/>
              <a:gd name="T67" fmla="*/ 2240 h 2264"/>
              <a:gd name="T68" fmla="*/ 1429 w 3494"/>
              <a:gd name="T69" fmla="*/ 2254 h 2264"/>
              <a:gd name="T70" fmla="*/ 1535 w 3494"/>
              <a:gd name="T71" fmla="*/ 2263 h 2264"/>
              <a:gd name="T72" fmla="*/ 1608 w 3494"/>
              <a:gd name="T73" fmla="*/ 2264 h 2264"/>
              <a:gd name="T74" fmla="*/ 1735 w 3494"/>
              <a:gd name="T75" fmla="*/ 2259 h 2264"/>
              <a:gd name="T76" fmla="*/ 1860 w 3494"/>
              <a:gd name="T77" fmla="*/ 2245 h 2264"/>
              <a:gd name="T78" fmla="*/ 1981 w 3494"/>
              <a:gd name="T79" fmla="*/ 2221 h 2264"/>
              <a:gd name="T80" fmla="*/ 2101 w 3494"/>
              <a:gd name="T81" fmla="*/ 2189 h 2264"/>
              <a:gd name="T82" fmla="*/ 2216 w 3494"/>
              <a:gd name="T83" fmla="*/ 2148 h 2264"/>
              <a:gd name="T84" fmla="*/ 2327 w 3494"/>
              <a:gd name="T85" fmla="*/ 2100 h 2264"/>
              <a:gd name="T86" fmla="*/ 2433 w 3494"/>
              <a:gd name="T87" fmla="*/ 2044 h 2264"/>
              <a:gd name="T88" fmla="*/ 2535 w 3494"/>
              <a:gd name="T89" fmla="*/ 1981 h 2264"/>
              <a:gd name="T90" fmla="*/ 2632 w 3494"/>
              <a:gd name="T91" fmla="*/ 1909 h 2264"/>
              <a:gd name="T92" fmla="*/ 2723 w 3494"/>
              <a:gd name="T93" fmla="*/ 1832 h 2264"/>
              <a:gd name="T94" fmla="*/ 2808 w 3494"/>
              <a:gd name="T95" fmla="*/ 1748 h 2264"/>
              <a:gd name="T96" fmla="*/ 2887 w 3494"/>
              <a:gd name="T97" fmla="*/ 1660 h 2264"/>
              <a:gd name="T98" fmla="*/ 2960 w 3494"/>
              <a:gd name="T99" fmla="*/ 1565 h 2264"/>
              <a:gd name="T100" fmla="*/ 3027 w 3494"/>
              <a:gd name="T101" fmla="*/ 1464 h 2264"/>
              <a:gd name="T102" fmla="*/ 3085 w 3494"/>
              <a:gd name="T103" fmla="*/ 1359 h 2264"/>
              <a:gd name="T104" fmla="*/ 3137 w 3494"/>
              <a:gd name="T105" fmla="*/ 1250 h 2264"/>
              <a:gd name="T106" fmla="*/ 3180 w 3494"/>
              <a:gd name="T107" fmla="*/ 1135 h 2264"/>
              <a:gd name="T108" fmla="*/ 3216 w 3494"/>
              <a:gd name="T109" fmla="*/ 1019 h 2264"/>
              <a:gd name="T110" fmla="*/ 3241 w 3494"/>
              <a:gd name="T111" fmla="*/ 897 h 2264"/>
              <a:gd name="T112" fmla="*/ 3259 w 3494"/>
              <a:gd name="T113" fmla="*/ 773 h 2264"/>
              <a:gd name="T114" fmla="*/ 3267 w 3494"/>
              <a:gd name="T115" fmla="*/ 647 h 2264"/>
              <a:gd name="T116" fmla="*/ 2890 w 3494"/>
              <a:gd name="T117" fmla="*/ 0 h 2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94" h="2264">
                <a:moveTo>
                  <a:pt x="2890" y="0"/>
                </a:moveTo>
                <a:lnTo>
                  <a:pt x="2285" y="604"/>
                </a:lnTo>
                <a:lnTo>
                  <a:pt x="2512" y="604"/>
                </a:lnTo>
                <a:lnTo>
                  <a:pt x="2512" y="604"/>
                </a:lnTo>
                <a:lnTo>
                  <a:pt x="2510" y="650"/>
                </a:lnTo>
                <a:lnTo>
                  <a:pt x="2507" y="696"/>
                </a:lnTo>
                <a:lnTo>
                  <a:pt x="2501" y="741"/>
                </a:lnTo>
                <a:lnTo>
                  <a:pt x="2493" y="786"/>
                </a:lnTo>
                <a:lnTo>
                  <a:pt x="2484" y="830"/>
                </a:lnTo>
                <a:lnTo>
                  <a:pt x="2470" y="873"/>
                </a:lnTo>
                <a:lnTo>
                  <a:pt x="2457" y="914"/>
                </a:lnTo>
                <a:lnTo>
                  <a:pt x="2440" y="955"/>
                </a:lnTo>
                <a:lnTo>
                  <a:pt x="2423" y="996"/>
                </a:lnTo>
                <a:lnTo>
                  <a:pt x="2402" y="1035"/>
                </a:lnTo>
                <a:lnTo>
                  <a:pt x="2380" y="1072"/>
                </a:lnTo>
                <a:lnTo>
                  <a:pt x="2357" y="1109"/>
                </a:lnTo>
                <a:lnTo>
                  <a:pt x="2332" y="1144"/>
                </a:lnTo>
                <a:lnTo>
                  <a:pt x="2305" y="1179"/>
                </a:lnTo>
                <a:lnTo>
                  <a:pt x="2277" y="1212"/>
                </a:lnTo>
                <a:lnTo>
                  <a:pt x="2246" y="1242"/>
                </a:lnTo>
                <a:lnTo>
                  <a:pt x="2215" y="1273"/>
                </a:lnTo>
                <a:lnTo>
                  <a:pt x="2182" y="1301"/>
                </a:lnTo>
                <a:lnTo>
                  <a:pt x="2148" y="1328"/>
                </a:lnTo>
                <a:lnTo>
                  <a:pt x="2113" y="1353"/>
                </a:lnTo>
                <a:lnTo>
                  <a:pt x="2076" y="1377"/>
                </a:lnTo>
                <a:lnTo>
                  <a:pt x="2039" y="1398"/>
                </a:lnTo>
                <a:lnTo>
                  <a:pt x="2000" y="1419"/>
                </a:lnTo>
                <a:lnTo>
                  <a:pt x="1960" y="1437"/>
                </a:lnTo>
                <a:lnTo>
                  <a:pt x="1918" y="1453"/>
                </a:lnTo>
                <a:lnTo>
                  <a:pt x="1876" y="1467"/>
                </a:lnTo>
                <a:lnTo>
                  <a:pt x="1833" y="1480"/>
                </a:lnTo>
                <a:lnTo>
                  <a:pt x="1789" y="1489"/>
                </a:lnTo>
                <a:lnTo>
                  <a:pt x="1746" y="1498"/>
                </a:lnTo>
                <a:lnTo>
                  <a:pt x="1699" y="1503"/>
                </a:lnTo>
                <a:lnTo>
                  <a:pt x="1654" y="1506"/>
                </a:lnTo>
                <a:lnTo>
                  <a:pt x="1608" y="1508"/>
                </a:lnTo>
                <a:lnTo>
                  <a:pt x="1608" y="1508"/>
                </a:lnTo>
                <a:lnTo>
                  <a:pt x="1572" y="1508"/>
                </a:lnTo>
                <a:lnTo>
                  <a:pt x="1535" y="1505"/>
                </a:lnTo>
                <a:lnTo>
                  <a:pt x="1500" y="1501"/>
                </a:lnTo>
                <a:lnTo>
                  <a:pt x="1465" y="1497"/>
                </a:lnTo>
                <a:lnTo>
                  <a:pt x="1429" y="1491"/>
                </a:lnTo>
                <a:lnTo>
                  <a:pt x="1395" y="1483"/>
                </a:lnTo>
                <a:lnTo>
                  <a:pt x="1361" y="1474"/>
                </a:lnTo>
                <a:lnTo>
                  <a:pt x="1327" y="1464"/>
                </a:lnTo>
                <a:lnTo>
                  <a:pt x="1294" y="1452"/>
                </a:lnTo>
                <a:lnTo>
                  <a:pt x="1263" y="1439"/>
                </a:lnTo>
                <a:lnTo>
                  <a:pt x="1231" y="1426"/>
                </a:lnTo>
                <a:lnTo>
                  <a:pt x="1200" y="1410"/>
                </a:lnTo>
                <a:lnTo>
                  <a:pt x="1170" y="1394"/>
                </a:lnTo>
                <a:lnTo>
                  <a:pt x="1140" y="1377"/>
                </a:lnTo>
                <a:lnTo>
                  <a:pt x="1111" y="1359"/>
                </a:lnTo>
                <a:lnTo>
                  <a:pt x="1083" y="1340"/>
                </a:lnTo>
                <a:lnTo>
                  <a:pt x="1056" y="1319"/>
                </a:lnTo>
                <a:lnTo>
                  <a:pt x="1029" y="1298"/>
                </a:lnTo>
                <a:lnTo>
                  <a:pt x="1004" y="1275"/>
                </a:lnTo>
                <a:lnTo>
                  <a:pt x="978" y="1252"/>
                </a:lnTo>
                <a:lnTo>
                  <a:pt x="955" y="1228"/>
                </a:lnTo>
                <a:lnTo>
                  <a:pt x="932" y="1204"/>
                </a:lnTo>
                <a:lnTo>
                  <a:pt x="909" y="1178"/>
                </a:lnTo>
                <a:lnTo>
                  <a:pt x="888" y="1151"/>
                </a:lnTo>
                <a:lnTo>
                  <a:pt x="869" y="1123"/>
                </a:lnTo>
                <a:lnTo>
                  <a:pt x="849" y="1095"/>
                </a:lnTo>
                <a:lnTo>
                  <a:pt x="831" y="1066"/>
                </a:lnTo>
                <a:lnTo>
                  <a:pt x="814" y="1036"/>
                </a:lnTo>
                <a:lnTo>
                  <a:pt x="798" y="1005"/>
                </a:lnTo>
                <a:lnTo>
                  <a:pt x="784" y="975"/>
                </a:lnTo>
                <a:lnTo>
                  <a:pt x="770" y="943"/>
                </a:lnTo>
                <a:lnTo>
                  <a:pt x="757" y="910"/>
                </a:lnTo>
                <a:lnTo>
                  <a:pt x="325" y="1342"/>
                </a:lnTo>
                <a:lnTo>
                  <a:pt x="0" y="1016"/>
                </a:lnTo>
                <a:lnTo>
                  <a:pt x="0" y="1016"/>
                </a:lnTo>
                <a:lnTo>
                  <a:pt x="19" y="1083"/>
                </a:lnTo>
                <a:lnTo>
                  <a:pt x="40" y="1149"/>
                </a:lnTo>
                <a:lnTo>
                  <a:pt x="64" y="1212"/>
                </a:lnTo>
                <a:lnTo>
                  <a:pt x="90" y="1275"/>
                </a:lnTo>
                <a:lnTo>
                  <a:pt x="119" y="1337"/>
                </a:lnTo>
                <a:lnTo>
                  <a:pt x="150" y="1397"/>
                </a:lnTo>
                <a:lnTo>
                  <a:pt x="184" y="1456"/>
                </a:lnTo>
                <a:lnTo>
                  <a:pt x="220" y="1514"/>
                </a:lnTo>
                <a:lnTo>
                  <a:pt x="259" y="1570"/>
                </a:lnTo>
                <a:lnTo>
                  <a:pt x="299" y="1623"/>
                </a:lnTo>
                <a:lnTo>
                  <a:pt x="341" y="1675"/>
                </a:lnTo>
                <a:lnTo>
                  <a:pt x="385" y="1726"/>
                </a:lnTo>
                <a:lnTo>
                  <a:pt x="432" y="1775"/>
                </a:lnTo>
                <a:lnTo>
                  <a:pt x="481" y="1821"/>
                </a:lnTo>
                <a:lnTo>
                  <a:pt x="531" y="1866"/>
                </a:lnTo>
                <a:lnTo>
                  <a:pt x="583" y="1909"/>
                </a:lnTo>
                <a:lnTo>
                  <a:pt x="637" y="1949"/>
                </a:lnTo>
                <a:lnTo>
                  <a:pt x="693" y="1988"/>
                </a:lnTo>
                <a:lnTo>
                  <a:pt x="749" y="2024"/>
                </a:lnTo>
                <a:lnTo>
                  <a:pt x="808" y="2058"/>
                </a:lnTo>
                <a:lnTo>
                  <a:pt x="868" y="2090"/>
                </a:lnTo>
                <a:lnTo>
                  <a:pt x="930" y="2119"/>
                </a:lnTo>
                <a:lnTo>
                  <a:pt x="992" y="2146"/>
                </a:lnTo>
                <a:lnTo>
                  <a:pt x="1056" y="2169"/>
                </a:lnTo>
                <a:lnTo>
                  <a:pt x="1122" y="2191"/>
                </a:lnTo>
                <a:lnTo>
                  <a:pt x="1187" y="2210"/>
                </a:lnTo>
                <a:lnTo>
                  <a:pt x="1222" y="2219"/>
                </a:lnTo>
                <a:lnTo>
                  <a:pt x="1256" y="2226"/>
                </a:lnTo>
                <a:lnTo>
                  <a:pt x="1290" y="2234"/>
                </a:lnTo>
                <a:lnTo>
                  <a:pt x="1324" y="2240"/>
                </a:lnTo>
                <a:lnTo>
                  <a:pt x="1359" y="2246"/>
                </a:lnTo>
                <a:lnTo>
                  <a:pt x="1394" y="2251"/>
                </a:lnTo>
                <a:lnTo>
                  <a:pt x="1429" y="2254"/>
                </a:lnTo>
                <a:lnTo>
                  <a:pt x="1465" y="2258"/>
                </a:lnTo>
                <a:lnTo>
                  <a:pt x="1500" y="2260"/>
                </a:lnTo>
                <a:lnTo>
                  <a:pt x="1535" y="2263"/>
                </a:lnTo>
                <a:lnTo>
                  <a:pt x="1572" y="2264"/>
                </a:lnTo>
                <a:lnTo>
                  <a:pt x="1608" y="2264"/>
                </a:lnTo>
                <a:lnTo>
                  <a:pt x="1608" y="2264"/>
                </a:lnTo>
                <a:lnTo>
                  <a:pt x="1651" y="2264"/>
                </a:lnTo>
                <a:lnTo>
                  <a:pt x="1693" y="2262"/>
                </a:lnTo>
                <a:lnTo>
                  <a:pt x="1735" y="2259"/>
                </a:lnTo>
                <a:lnTo>
                  <a:pt x="1777" y="2255"/>
                </a:lnTo>
                <a:lnTo>
                  <a:pt x="1819" y="2251"/>
                </a:lnTo>
                <a:lnTo>
                  <a:pt x="1860" y="2245"/>
                </a:lnTo>
                <a:lnTo>
                  <a:pt x="1901" y="2238"/>
                </a:lnTo>
                <a:lnTo>
                  <a:pt x="1941" y="2230"/>
                </a:lnTo>
                <a:lnTo>
                  <a:pt x="1981" y="2221"/>
                </a:lnTo>
                <a:lnTo>
                  <a:pt x="2022" y="2212"/>
                </a:lnTo>
                <a:lnTo>
                  <a:pt x="2062" y="2201"/>
                </a:lnTo>
                <a:lnTo>
                  <a:pt x="2101" y="2189"/>
                </a:lnTo>
                <a:lnTo>
                  <a:pt x="2139" y="2176"/>
                </a:lnTo>
                <a:lnTo>
                  <a:pt x="2177" y="2163"/>
                </a:lnTo>
                <a:lnTo>
                  <a:pt x="2216" y="2148"/>
                </a:lnTo>
                <a:lnTo>
                  <a:pt x="2253" y="2134"/>
                </a:lnTo>
                <a:lnTo>
                  <a:pt x="2290" y="2117"/>
                </a:lnTo>
                <a:lnTo>
                  <a:pt x="2327" y="2100"/>
                </a:lnTo>
                <a:lnTo>
                  <a:pt x="2362" y="2082"/>
                </a:lnTo>
                <a:lnTo>
                  <a:pt x="2398" y="2063"/>
                </a:lnTo>
                <a:lnTo>
                  <a:pt x="2433" y="2044"/>
                </a:lnTo>
                <a:lnTo>
                  <a:pt x="2468" y="2023"/>
                </a:lnTo>
                <a:lnTo>
                  <a:pt x="2502" y="2003"/>
                </a:lnTo>
                <a:lnTo>
                  <a:pt x="2535" y="1981"/>
                </a:lnTo>
                <a:lnTo>
                  <a:pt x="2567" y="1958"/>
                </a:lnTo>
                <a:lnTo>
                  <a:pt x="2600" y="1933"/>
                </a:lnTo>
                <a:lnTo>
                  <a:pt x="2632" y="1909"/>
                </a:lnTo>
                <a:lnTo>
                  <a:pt x="2662" y="1885"/>
                </a:lnTo>
                <a:lnTo>
                  <a:pt x="2693" y="1859"/>
                </a:lnTo>
                <a:lnTo>
                  <a:pt x="2723" y="1832"/>
                </a:lnTo>
                <a:lnTo>
                  <a:pt x="2752" y="1806"/>
                </a:lnTo>
                <a:lnTo>
                  <a:pt x="2780" y="1778"/>
                </a:lnTo>
                <a:lnTo>
                  <a:pt x="2808" y="1748"/>
                </a:lnTo>
                <a:lnTo>
                  <a:pt x="2836" y="1719"/>
                </a:lnTo>
                <a:lnTo>
                  <a:pt x="2862" y="1690"/>
                </a:lnTo>
                <a:lnTo>
                  <a:pt x="2887" y="1660"/>
                </a:lnTo>
                <a:lnTo>
                  <a:pt x="2913" y="1628"/>
                </a:lnTo>
                <a:lnTo>
                  <a:pt x="2937" y="1596"/>
                </a:lnTo>
                <a:lnTo>
                  <a:pt x="2960" y="1565"/>
                </a:lnTo>
                <a:lnTo>
                  <a:pt x="2983" y="1532"/>
                </a:lnTo>
                <a:lnTo>
                  <a:pt x="3005" y="1498"/>
                </a:lnTo>
                <a:lnTo>
                  <a:pt x="3027" y="1464"/>
                </a:lnTo>
                <a:lnTo>
                  <a:pt x="3047" y="1430"/>
                </a:lnTo>
                <a:lnTo>
                  <a:pt x="3067" y="1394"/>
                </a:lnTo>
                <a:lnTo>
                  <a:pt x="3085" y="1359"/>
                </a:lnTo>
                <a:lnTo>
                  <a:pt x="3104" y="1323"/>
                </a:lnTo>
                <a:lnTo>
                  <a:pt x="3121" y="1286"/>
                </a:lnTo>
                <a:lnTo>
                  <a:pt x="3137" y="1250"/>
                </a:lnTo>
                <a:lnTo>
                  <a:pt x="3152" y="1212"/>
                </a:lnTo>
                <a:lnTo>
                  <a:pt x="3167" y="1174"/>
                </a:lnTo>
                <a:lnTo>
                  <a:pt x="3180" y="1135"/>
                </a:lnTo>
                <a:lnTo>
                  <a:pt x="3192" y="1097"/>
                </a:lnTo>
                <a:lnTo>
                  <a:pt x="3205" y="1058"/>
                </a:lnTo>
                <a:lnTo>
                  <a:pt x="3216" y="1019"/>
                </a:lnTo>
                <a:lnTo>
                  <a:pt x="3225" y="979"/>
                </a:lnTo>
                <a:lnTo>
                  <a:pt x="3234" y="938"/>
                </a:lnTo>
                <a:lnTo>
                  <a:pt x="3241" y="897"/>
                </a:lnTo>
                <a:lnTo>
                  <a:pt x="3248" y="857"/>
                </a:lnTo>
                <a:lnTo>
                  <a:pt x="3254" y="816"/>
                </a:lnTo>
                <a:lnTo>
                  <a:pt x="3259" y="773"/>
                </a:lnTo>
                <a:lnTo>
                  <a:pt x="3263" y="732"/>
                </a:lnTo>
                <a:lnTo>
                  <a:pt x="3265" y="689"/>
                </a:lnTo>
                <a:lnTo>
                  <a:pt x="3267" y="647"/>
                </a:lnTo>
                <a:lnTo>
                  <a:pt x="3268" y="604"/>
                </a:lnTo>
                <a:lnTo>
                  <a:pt x="3494" y="604"/>
                </a:lnTo>
                <a:lnTo>
                  <a:pt x="2890" y="0"/>
                </a:lnTo>
                <a:close/>
              </a:path>
            </a:pathLst>
          </a:custGeom>
          <a:solidFill>
            <a:srgbClr val="557392"/>
          </a:solidFill>
          <a:ln>
            <a:noFill/>
          </a:ln>
        </p:spPr>
        <p:txBody>
          <a:bodyPr vert="horz" wrap="square" lIns="91440" tIns="45720" rIns="91440" bIns="45720" numCol="1" anchor="t" anchorCtr="0" compatLnSpc="1"/>
          <a:lstStyle/>
          <a:p>
            <a:endParaRPr lang="zh-CN" altLang="en-US"/>
          </a:p>
        </p:txBody>
      </p:sp>
      <p:sp>
        <p:nvSpPr>
          <p:cNvPr id="7" name="Freeform 8"/>
          <p:cNvSpPr/>
          <p:nvPr/>
        </p:nvSpPr>
        <p:spPr bwMode="auto">
          <a:xfrm>
            <a:off x="3656615" y="2366028"/>
            <a:ext cx="2950053" cy="1910992"/>
          </a:xfrm>
          <a:custGeom>
            <a:avLst/>
            <a:gdLst>
              <a:gd name="T0" fmla="*/ 3268 w 3495"/>
              <a:gd name="T1" fmla="*/ 1660 h 2264"/>
              <a:gd name="T2" fmla="*/ 3265 w 3495"/>
              <a:gd name="T3" fmla="*/ 1575 h 2264"/>
              <a:gd name="T4" fmla="*/ 3254 w 3495"/>
              <a:gd name="T5" fmla="*/ 1448 h 2264"/>
              <a:gd name="T6" fmla="*/ 3233 w 3495"/>
              <a:gd name="T7" fmla="*/ 1326 h 2264"/>
              <a:gd name="T8" fmla="*/ 3204 w 3495"/>
              <a:gd name="T9" fmla="*/ 1206 h 2264"/>
              <a:gd name="T10" fmla="*/ 3167 w 3495"/>
              <a:gd name="T11" fmla="*/ 1090 h 2264"/>
              <a:gd name="T12" fmla="*/ 3120 w 3495"/>
              <a:gd name="T13" fmla="*/ 978 h 2264"/>
              <a:gd name="T14" fmla="*/ 3067 w 3495"/>
              <a:gd name="T15" fmla="*/ 870 h 2264"/>
              <a:gd name="T16" fmla="*/ 3006 w 3495"/>
              <a:gd name="T17" fmla="*/ 766 h 2264"/>
              <a:gd name="T18" fmla="*/ 2938 w 3495"/>
              <a:gd name="T19" fmla="*/ 668 h 2264"/>
              <a:gd name="T20" fmla="*/ 2863 w 3495"/>
              <a:gd name="T21" fmla="*/ 574 h 2264"/>
              <a:gd name="T22" fmla="*/ 2781 w 3495"/>
              <a:gd name="T23" fmla="*/ 486 h 2264"/>
              <a:gd name="T24" fmla="*/ 2694 w 3495"/>
              <a:gd name="T25" fmla="*/ 405 h 2264"/>
              <a:gd name="T26" fmla="*/ 2600 w 3495"/>
              <a:gd name="T27" fmla="*/ 331 h 2264"/>
              <a:gd name="T28" fmla="*/ 2502 w 3495"/>
              <a:gd name="T29" fmla="*/ 261 h 2264"/>
              <a:gd name="T30" fmla="*/ 2398 w 3495"/>
              <a:gd name="T31" fmla="*/ 201 h 2264"/>
              <a:gd name="T32" fmla="*/ 2291 w 3495"/>
              <a:gd name="T33" fmla="*/ 147 h 2264"/>
              <a:gd name="T34" fmla="*/ 2178 w 3495"/>
              <a:gd name="T35" fmla="*/ 101 h 2264"/>
              <a:gd name="T36" fmla="*/ 2063 w 3495"/>
              <a:gd name="T37" fmla="*/ 63 h 2264"/>
              <a:gd name="T38" fmla="*/ 1942 w 3495"/>
              <a:gd name="T39" fmla="*/ 34 h 2264"/>
              <a:gd name="T40" fmla="*/ 1819 w 3495"/>
              <a:gd name="T41" fmla="*/ 13 h 2264"/>
              <a:gd name="T42" fmla="*/ 1693 w 3495"/>
              <a:gd name="T43" fmla="*/ 2 h 2264"/>
              <a:gd name="T44" fmla="*/ 1608 w 3495"/>
              <a:gd name="T45" fmla="*/ 0 h 2264"/>
              <a:gd name="T46" fmla="*/ 1501 w 3495"/>
              <a:gd name="T47" fmla="*/ 4 h 2264"/>
              <a:gd name="T48" fmla="*/ 1394 w 3495"/>
              <a:gd name="T49" fmla="*/ 13 h 2264"/>
              <a:gd name="T50" fmla="*/ 1290 w 3495"/>
              <a:gd name="T51" fmla="*/ 30 h 2264"/>
              <a:gd name="T52" fmla="*/ 1188 w 3495"/>
              <a:gd name="T53" fmla="*/ 54 h 2264"/>
              <a:gd name="T54" fmla="*/ 993 w 3495"/>
              <a:gd name="T55" fmla="*/ 118 h 2264"/>
              <a:gd name="T56" fmla="*/ 808 w 3495"/>
              <a:gd name="T57" fmla="*/ 206 h 2264"/>
              <a:gd name="T58" fmla="*/ 638 w 3495"/>
              <a:gd name="T59" fmla="*/ 315 h 2264"/>
              <a:gd name="T60" fmla="*/ 481 w 3495"/>
              <a:gd name="T61" fmla="*/ 443 h 2264"/>
              <a:gd name="T62" fmla="*/ 342 w 3495"/>
              <a:gd name="T63" fmla="*/ 589 h 2264"/>
              <a:gd name="T64" fmla="*/ 221 w 3495"/>
              <a:gd name="T65" fmla="*/ 750 h 2264"/>
              <a:gd name="T66" fmla="*/ 120 w 3495"/>
              <a:gd name="T67" fmla="*/ 927 h 2264"/>
              <a:gd name="T68" fmla="*/ 41 w 3495"/>
              <a:gd name="T69" fmla="*/ 1115 h 2264"/>
              <a:gd name="T70" fmla="*/ 326 w 3495"/>
              <a:gd name="T71" fmla="*/ 922 h 2264"/>
              <a:gd name="T72" fmla="*/ 770 w 3495"/>
              <a:gd name="T73" fmla="*/ 1321 h 2264"/>
              <a:gd name="T74" fmla="*/ 815 w 3495"/>
              <a:gd name="T75" fmla="*/ 1228 h 2264"/>
              <a:gd name="T76" fmla="*/ 869 w 3495"/>
              <a:gd name="T77" fmla="*/ 1141 h 2264"/>
              <a:gd name="T78" fmla="*/ 932 w 3495"/>
              <a:gd name="T79" fmla="*/ 1060 h 2264"/>
              <a:gd name="T80" fmla="*/ 1004 w 3495"/>
              <a:gd name="T81" fmla="*/ 989 h 2264"/>
              <a:gd name="T82" fmla="*/ 1084 w 3495"/>
              <a:gd name="T83" fmla="*/ 924 h 2264"/>
              <a:gd name="T84" fmla="*/ 1170 w 3495"/>
              <a:gd name="T85" fmla="*/ 870 h 2264"/>
              <a:gd name="T86" fmla="*/ 1264 w 3495"/>
              <a:gd name="T87" fmla="*/ 825 h 2264"/>
              <a:gd name="T88" fmla="*/ 1361 w 3495"/>
              <a:gd name="T89" fmla="*/ 790 h 2264"/>
              <a:gd name="T90" fmla="*/ 1464 w 3495"/>
              <a:gd name="T91" fmla="*/ 767 h 2264"/>
              <a:gd name="T92" fmla="*/ 1571 w 3495"/>
              <a:gd name="T93" fmla="*/ 756 h 2264"/>
              <a:gd name="T94" fmla="*/ 1654 w 3495"/>
              <a:gd name="T95" fmla="*/ 758 h 2264"/>
              <a:gd name="T96" fmla="*/ 1790 w 3495"/>
              <a:gd name="T97" fmla="*/ 775 h 2264"/>
              <a:gd name="T98" fmla="*/ 1919 w 3495"/>
              <a:gd name="T99" fmla="*/ 811 h 2264"/>
              <a:gd name="T100" fmla="*/ 2038 w 3495"/>
              <a:gd name="T101" fmla="*/ 865 h 2264"/>
              <a:gd name="T102" fmla="*/ 2149 w 3495"/>
              <a:gd name="T103" fmla="*/ 936 h 2264"/>
              <a:gd name="T104" fmla="*/ 2247 w 3495"/>
              <a:gd name="T105" fmla="*/ 1022 h 2264"/>
              <a:gd name="T106" fmla="*/ 2333 w 3495"/>
              <a:gd name="T107" fmla="*/ 1120 h 2264"/>
              <a:gd name="T108" fmla="*/ 2403 w 3495"/>
              <a:gd name="T109" fmla="*/ 1229 h 2264"/>
              <a:gd name="T110" fmla="*/ 2457 w 3495"/>
              <a:gd name="T111" fmla="*/ 1350 h 2264"/>
              <a:gd name="T112" fmla="*/ 2494 w 3495"/>
              <a:gd name="T113" fmla="*/ 1478 h 2264"/>
              <a:gd name="T114" fmla="*/ 2511 w 3495"/>
              <a:gd name="T115" fmla="*/ 1614 h 2264"/>
              <a:gd name="T116" fmla="*/ 2889 w 3495"/>
              <a:gd name="T117" fmla="*/ 2264 h 2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95" h="2264">
                <a:moveTo>
                  <a:pt x="2889" y="2264"/>
                </a:moveTo>
                <a:lnTo>
                  <a:pt x="3495" y="1660"/>
                </a:lnTo>
                <a:lnTo>
                  <a:pt x="3268" y="1660"/>
                </a:lnTo>
                <a:lnTo>
                  <a:pt x="3268" y="1660"/>
                </a:lnTo>
                <a:lnTo>
                  <a:pt x="3268" y="1617"/>
                </a:lnTo>
                <a:lnTo>
                  <a:pt x="3265" y="1575"/>
                </a:lnTo>
                <a:lnTo>
                  <a:pt x="3263" y="1532"/>
                </a:lnTo>
                <a:lnTo>
                  <a:pt x="3259" y="1491"/>
                </a:lnTo>
                <a:lnTo>
                  <a:pt x="3254" y="1448"/>
                </a:lnTo>
                <a:lnTo>
                  <a:pt x="3248" y="1407"/>
                </a:lnTo>
                <a:lnTo>
                  <a:pt x="3242" y="1367"/>
                </a:lnTo>
                <a:lnTo>
                  <a:pt x="3233" y="1326"/>
                </a:lnTo>
                <a:lnTo>
                  <a:pt x="3225" y="1285"/>
                </a:lnTo>
                <a:lnTo>
                  <a:pt x="3215" y="1245"/>
                </a:lnTo>
                <a:lnTo>
                  <a:pt x="3204" y="1206"/>
                </a:lnTo>
                <a:lnTo>
                  <a:pt x="3193" y="1167"/>
                </a:lnTo>
                <a:lnTo>
                  <a:pt x="3180" y="1129"/>
                </a:lnTo>
                <a:lnTo>
                  <a:pt x="3167" y="1090"/>
                </a:lnTo>
                <a:lnTo>
                  <a:pt x="3152" y="1052"/>
                </a:lnTo>
                <a:lnTo>
                  <a:pt x="3137" y="1014"/>
                </a:lnTo>
                <a:lnTo>
                  <a:pt x="3120" y="978"/>
                </a:lnTo>
                <a:lnTo>
                  <a:pt x="3103" y="941"/>
                </a:lnTo>
                <a:lnTo>
                  <a:pt x="3086" y="905"/>
                </a:lnTo>
                <a:lnTo>
                  <a:pt x="3067" y="870"/>
                </a:lnTo>
                <a:lnTo>
                  <a:pt x="3047" y="834"/>
                </a:lnTo>
                <a:lnTo>
                  <a:pt x="3027" y="800"/>
                </a:lnTo>
                <a:lnTo>
                  <a:pt x="3006" y="766"/>
                </a:lnTo>
                <a:lnTo>
                  <a:pt x="2984" y="732"/>
                </a:lnTo>
                <a:lnTo>
                  <a:pt x="2961" y="699"/>
                </a:lnTo>
                <a:lnTo>
                  <a:pt x="2938" y="668"/>
                </a:lnTo>
                <a:lnTo>
                  <a:pt x="2914" y="636"/>
                </a:lnTo>
                <a:lnTo>
                  <a:pt x="2888" y="604"/>
                </a:lnTo>
                <a:lnTo>
                  <a:pt x="2863" y="574"/>
                </a:lnTo>
                <a:lnTo>
                  <a:pt x="2836" y="545"/>
                </a:lnTo>
                <a:lnTo>
                  <a:pt x="2809" y="516"/>
                </a:lnTo>
                <a:lnTo>
                  <a:pt x="2781" y="486"/>
                </a:lnTo>
                <a:lnTo>
                  <a:pt x="2753" y="458"/>
                </a:lnTo>
                <a:lnTo>
                  <a:pt x="2724" y="432"/>
                </a:lnTo>
                <a:lnTo>
                  <a:pt x="2694" y="405"/>
                </a:lnTo>
                <a:lnTo>
                  <a:pt x="2663" y="379"/>
                </a:lnTo>
                <a:lnTo>
                  <a:pt x="2632" y="355"/>
                </a:lnTo>
                <a:lnTo>
                  <a:pt x="2600" y="331"/>
                </a:lnTo>
                <a:lnTo>
                  <a:pt x="2568" y="306"/>
                </a:lnTo>
                <a:lnTo>
                  <a:pt x="2536" y="283"/>
                </a:lnTo>
                <a:lnTo>
                  <a:pt x="2502" y="261"/>
                </a:lnTo>
                <a:lnTo>
                  <a:pt x="2469" y="241"/>
                </a:lnTo>
                <a:lnTo>
                  <a:pt x="2433" y="220"/>
                </a:lnTo>
                <a:lnTo>
                  <a:pt x="2398" y="201"/>
                </a:lnTo>
                <a:lnTo>
                  <a:pt x="2363" y="182"/>
                </a:lnTo>
                <a:lnTo>
                  <a:pt x="2328" y="164"/>
                </a:lnTo>
                <a:lnTo>
                  <a:pt x="2291" y="147"/>
                </a:lnTo>
                <a:lnTo>
                  <a:pt x="2253" y="130"/>
                </a:lnTo>
                <a:lnTo>
                  <a:pt x="2216" y="116"/>
                </a:lnTo>
                <a:lnTo>
                  <a:pt x="2178" y="101"/>
                </a:lnTo>
                <a:lnTo>
                  <a:pt x="2140" y="88"/>
                </a:lnTo>
                <a:lnTo>
                  <a:pt x="2101" y="74"/>
                </a:lnTo>
                <a:lnTo>
                  <a:pt x="2063" y="63"/>
                </a:lnTo>
                <a:lnTo>
                  <a:pt x="2022" y="52"/>
                </a:lnTo>
                <a:lnTo>
                  <a:pt x="1982" y="43"/>
                </a:lnTo>
                <a:lnTo>
                  <a:pt x="1942" y="34"/>
                </a:lnTo>
                <a:lnTo>
                  <a:pt x="1902" y="26"/>
                </a:lnTo>
                <a:lnTo>
                  <a:pt x="1861" y="19"/>
                </a:lnTo>
                <a:lnTo>
                  <a:pt x="1819" y="13"/>
                </a:lnTo>
                <a:lnTo>
                  <a:pt x="1778" y="9"/>
                </a:lnTo>
                <a:lnTo>
                  <a:pt x="1736" y="5"/>
                </a:lnTo>
                <a:lnTo>
                  <a:pt x="1693" y="2"/>
                </a:lnTo>
                <a:lnTo>
                  <a:pt x="1650" y="0"/>
                </a:lnTo>
                <a:lnTo>
                  <a:pt x="1608" y="0"/>
                </a:lnTo>
                <a:lnTo>
                  <a:pt x="1608" y="0"/>
                </a:lnTo>
                <a:lnTo>
                  <a:pt x="1573" y="0"/>
                </a:lnTo>
                <a:lnTo>
                  <a:pt x="1536" y="1"/>
                </a:lnTo>
                <a:lnTo>
                  <a:pt x="1501" y="4"/>
                </a:lnTo>
                <a:lnTo>
                  <a:pt x="1464" y="6"/>
                </a:lnTo>
                <a:lnTo>
                  <a:pt x="1429" y="10"/>
                </a:lnTo>
                <a:lnTo>
                  <a:pt x="1394" y="13"/>
                </a:lnTo>
                <a:lnTo>
                  <a:pt x="1360" y="18"/>
                </a:lnTo>
                <a:lnTo>
                  <a:pt x="1325" y="24"/>
                </a:lnTo>
                <a:lnTo>
                  <a:pt x="1290" y="30"/>
                </a:lnTo>
                <a:lnTo>
                  <a:pt x="1256" y="38"/>
                </a:lnTo>
                <a:lnTo>
                  <a:pt x="1222" y="45"/>
                </a:lnTo>
                <a:lnTo>
                  <a:pt x="1188" y="54"/>
                </a:lnTo>
                <a:lnTo>
                  <a:pt x="1121" y="73"/>
                </a:lnTo>
                <a:lnTo>
                  <a:pt x="1057" y="94"/>
                </a:lnTo>
                <a:lnTo>
                  <a:pt x="993" y="118"/>
                </a:lnTo>
                <a:lnTo>
                  <a:pt x="929" y="145"/>
                </a:lnTo>
                <a:lnTo>
                  <a:pt x="869" y="174"/>
                </a:lnTo>
                <a:lnTo>
                  <a:pt x="808" y="206"/>
                </a:lnTo>
                <a:lnTo>
                  <a:pt x="749" y="240"/>
                </a:lnTo>
                <a:lnTo>
                  <a:pt x="692" y="276"/>
                </a:lnTo>
                <a:lnTo>
                  <a:pt x="638" y="315"/>
                </a:lnTo>
                <a:lnTo>
                  <a:pt x="583" y="355"/>
                </a:lnTo>
                <a:lnTo>
                  <a:pt x="532" y="398"/>
                </a:lnTo>
                <a:lnTo>
                  <a:pt x="481" y="443"/>
                </a:lnTo>
                <a:lnTo>
                  <a:pt x="432" y="489"/>
                </a:lnTo>
                <a:lnTo>
                  <a:pt x="386" y="538"/>
                </a:lnTo>
                <a:lnTo>
                  <a:pt x="342" y="589"/>
                </a:lnTo>
                <a:lnTo>
                  <a:pt x="300" y="641"/>
                </a:lnTo>
                <a:lnTo>
                  <a:pt x="258" y="694"/>
                </a:lnTo>
                <a:lnTo>
                  <a:pt x="221" y="750"/>
                </a:lnTo>
                <a:lnTo>
                  <a:pt x="184" y="808"/>
                </a:lnTo>
                <a:lnTo>
                  <a:pt x="151" y="867"/>
                </a:lnTo>
                <a:lnTo>
                  <a:pt x="120" y="927"/>
                </a:lnTo>
                <a:lnTo>
                  <a:pt x="90" y="989"/>
                </a:lnTo>
                <a:lnTo>
                  <a:pt x="64" y="1052"/>
                </a:lnTo>
                <a:lnTo>
                  <a:pt x="41" y="1115"/>
                </a:lnTo>
                <a:lnTo>
                  <a:pt x="19" y="1181"/>
                </a:lnTo>
                <a:lnTo>
                  <a:pt x="0" y="1248"/>
                </a:lnTo>
                <a:lnTo>
                  <a:pt x="326" y="922"/>
                </a:lnTo>
                <a:lnTo>
                  <a:pt x="758" y="1354"/>
                </a:lnTo>
                <a:lnTo>
                  <a:pt x="758" y="1354"/>
                </a:lnTo>
                <a:lnTo>
                  <a:pt x="770" y="1321"/>
                </a:lnTo>
                <a:lnTo>
                  <a:pt x="783" y="1289"/>
                </a:lnTo>
                <a:lnTo>
                  <a:pt x="799" y="1259"/>
                </a:lnTo>
                <a:lnTo>
                  <a:pt x="815" y="1228"/>
                </a:lnTo>
                <a:lnTo>
                  <a:pt x="832" y="1198"/>
                </a:lnTo>
                <a:lnTo>
                  <a:pt x="849" y="1169"/>
                </a:lnTo>
                <a:lnTo>
                  <a:pt x="869" y="1141"/>
                </a:lnTo>
                <a:lnTo>
                  <a:pt x="889" y="1113"/>
                </a:lnTo>
                <a:lnTo>
                  <a:pt x="910" y="1086"/>
                </a:lnTo>
                <a:lnTo>
                  <a:pt x="932" y="1060"/>
                </a:lnTo>
                <a:lnTo>
                  <a:pt x="955" y="1036"/>
                </a:lnTo>
                <a:lnTo>
                  <a:pt x="979" y="1012"/>
                </a:lnTo>
                <a:lnTo>
                  <a:pt x="1004" y="989"/>
                </a:lnTo>
                <a:lnTo>
                  <a:pt x="1030" y="966"/>
                </a:lnTo>
                <a:lnTo>
                  <a:pt x="1056" y="945"/>
                </a:lnTo>
                <a:lnTo>
                  <a:pt x="1084" y="924"/>
                </a:lnTo>
                <a:lnTo>
                  <a:pt x="1112" y="905"/>
                </a:lnTo>
                <a:lnTo>
                  <a:pt x="1141" y="887"/>
                </a:lnTo>
                <a:lnTo>
                  <a:pt x="1170" y="870"/>
                </a:lnTo>
                <a:lnTo>
                  <a:pt x="1201" y="854"/>
                </a:lnTo>
                <a:lnTo>
                  <a:pt x="1232" y="838"/>
                </a:lnTo>
                <a:lnTo>
                  <a:pt x="1264" y="825"/>
                </a:lnTo>
                <a:lnTo>
                  <a:pt x="1295" y="812"/>
                </a:lnTo>
                <a:lnTo>
                  <a:pt x="1328" y="800"/>
                </a:lnTo>
                <a:lnTo>
                  <a:pt x="1361" y="790"/>
                </a:lnTo>
                <a:lnTo>
                  <a:pt x="1395" y="781"/>
                </a:lnTo>
                <a:lnTo>
                  <a:pt x="1430" y="773"/>
                </a:lnTo>
                <a:lnTo>
                  <a:pt x="1464" y="767"/>
                </a:lnTo>
                <a:lnTo>
                  <a:pt x="1500" y="763"/>
                </a:lnTo>
                <a:lnTo>
                  <a:pt x="1536" y="759"/>
                </a:lnTo>
                <a:lnTo>
                  <a:pt x="1571" y="756"/>
                </a:lnTo>
                <a:lnTo>
                  <a:pt x="1608" y="756"/>
                </a:lnTo>
                <a:lnTo>
                  <a:pt x="1608" y="756"/>
                </a:lnTo>
                <a:lnTo>
                  <a:pt x="1654" y="758"/>
                </a:lnTo>
                <a:lnTo>
                  <a:pt x="1700" y="760"/>
                </a:lnTo>
                <a:lnTo>
                  <a:pt x="1745" y="766"/>
                </a:lnTo>
                <a:lnTo>
                  <a:pt x="1790" y="775"/>
                </a:lnTo>
                <a:lnTo>
                  <a:pt x="1834" y="784"/>
                </a:lnTo>
                <a:lnTo>
                  <a:pt x="1877" y="797"/>
                </a:lnTo>
                <a:lnTo>
                  <a:pt x="1919" y="811"/>
                </a:lnTo>
                <a:lnTo>
                  <a:pt x="1959" y="827"/>
                </a:lnTo>
                <a:lnTo>
                  <a:pt x="1999" y="845"/>
                </a:lnTo>
                <a:lnTo>
                  <a:pt x="2038" y="865"/>
                </a:lnTo>
                <a:lnTo>
                  <a:pt x="2076" y="887"/>
                </a:lnTo>
                <a:lnTo>
                  <a:pt x="2114" y="911"/>
                </a:lnTo>
                <a:lnTo>
                  <a:pt x="2149" y="936"/>
                </a:lnTo>
                <a:lnTo>
                  <a:pt x="2183" y="963"/>
                </a:lnTo>
                <a:lnTo>
                  <a:pt x="2216" y="991"/>
                </a:lnTo>
                <a:lnTo>
                  <a:pt x="2247" y="1022"/>
                </a:lnTo>
                <a:lnTo>
                  <a:pt x="2277" y="1052"/>
                </a:lnTo>
                <a:lnTo>
                  <a:pt x="2306" y="1085"/>
                </a:lnTo>
                <a:lnTo>
                  <a:pt x="2333" y="1120"/>
                </a:lnTo>
                <a:lnTo>
                  <a:pt x="2358" y="1155"/>
                </a:lnTo>
                <a:lnTo>
                  <a:pt x="2381" y="1192"/>
                </a:lnTo>
                <a:lnTo>
                  <a:pt x="2403" y="1229"/>
                </a:lnTo>
                <a:lnTo>
                  <a:pt x="2422" y="1268"/>
                </a:lnTo>
                <a:lnTo>
                  <a:pt x="2441" y="1309"/>
                </a:lnTo>
                <a:lnTo>
                  <a:pt x="2457" y="1350"/>
                </a:lnTo>
                <a:lnTo>
                  <a:pt x="2471" y="1391"/>
                </a:lnTo>
                <a:lnTo>
                  <a:pt x="2483" y="1434"/>
                </a:lnTo>
                <a:lnTo>
                  <a:pt x="2494" y="1478"/>
                </a:lnTo>
                <a:lnTo>
                  <a:pt x="2502" y="1523"/>
                </a:lnTo>
                <a:lnTo>
                  <a:pt x="2508" y="1568"/>
                </a:lnTo>
                <a:lnTo>
                  <a:pt x="2511" y="1614"/>
                </a:lnTo>
                <a:lnTo>
                  <a:pt x="2512" y="1660"/>
                </a:lnTo>
                <a:lnTo>
                  <a:pt x="2285" y="1660"/>
                </a:lnTo>
                <a:lnTo>
                  <a:pt x="2889" y="2264"/>
                </a:lnTo>
                <a:close/>
              </a:path>
            </a:pathLst>
          </a:custGeom>
          <a:solidFill>
            <a:srgbClr val="557392"/>
          </a:solidFill>
          <a:ln>
            <a:noFill/>
          </a:ln>
        </p:spPr>
        <p:txBody>
          <a:bodyPr vert="horz" wrap="square" lIns="91440" tIns="45720" rIns="91440" bIns="45720" numCol="1" anchor="t" anchorCtr="0" compatLnSpc="1"/>
          <a:lstStyle/>
          <a:p>
            <a:endParaRPr lang="zh-CN" altLang="en-US"/>
          </a:p>
        </p:txBody>
      </p:sp>
      <p:grpSp>
        <p:nvGrpSpPr>
          <p:cNvPr id="10" name="组合 9"/>
          <p:cNvGrpSpPr/>
          <p:nvPr/>
        </p:nvGrpSpPr>
        <p:grpSpPr>
          <a:xfrm>
            <a:off x="985416" y="2004077"/>
            <a:ext cx="10221168" cy="3562350"/>
            <a:chOff x="1009650" y="2114550"/>
            <a:chExt cx="10221168" cy="3562350"/>
          </a:xfrm>
        </p:grpSpPr>
        <p:grpSp>
          <p:nvGrpSpPr>
            <p:cNvPr id="11" name="组合 10"/>
            <p:cNvGrpSpPr/>
            <p:nvPr/>
          </p:nvGrpSpPr>
          <p:grpSpPr>
            <a:xfrm>
              <a:off x="1009650" y="2114550"/>
              <a:ext cx="4055316" cy="3562350"/>
              <a:chOff x="1009650" y="2114550"/>
              <a:chExt cx="4055316" cy="3562350"/>
            </a:xfrm>
          </p:grpSpPr>
          <p:grpSp>
            <p:nvGrpSpPr>
              <p:cNvPr id="19" name="组合 18"/>
              <p:cNvGrpSpPr/>
              <p:nvPr/>
            </p:nvGrpSpPr>
            <p:grpSpPr>
              <a:xfrm>
                <a:off x="1009650" y="2114550"/>
                <a:ext cx="4055316" cy="276225"/>
                <a:chOff x="1181100" y="1914525"/>
                <a:chExt cx="4055316" cy="276225"/>
              </a:xfrm>
            </p:grpSpPr>
            <p:cxnSp>
              <p:nvCxnSpPr>
                <p:cNvPr id="23" name="直接连接符 22"/>
                <p:cNvCxnSpPr/>
                <p:nvPr/>
              </p:nvCxnSpPr>
              <p:spPr>
                <a:xfrm>
                  <a:off x="5236416" y="1914525"/>
                  <a:ext cx="0" cy="276225"/>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181100" y="1914525"/>
                  <a:ext cx="4055316" cy="0"/>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flipV="1">
                <a:off x="1009650" y="5400675"/>
                <a:ext cx="4055316" cy="276225"/>
                <a:chOff x="1181100" y="1914525"/>
                <a:chExt cx="4055316" cy="276225"/>
              </a:xfrm>
            </p:grpSpPr>
            <p:cxnSp>
              <p:nvCxnSpPr>
                <p:cNvPr id="21" name="直接连接符 20"/>
                <p:cNvCxnSpPr/>
                <p:nvPr/>
              </p:nvCxnSpPr>
              <p:spPr>
                <a:xfrm>
                  <a:off x="5236416" y="1914525"/>
                  <a:ext cx="0" cy="276225"/>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181100" y="1914525"/>
                  <a:ext cx="4055316" cy="0"/>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2" name="组合 11"/>
            <p:cNvGrpSpPr/>
            <p:nvPr/>
          </p:nvGrpSpPr>
          <p:grpSpPr>
            <a:xfrm flipH="1">
              <a:off x="7175502" y="2114550"/>
              <a:ext cx="4055316" cy="3562350"/>
              <a:chOff x="1009650" y="2114550"/>
              <a:chExt cx="4055316" cy="3562350"/>
            </a:xfrm>
          </p:grpSpPr>
          <p:grpSp>
            <p:nvGrpSpPr>
              <p:cNvPr id="13" name="组合 12"/>
              <p:cNvGrpSpPr/>
              <p:nvPr/>
            </p:nvGrpSpPr>
            <p:grpSpPr>
              <a:xfrm>
                <a:off x="1009650" y="2114550"/>
                <a:ext cx="4055316" cy="276225"/>
                <a:chOff x="1181100" y="1914525"/>
                <a:chExt cx="4055316" cy="276225"/>
              </a:xfrm>
            </p:grpSpPr>
            <p:cxnSp>
              <p:nvCxnSpPr>
                <p:cNvPr id="17" name="直接连接符 16"/>
                <p:cNvCxnSpPr/>
                <p:nvPr/>
              </p:nvCxnSpPr>
              <p:spPr>
                <a:xfrm>
                  <a:off x="5236416" y="1914525"/>
                  <a:ext cx="0" cy="276225"/>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1181100" y="1914525"/>
                  <a:ext cx="4055316" cy="0"/>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flipV="1">
                <a:off x="1009650" y="5400675"/>
                <a:ext cx="4055316" cy="276225"/>
                <a:chOff x="1181100" y="1914525"/>
                <a:chExt cx="4055316" cy="276225"/>
              </a:xfrm>
            </p:grpSpPr>
            <p:cxnSp>
              <p:nvCxnSpPr>
                <p:cNvPr id="15" name="直接连接符 14"/>
                <p:cNvCxnSpPr/>
                <p:nvPr/>
              </p:nvCxnSpPr>
              <p:spPr>
                <a:xfrm>
                  <a:off x="5236416" y="1914525"/>
                  <a:ext cx="0" cy="276225"/>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181100" y="1914525"/>
                  <a:ext cx="4055316" cy="0"/>
                </a:xfrm>
                <a:prstGeom prst="line">
                  <a:avLst/>
                </a:prstGeom>
                <a:ln w="12700">
                  <a:solidFill>
                    <a:schemeClr val="tx2">
                      <a:lumMod val="40000"/>
                      <a:lumOff val="6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sp>
        <p:nvSpPr>
          <p:cNvPr id="25" name="矩形 24"/>
          <p:cNvSpPr/>
          <p:nvPr/>
        </p:nvSpPr>
        <p:spPr>
          <a:xfrm>
            <a:off x="884770" y="1606411"/>
            <a:ext cx="2537190" cy="1192249"/>
          </a:xfrm>
          <a:prstGeom prst="rect">
            <a:avLst/>
          </a:prstGeom>
        </p:spPr>
        <p:txBody>
          <a:bodyPr wrap="square">
            <a:spAutoFit/>
          </a:bodyPr>
          <a:lstStyle/>
          <a:p>
            <a:pPr>
              <a:lnSpc>
                <a:spcPct val="150000"/>
              </a:lnSpc>
              <a:spcAft>
                <a:spcPts val="1200"/>
              </a:spcAft>
              <a:buClr>
                <a:schemeClr val="accent2"/>
              </a:buClr>
            </a:pPr>
            <a:r>
              <a:rPr lang="en-US" altLang="zh-CN" sz="1200" dirty="0">
                <a:solidFill>
                  <a:schemeClr val="tx1">
                    <a:lumMod val="75000"/>
                    <a:lumOff val="25000"/>
                  </a:schemeClr>
                </a:solidFill>
              </a:rPr>
              <a:t>ENTER YOUR TITLE</a:t>
            </a:r>
            <a:endParaRPr lang="en-US" altLang="zh-CN" sz="1200" dirty="0">
              <a:solidFill>
                <a:schemeClr val="tx1">
                  <a:lumMod val="75000"/>
                  <a:lumOff val="25000"/>
                </a:schemeClr>
              </a:solidFill>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6" name="矩形 25"/>
          <p:cNvSpPr/>
          <p:nvPr/>
        </p:nvSpPr>
        <p:spPr>
          <a:xfrm>
            <a:off x="884770" y="4657945"/>
            <a:ext cx="2537190" cy="1264513"/>
          </a:xfrm>
          <a:prstGeom prst="rect">
            <a:avLst/>
          </a:prstGeom>
        </p:spPr>
        <p:txBody>
          <a:bodyPr wrap="square">
            <a:spAutoFit/>
          </a:bodyPr>
          <a:lstStyle/>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defRPr sz="1800" b="0">
                <a:solidFill>
                  <a:srgbClr val="9AA2AC"/>
                </a:solidFill>
                <a:latin typeface="Lato Regular"/>
                <a:ea typeface="Lato Regular"/>
                <a:cs typeface="Lato Regular"/>
                <a:sym typeface="Lato Regular"/>
              </a:defRPr>
            </a:pPr>
            <a:endParaRPr lang="en-US" altLang="zh-CN" sz="1000" dirty="0"/>
          </a:p>
          <a:p>
            <a:pPr>
              <a:lnSpc>
                <a:spcPct val="150000"/>
              </a:lnSpc>
              <a:spcAft>
                <a:spcPts val="1200"/>
              </a:spcAft>
              <a:buClr>
                <a:schemeClr val="accent2"/>
              </a:buClr>
            </a:pPr>
            <a:r>
              <a:rPr lang="en-US" altLang="zh-CN" sz="1200" dirty="0">
                <a:solidFill>
                  <a:schemeClr val="tx1">
                    <a:lumMod val="75000"/>
                    <a:lumOff val="25000"/>
                  </a:schemeClr>
                </a:solidFill>
              </a:rPr>
              <a:t>ENTER YOUR TITLE</a:t>
            </a:r>
            <a:endParaRPr lang="en-US" altLang="zh-CN" sz="1200" dirty="0">
              <a:solidFill>
                <a:schemeClr val="tx1">
                  <a:lumMod val="75000"/>
                  <a:lumOff val="25000"/>
                </a:schemeClr>
              </a:solidFill>
            </a:endParaRPr>
          </a:p>
        </p:txBody>
      </p:sp>
      <p:sp>
        <p:nvSpPr>
          <p:cNvPr id="27" name="矩形 26"/>
          <p:cNvSpPr/>
          <p:nvPr/>
        </p:nvSpPr>
        <p:spPr>
          <a:xfrm>
            <a:off x="8756099" y="1606411"/>
            <a:ext cx="2537190" cy="1192249"/>
          </a:xfrm>
          <a:prstGeom prst="rect">
            <a:avLst/>
          </a:prstGeom>
        </p:spPr>
        <p:txBody>
          <a:bodyPr wrap="square">
            <a:spAutoFit/>
          </a:bodyPr>
          <a:lstStyle/>
          <a:p>
            <a:pPr algn="r">
              <a:lnSpc>
                <a:spcPct val="150000"/>
              </a:lnSpc>
              <a:spcAft>
                <a:spcPts val="1200"/>
              </a:spcAft>
              <a:buClr>
                <a:schemeClr val="accent2"/>
              </a:buClr>
            </a:pPr>
            <a:r>
              <a:rPr lang="en-US" altLang="zh-CN" sz="1200" dirty="0">
                <a:solidFill>
                  <a:schemeClr val="tx1">
                    <a:lumMod val="75000"/>
                    <a:lumOff val="25000"/>
                  </a:schemeClr>
                </a:solidFill>
              </a:rPr>
              <a:t>ENTER YOUR TITLE</a:t>
            </a:r>
            <a:endParaRPr lang="en-US" altLang="zh-CN" sz="1200" dirty="0">
              <a:solidFill>
                <a:schemeClr val="tx1">
                  <a:lumMod val="75000"/>
                  <a:lumOff val="25000"/>
                </a:schemeClr>
              </a:solidFill>
            </a:endParaRPr>
          </a:p>
          <a:p>
            <a:pPr algn="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8" name="Freeform 6"/>
          <p:cNvSpPr>
            <a:spLocks noEditPoints="1"/>
          </p:cNvSpPr>
          <p:nvPr/>
        </p:nvSpPr>
        <p:spPr bwMode="auto">
          <a:xfrm>
            <a:off x="6867278" y="3462339"/>
            <a:ext cx="565412" cy="565412"/>
          </a:xfrm>
          <a:custGeom>
            <a:avLst/>
            <a:gdLst>
              <a:gd name="T0" fmla="*/ 410 w 1017"/>
              <a:gd name="T1" fmla="*/ 428 h 1018"/>
              <a:gd name="T2" fmla="*/ 220 w 1017"/>
              <a:gd name="T3" fmla="*/ 735 h 1018"/>
              <a:gd name="T4" fmla="*/ 283 w 1017"/>
              <a:gd name="T5" fmla="*/ 797 h 1018"/>
              <a:gd name="T6" fmla="*/ 581 w 1017"/>
              <a:gd name="T7" fmla="*/ 613 h 1018"/>
              <a:gd name="T8" fmla="*/ 781 w 1017"/>
              <a:gd name="T9" fmla="*/ 326 h 1018"/>
              <a:gd name="T10" fmla="*/ 778 w 1017"/>
              <a:gd name="T11" fmla="*/ 239 h 1018"/>
              <a:gd name="T12" fmla="*/ 691 w 1017"/>
              <a:gd name="T13" fmla="*/ 236 h 1018"/>
              <a:gd name="T14" fmla="*/ 405 w 1017"/>
              <a:gd name="T15" fmla="*/ 584 h 1018"/>
              <a:gd name="T16" fmla="*/ 567 w 1017"/>
              <a:gd name="T17" fmla="*/ 531 h 1018"/>
              <a:gd name="T18" fmla="*/ 473 w 1017"/>
              <a:gd name="T19" fmla="*/ 562 h 1018"/>
              <a:gd name="T20" fmla="*/ 448 w 1017"/>
              <a:gd name="T21" fmla="*/ 487 h 1018"/>
              <a:gd name="T22" fmla="*/ 539 w 1017"/>
              <a:gd name="T23" fmla="*/ 453 h 1018"/>
              <a:gd name="T24" fmla="*/ 571 w 1017"/>
              <a:gd name="T25" fmla="*/ 520 h 1018"/>
              <a:gd name="T26" fmla="*/ 382 w 1017"/>
              <a:gd name="T27" fmla="*/ 16 h 1018"/>
              <a:gd name="T28" fmla="*/ 184 w 1017"/>
              <a:gd name="T29" fmla="*/ 116 h 1018"/>
              <a:gd name="T30" fmla="*/ 49 w 1017"/>
              <a:gd name="T31" fmla="*/ 289 h 1018"/>
              <a:gd name="T32" fmla="*/ 0 w 1017"/>
              <a:gd name="T33" fmla="*/ 509 h 1018"/>
              <a:gd name="T34" fmla="*/ 40 w 1017"/>
              <a:gd name="T35" fmla="*/ 707 h 1018"/>
              <a:gd name="T36" fmla="*/ 166 w 1017"/>
              <a:gd name="T37" fmla="*/ 885 h 1018"/>
              <a:gd name="T38" fmla="*/ 357 w 1017"/>
              <a:gd name="T39" fmla="*/ 995 h 1018"/>
              <a:gd name="T40" fmla="*/ 560 w 1017"/>
              <a:gd name="T41" fmla="*/ 1015 h 1018"/>
              <a:gd name="T42" fmla="*/ 772 w 1017"/>
              <a:gd name="T43" fmla="*/ 944 h 1018"/>
              <a:gd name="T44" fmla="*/ 930 w 1017"/>
              <a:gd name="T45" fmla="*/ 793 h 1018"/>
              <a:gd name="T46" fmla="*/ 1012 w 1017"/>
              <a:gd name="T47" fmla="*/ 586 h 1018"/>
              <a:gd name="T48" fmla="*/ 1001 w 1017"/>
              <a:gd name="T49" fmla="*/ 382 h 1018"/>
              <a:gd name="T50" fmla="*/ 901 w 1017"/>
              <a:gd name="T51" fmla="*/ 186 h 1018"/>
              <a:gd name="T52" fmla="*/ 728 w 1017"/>
              <a:gd name="T53" fmla="*/ 50 h 1018"/>
              <a:gd name="T54" fmla="*/ 508 w 1017"/>
              <a:gd name="T55" fmla="*/ 0 h 1018"/>
              <a:gd name="T56" fmla="*/ 376 w 1017"/>
              <a:gd name="T57" fmla="*/ 935 h 1018"/>
              <a:gd name="T58" fmla="*/ 209 w 1017"/>
              <a:gd name="T59" fmla="*/ 838 h 1018"/>
              <a:gd name="T60" fmla="*/ 99 w 1017"/>
              <a:gd name="T61" fmla="*/ 682 h 1018"/>
              <a:gd name="T62" fmla="*/ 63 w 1017"/>
              <a:gd name="T63" fmla="*/ 509 h 1018"/>
              <a:gd name="T64" fmla="*/ 107 w 1017"/>
              <a:gd name="T65" fmla="*/ 315 h 1018"/>
              <a:gd name="T66" fmla="*/ 225 w 1017"/>
              <a:gd name="T67" fmla="*/ 165 h 1018"/>
              <a:gd name="T68" fmla="*/ 397 w 1017"/>
              <a:gd name="T69" fmla="*/ 77 h 1018"/>
              <a:gd name="T70" fmla="*/ 576 w 1017"/>
              <a:gd name="T71" fmla="*/ 69 h 1018"/>
              <a:gd name="T72" fmla="*/ 757 w 1017"/>
              <a:gd name="T73" fmla="*/ 139 h 1018"/>
              <a:gd name="T74" fmla="*/ 889 w 1017"/>
              <a:gd name="T75" fmla="*/ 278 h 1018"/>
              <a:gd name="T76" fmla="*/ 952 w 1017"/>
              <a:gd name="T77" fmla="*/ 463 h 1018"/>
              <a:gd name="T78" fmla="*/ 933 w 1017"/>
              <a:gd name="T79" fmla="*/ 642 h 1018"/>
              <a:gd name="T80" fmla="*/ 838 w 1017"/>
              <a:gd name="T81" fmla="*/ 808 h 1018"/>
              <a:gd name="T82" fmla="*/ 681 w 1017"/>
              <a:gd name="T83" fmla="*/ 919 h 1018"/>
              <a:gd name="T84" fmla="*/ 508 w 1017"/>
              <a:gd name="T85" fmla="*/ 954 h 1018"/>
              <a:gd name="T86" fmla="*/ 540 w 1017"/>
              <a:gd name="T87" fmla="*/ 165 h 1018"/>
              <a:gd name="T88" fmla="*/ 515 w 1017"/>
              <a:gd name="T89" fmla="*/ 128 h 1018"/>
              <a:gd name="T90" fmla="*/ 477 w 1017"/>
              <a:gd name="T91" fmla="*/ 152 h 1018"/>
              <a:gd name="T92" fmla="*/ 502 w 1017"/>
              <a:gd name="T93" fmla="*/ 190 h 1018"/>
              <a:gd name="T94" fmla="*/ 482 w 1017"/>
              <a:gd name="T95" fmla="*/ 841 h 1018"/>
              <a:gd name="T96" fmla="*/ 490 w 1017"/>
              <a:gd name="T97" fmla="*/ 885 h 1018"/>
              <a:gd name="T98" fmla="*/ 534 w 1017"/>
              <a:gd name="T99" fmla="*/ 877 h 1018"/>
              <a:gd name="T100" fmla="*/ 526 w 1017"/>
              <a:gd name="T101" fmla="*/ 833 h 1018"/>
              <a:gd name="T102" fmla="*/ 840 w 1017"/>
              <a:gd name="T103" fmla="*/ 483 h 1018"/>
              <a:gd name="T104" fmla="*/ 831 w 1017"/>
              <a:gd name="T105" fmla="*/ 527 h 1018"/>
              <a:gd name="T106" fmla="*/ 876 w 1017"/>
              <a:gd name="T107" fmla="*/ 535 h 1018"/>
              <a:gd name="T108" fmla="*/ 885 w 1017"/>
              <a:gd name="T109" fmla="*/ 491 h 1018"/>
              <a:gd name="T110" fmla="*/ 152 w 1017"/>
              <a:gd name="T111" fmla="*/ 477 h 1018"/>
              <a:gd name="T112" fmla="*/ 128 w 1017"/>
              <a:gd name="T113" fmla="*/ 515 h 1018"/>
              <a:gd name="T114" fmla="*/ 165 w 1017"/>
              <a:gd name="T115" fmla="*/ 540 h 1018"/>
              <a:gd name="T116" fmla="*/ 190 w 1017"/>
              <a:gd name="T117" fmla="*/ 502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7" h="1018">
                <a:moveTo>
                  <a:pt x="691" y="236"/>
                </a:moveTo>
                <a:lnTo>
                  <a:pt x="455" y="394"/>
                </a:lnTo>
                <a:lnTo>
                  <a:pt x="455" y="394"/>
                </a:lnTo>
                <a:lnTo>
                  <a:pt x="445" y="399"/>
                </a:lnTo>
                <a:lnTo>
                  <a:pt x="436" y="404"/>
                </a:lnTo>
                <a:lnTo>
                  <a:pt x="427" y="411"/>
                </a:lnTo>
                <a:lnTo>
                  <a:pt x="418" y="418"/>
                </a:lnTo>
                <a:lnTo>
                  <a:pt x="418" y="418"/>
                </a:lnTo>
                <a:lnTo>
                  <a:pt x="410" y="428"/>
                </a:lnTo>
                <a:lnTo>
                  <a:pt x="402" y="439"/>
                </a:lnTo>
                <a:lnTo>
                  <a:pt x="396" y="450"/>
                </a:lnTo>
                <a:lnTo>
                  <a:pt x="390" y="460"/>
                </a:lnTo>
                <a:lnTo>
                  <a:pt x="236" y="691"/>
                </a:lnTo>
                <a:lnTo>
                  <a:pt x="236" y="691"/>
                </a:lnTo>
                <a:lnTo>
                  <a:pt x="228" y="702"/>
                </a:lnTo>
                <a:lnTo>
                  <a:pt x="224" y="712"/>
                </a:lnTo>
                <a:lnTo>
                  <a:pt x="221" y="723"/>
                </a:lnTo>
                <a:lnTo>
                  <a:pt x="220" y="735"/>
                </a:lnTo>
                <a:lnTo>
                  <a:pt x="221" y="747"/>
                </a:lnTo>
                <a:lnTo>
                  <a:pt x="225" y="759"/>
                </a:lnTo>
                <a:lnTo>
                  <a:pt x="231" y="769"/>
                </a:lnTo>
                <a:lnTo>
                  <a:pt x="238" y="779"/>
                </a:lnTo>
                <a:lnTo>
                  <a:pt x="238" y="779"/>
                </a:lnTo>
                <a:lnTo>
                  <a:pt x="248" y="786"/>
                </a:lnTo>
                <a:lnTo>
                  <a:pt x="260" y="793"/>
                </a:lnTo>
                <a:lnTo>
                  <a:pt x="271" y="796"/>
                </a:lnTo>
                <a:lnTo>
                  <a:pt x="283" y="797"/>
                </a:lnTo>
                <a:lnTo>
                  <a:pt x="283" y="797"/>
                </a:lnTo>
                <a:lnTo>
                  <a:pt x="295" y="796"/>
                </a:lnTo>
                <a:lnTo>
                  <a:pt x="306" y="793"/>
                </a:lnTo>
                <a:lnTo>
                  <a:pt x="316" y="789"/>
                </a:lnTo>
                <a:lnTo>
                  <a:pt x="326" y="781"/>
                </a:lnTo>
                <a:lnTo>
                  <a:pt x="561" y="624"/>
                </a:lnTo>
                <a:lnTo>
                  <a:pt x="561" y="624"/>
                </a:lnTo>
                <a:lnTo>
                  <a:pt x="572" y="619"/>
                </a:lnTo>
                <a:lnTo>
                  <a:pt x="581" y="613"/>
                </a:lnTo>
                <a:lnTo>
                  <a:pt x="590" y="606"/>
                </a:lnTo>
                <a:lnTo>
                  <a:pt x="599" y="599"/>
                </a:lnTo>
                <a:lnTo>
                  <a:pt x="599" y="599"/>
                </a:lnTo>
                <a:lnTo>
                  <a:pt x="607" y="589"/>
                </a:lnTo>
                <a:lnTo>
                  <a:pt x="615" y="579"/>
                </a:lnTo>
                <a:lnTo>
                  <a:pt x="621" y="569"/>
                </a:lnTo>
                <a:lnTo>
                  <a:pt x="626" y="558"/>
                </a:lnTo>
                <a:lnTo>
                  <a:pt x="781" y="326"/>
                </a:lnTo>
                <a:lnTo>
                  <a:pt x="781" y="326"/>
                </a:lnTo>
                <a:lnTo>
                  <a:pt x="789" y="317"/>
                </a:lnTo>
                <a:lnTo>
                  <a:pt x="793" y="306"/>
                </a:lnTo>
                <a:lnTo>
                  <a:pt x="796" y="294"/>
                </a:lnTo>
                <a:lnTo>
                  <a:pt x="797" y="282"/>
                </a:lnTo>
                <a:lnTo>
                  <a:pt x="795" y="270"/>
                </a:lnTo>
                <a:lnTo>
                  <a:pt x="792" y="260"/>
                </a:lnTo>
                <a:lnTo>
                  <a:pt x="786" y="249"/>
                </a:lnTo>
                <a:lnTo>
                  <a:pt x="778" y="239"/>
                </a:lnTo>
                <a:lnTo>
                  <a:pt x="778" y="239"/>
                </a:lnTo>
                <a:lnTo>
                  <a:pt x="769" y="232"/>
                </a:lnTo>
                <a:lnTo>
                  <a:pt x="758" y="225"/>
                </a:lnTo>
                <a:lnTo>
                  <a:pt x="747" y="222"/>
                </a:lnTo>
                <a:lnTo>
                  <a:pt x="735" y="221"/>
                </a:lnTo>
                <a:lnTo>
                  <a:pt x="723" y="222"/>
                </a:lnTo>
                <a:lnTo>
                  <a:pt x="711" y="224"/>
                </a:lnTo>
                <a:lnTo>
                  <a:pt x="701" y="230"/>
                </a:lnTo>
                <a:lnTo>
                  <a:pt x="691" y="236"/>
                </a:lnTo>
                <a:lnTo>
                  <a:pt x="691" y="236"/>
                </a:lnTo>
                <a:close/>
                <a:moveTo>
                  <a:pt x="289" y="730"/>
                </a:moveTo>
                <a:lnTo>
                  <a:pt x="283" y="734"/>
                </a:lnTo>
                <a:lnTo>
                  <a:pt x="283" y="734"/>
                </a:lnTo>
                <a:lnTo>
                  <a:pt x="283" y="765"/>
                </a:lnTo>
                <a:lnTo>
                  <a:pt x="283" y="734"/>
                </a:lnTo>
                <a:lnTo>
                  <a:pt x="396" y="566"/>
                </a:lnTo>
                <a:lnTo>
                  <a:pt x="396" y="566"/>
                </a:lnTo>
                <a:lnTo>
                  <a:pt x="400" y="575"/>
                </a:lnTo>
                <a:lnTo>
                  <a:pt x="405" y="584"/>
                </a:lnTo>
                <a:lnTo>
                  <a:pt x="412" y="591"/>
                </a:lnTo>
                <a:lnTo>
                  <a:pt x="418" y="599"/>
                </a:lnTo>
                <a:lnTo>
                  <a:pt x="418" y="599"/>
                </a:lnTo>
                <a:lnTo>
                  <a:pt x="426" y="605"/>
                </a:lnTo>
                <a:lnTo>
                  <a:pt x="433" y="612"/>
                </a:lnTo>
                <a:lnTo>
                  <a:pt x="442" y="617"/>
                </a:lnTo>
                <a:lnTo>
                  <a:pt x="451" y="621"/>
                </a:lnTo>
                <a:lnTo>
                  <a:pt x="289" y="730"/>
                </a:lnTo>
                <a:close/>
                <a:moveTo>
                  <a:pt x="567" y="531"/>
                </a:moveTo>
                <a:lnTo>
                  <a:pt x="552" y="554"/>
                </a:lnTo>
                <a:lnTo>
                  <a:pt x="530" y="569"/>
                </a:lnTo>
                <a:lnTo>
                  <a:pt x="530" y="569"/>
                </a:lnTo>
                <a:lnTo>
                  <a:pt x="519" y="572"/>
                </a:lnTo>
                <a:lnTo>
                  <a:pt x="508" y="573"/>
                </a:lnTo>
                <a:lnTo>
                  <a:pt x="508" y="573"/>
                </a:lnTo>
                <a:lnTo>
                  <a:pt x="496" y="571"/>
                </a:lnTo>
                <a:lnTo>
                  <a:pt x="484" y="568"/>
                </a:lnTo>
                <a:lnTo>
                  <a:pt x="473" y="562"/>
                </a:lnTo>
                <a:lnTo>
                  <a:pt x="463" y="554"/>
                </a:lnTo>
                <a:lnTo>
                  <a:pt x="463" y="554"/>
                </a:lnTo>
                <a:lnTo>
                  <a:pt x="456" y="544"/>
                </a:lnTo>
                <a:lnTo>
                  <a:pt x="449" y="533"/>
                </a:lnTo>
                <a:lnTo>
                  <a:pt x="446" y="521"/>
                </a:lnTo>
                <a:lnTo>
                  <a:pt x="445" y="509"/>
                </a:lnTo>
                <a:lnTo>
                  <a:pt x="445" y="509"/>
                </a:lnTo>
                <a:lnTo>
                  <a:pt x="446" y="498"/>
                </a:lnTo>
                <a:lnTo>
                  <a:pt x="448" y="487"/>
                </a:lnTo>
                <a:lnTo>
                  <a:pt x="463" y="465"/>
                </a:lnTo>
                <a:lnTo>
                  <a:pt x="486" y="450"/>
                </a:lnTo>
                <a:lnTo>
                  <a:pt x="486" y="450"/>
                </a:lnTo>
                <a:lnTo>
                  <a:pt x="495" y="447"/>
                </a:lnTo>
                <a:lnTo>
                  <a:pt x="503" y="446"/>
                </a:lnTo>
                <a:lnTo>
                  <a:pt x="513" y="446"/>
                </a:lnTo>
                <a:lnTo>
                  <a:pt x="521" y="447"/>
                </a:lnTo>
                <a:lnTo>
                  <a:pt x="530" y="450"/>
                </a:lnTo>
                <a:lnTo>
                  <a:pt x="539" y="453"/>
                </a:lnTo>
                <a:lnTo>
                  <a:pt x="546" y="458"/>
                </a:lnTo>
                <a:lnTo>
                  <a:pt x="554" y="463"/>
                </a:lnTo>
                <a:lnTo>
                  <a:pt x="554" y="463"/>
                </a:lnTo>
                <a:lnTo>
                  <a:pt x="561" y="473"/>
                </a:lnTo>
                <a:lnTo>
                  <a:pt x="567" y="485"/>
                </a:lnTo>
                <a:lnTo>
                  <a:pt x="571" y="497"/>
                </a:lnTo>
                <a:lnTo>
                  <a:pt x="572" y="509"/>
                </a:lnTo>
                <a:lnTo>
                  <a:pt x="572" y="509"/>
                </a:lnTo>
                <a:lnTo>
                  <a:pt x="571" y="520"/>
                </a:lnTo>
                <a:lnTo>
                  <a:pt x="567" y="531"/>
                </a:lnTo>
                <a:lnTo>
                  <a:pt x="567" y="531"/>
                </a:lnTo>
                <a:close/>
                <a:moveTo>
                  <a:pt x="508" y="0"/>
                </a:moveTo>
                <a:lnTo>
                  <a:pt x="508" y="0"/>
                </a:lnTo>
                <a:lnTo>
                  <a:pt x="483" y="1"/>
                </a:lnTo>
                <a:lnTo>
                  <a:pt x="456" y="2"/>
                </a:lnTo>
                <a:lnTo>
                  <a:pt x="431" y="5"/>
                </a:lnTo>
                <a:lnTo>
                  <a:pt x="405" y="11"/>
                </a:lnTo>
                <a:lnTo>
                  <a:pt x="382" y="16"/>
                </a:lnTo>
                <a:lnTo>
                  <a:pt x="357" y="23"/>
                </a:lnTo>
                <a:lnTo>
                  <a:pt x="334" y="31"/>
                </a:lnTo>
                <a:lnTo>
                  <a:pt x="310" y="40"/>
                </a:lnTo>
                <a:lnTo>
                  <a:pt x="287" y="50"/>
                </a:lnTo>
                <a:lnTo>
                  <a:pt x="266" y="61"/>
                </a:lnTo>
                <a:lnTo>
                  <a:pt x="245" y="74"/>
                </a:lnTo>
                <a:lnTo>
                  <a:pt x="224" y="87"/>
                </a:lnTo>
                <a:lnTo>
                  <a:pt x="204" y="101"/>
                </a:lnTo>
                <a:lnTo>
                  <a:pt x="184" y="116"/>
                </a:lnTo>
                <a:lnTo>
                  <a:pt x="166" y="132"/>
                </a:lnTo>
                <a:lnTo>
                  <a:pt x="149" y="149"/>
                </a:lnTo>
                <a:lnTo>
                  <a:pt x="132" y="167"/>
                </a:lnTo>
                <a:lnTo>
                  <a:pt x="116" y="186"/>
                </a:lnTo>
                <a:lnTo>
                  <a:pt x="101" y="205"/>
                </a:lnTo>
                <a:lnTo>
                  <a:pt x="87" y="224"/>
                </a:lnTo>
                <a:lnTo>
                  <a:pt x="73" y="245"/>
                </a:lnTo>
                <a:lnTo>
                  <a:pt x="61" y="266"/>
                </a:lnTo>
                <a:lnTo>
                  <a:pt x="49" y="289"/>
                </a:lnTo>
                <a:lnTo>
                  <a:pt x="40" y="311"/>
                </a:lnTo>
                <a:lnTo>
                  <a:pt x="30" y="334"/>
                </a:lnTo>
                <a:lnTo>
                  <a:pt x="22" y="357"/>
                </a:lnTo>
                <a:lnTo>
                  <a:pt x="16" y="382"/>
                </a:lnTo>
                <a:lnTo>
                  <a:pt x="10" y="407"/>
                </a:lnTo>
                <a:lnTo>
                  <a:pt x="5" y="431"/>
                </a:lnTo>
                <a:lnTo>
                  <a:pt x="2" y="457"/>
                </a:lnTo>
                <a:lnTo>
                  <a:pt x="0" y="483"/>
                </a:lnTo>
                <a:lnTo>
                  <a:pt x="0" y="509"/>
                </a:lnTo>
                <a:lnTo>
                  <a:pt x="0" y="509"/>
                </a:lnTo>
                <a:lnTo>
                  <a:pt x="0" y="535"/>
                </a:lnTo>
                <a:lnTo>
                  <a:pt x="2" y="561"/>
                </a:lnTo>
                <a:lnTo>
                  <a:pt x="5" y="586"/>
                </a:lnTo>
                <a:lnTo>
                  <a:pt x="10" y="612"/>
                </a:lnTo>
                <a:lnTo>
                  <a:pt x="16" y="636"/>
                </a:lnTo>
                <a:lnTo>
                  <a:pt x="22" y="660"/>
                </a:lnTo>
                <a:lnTo>
                  <a:pt x="30" y="683"/>
                </a:lnTo>
                <a:lnTo>
                  <a:pt x="40" y="707"/>
                </a:lnTo>
                <a:lnTo>
                  <a:pt x="49" y="730"/>
                </a:lnTo>
                <a:lnTo>
                  <a:pt x="61" y="751"/>
                </a:lnTo>
                <a:lnTo>
                  <a:pt x="73" y="772"/>
                </a:lnTo>
                <a:lnTo>
                  <a:pt x="87" y="793"/>
                </a:lnTo>
                <a:lnTo>
                  <a:pt x="101" y="813"/>
                </a:lnTo>
                <a:lnTo>
                  <a:pt x="116" y="833"/>
                </a:lnTo>
                <a:lnTo>
                  <a:pt x="132" y="851"/>
                </a:lnTo>
                <a:lnTo>
                  <a:pt x="149" y="868"/>
                </a:lnTo>
                <a:lnTo>
                  <a:pt x="166" y="885"/>
                </a:lnTo>
                <a:lnTo>
                  <a:pt x="184" y="901"/>
                </a:lnTo>
                <a:lnTo>
                  <a:pt x="204" y="916"/>
                </a:lnTo>
                <a:lnTo>
                  <a:pt x="224" y="930"/>
                </a:lnTo>
                <a:lnTo>
                  <a:pt x="245" y="944"/>
                </a:lnTo>
                <a:lnTo>
                  <a:pt x="266" y="956"/>
                </a:lnTo>
                <a:lnTo>
                  <a:pt x="287" y="968"/>
                </a:lnTo>
                <a:lnTo>
                  <a:pt x="310" y="977"/>
                </a:lnTo>
                <a:lnTo>
                  <a:pt x="334" y="987"/>
                </a:lnTo>
                <a:lnTo>
                  <a:pt x="357" y="995"/>
                </a:lnTo>
                <a:lnTo>
                  <a:pt x="382" y="1002"/>
                </a:lnTo>
                <a:lnTo>
                  <a:pt x="405" y="1007"/>
                </a:lnTo>
                <a:lnTo>
                  <a:pt x="431" y="1012"/>
                </a:lnTo>
                <a:lnTo>
                  <a:pt x="456" y="1015"/>
                </a:lnTo>
                <a:lnTo>
                  <a:pt x="483" y="1017"/>
                </a:lnTo>
                <a:lnTo>
                  <a:pt x="508" y="1018"/>
                </a:lnTo>
                <a:lnTo>
                  <a:pt x="508" y="1018"/>
                </a:lnTo>
                <a:lnTo>
                  <a:pt x="534" y="1017"/>
                </a:lnTo>
                <a:lnTo>
                  <a:pt x="560" y="1015"/>
                </a:lnTo>
                <a:lnTo>
                  <a:pt x="586" y="1012"/>
                </a:lnTo>
                <a:lnTo>
                  <a:pt x="610" y="1007"/>
                </a:lnTo>
                <a:lnTo>
                  <a:pt x="635" y="1002"/>
                </a:lnTo>
                <a:lnTo>
                  <a:pt x="660" y="995"/>
                </a:lnTo>
                <a:lnTo>
                  <a:pt x="683" y="987"/>
                </a:lnTo>
                <a:lnTo>
                  <a:pt x="706" y="977"/>
                </a:lnTo>
                <a:lnTo>
                  <a:pt x="728" y="968"/>
                </a:lnTo>
                <a:lnTo>
                  <a:pt x="751" y="956"/>
                </a:lnTo>
                <a:lnTo>
                  <a:pt x="772" y="944"/>
                </a:lnTo>
                <a:lnTo>
                  <a:pt x="793" y="930"/>
                </a:lnTo>
                <a:lnTo>
                  <a:pt x="812" y="916"/>
                </a:lnTo>
                <a:lnTo>
                  <a:pt x="831" y="901"/>
                </a:lnTo>
                <a:lnTo>
                  <a:pt x="851" y="885"/>
                </a:lnTo>
                <a:lnTo>
                  <a:pt x="868" y="868"/>
                </a:lnTo>
                <a:lnTo>
                  <a:pt x="885" y="851"/>
                </a:lnTo>
                <a:lnTo>
                  <a:pt x="901" y="833"/>
                </a:lnTo>
                <a:lnTo>
                  <a:pt x="916" y="813"/>
                </a:lnTo>
                <a:lnTo>
                  <a:pt x="930" y="793"/>
                </a:lnTo>
                <a:lnTo>
                  <a:pt x="943" y="772"/>
                </a:lnTo>
                <a:lnTo>
                  <a:pt x="956" y="751"/>
                </a:lnTo>
                <a:lnTo>
                  <a:pt x="967" y="730"/>
                </a:lnTo>
                <a:lnTo>
                  <a:pt x="977" y="707"/>
                </a:lnTo>
                <a:lnTo>
                  <a:pt x="986" y="683"/>
                </a:lnTo>
                <a:lnTo>
                  <a:pt x="995" y="660"/>
                </a:lnTo>
                <a:lnTo>
                  <a:pt x="1001" y="636"/>
                </a:lnTo>
                <a:lnTo>
                  <a:pt x="1007" y="612"/>
                </a:lnTo>
                <a:lnTo>
                  <a:pt x="1012" y="586"/>
                </a:lnTo>
                <a:lnTo>
                  <a:pt x="1015" y="561"/>
                </a:lnTo>
                <a:lnTo>
                  <a:pt x="1017" y="535"/>
                </a:lnTo>
                <a:lnTo>
                  <a:pt x="1017" y="509"/>
                </a:lnTo>
                <a:lnTo>
                  <a:pt x="1017" y="509"/>
                </a:lnTo>
                <a:lnTo>
                  <a:pt x="1017" y="483"/>
                </a:lnTo>
                <a:lnTo>
                  <a:pt x="1015" y="457"/>
                </a:lnTo>
                <a:lnTo>
                  <a:pt x="1012" y="431"/>
                </a:lnTo>
                <a:lnTo>
                  <a:pt x="1007" y="407"/>
                </a:lnTo>
                <a:lnTo>
                  <a:pt x="1001" y="382"/>
                </a:lnTo>
                <a:lnTo>
                  <a:pt x="995" y="357"/>
                </a:lnTo>
                <a:lnTo>
                  <a:pt x="986" y="334"/>
                </a:lnTo>
                <a:lnTo>
                  <a:pt x="977" y="311"/>
                </a:lnTo>
                <a:lnTo>
                  <a:pt x="967" y="289"/>
                </a:lnTo>
                <a:lnTo>
                  <a:pt x="956" y="266"/>
                </a:lnTo>
                <a:lnTo>
                  <a:pt x="943" y="245"/>
                </a:lnTo>
                <a:lnTo>
                  <a:pt x="930" y="224"/>
                </a:lnTo>
                <a:lnTo>
                  <a:pt x="916" y="205"/>
                </a:lnTo>
                <a:lnTo>
                  <a:pt x="901" y="186"/>
                </a:lnTo>
                <a:lnTo>
                  <a:pt x="885" y="167"/>
                </a:lnTo>
                <a:lnTo>
                  <a:pt x="868" y="149"/>
                </a:lnTo>
                <a:lnTo>
                  <a:pt x="851" y="132"/>
                </a:lnTo>
                <a:lnTo>
                  <a:pt x="831" y="116"/>
                </a:lnTo>
                <a:lnTo>
                  <a:pt x="812" y="101"/>
                </a:lnTo>
                <a:lnTo>
                  <a:pt x="793" y="87"/>
                </a:lnTo>
                <a:lnTo>
                  <a:pt x="772" y="74"/>
                </a:lnTo>
                <a:lnTo>
                  <a:pt x="751" y="61"/>
                </a:lnTo>
                <a:lnTo>
                  <a:pt x="728" y="50"/>
                </a:lnTo>
                <a:lnTo>
                  <a:pt x="706" y="40"/>
                </a:lnTo>
                <a:lnTo>
                  <a:pt x="683" y="31"/>
                </a:lnTo>
                <a:lnTo>
                  <a:pt x="660" y="23"/>
                </a:lnTo>
                <a:lnTo>
                  <a:pt x="635" y="16"/>
                </a:lnTo>
                <a:lnTo>
                  <a:pt x="610" y="11"/>
                </a:lnTo>
                <a:lnTo>
                  <a:pt x="586" y="5"/>
                </a:lnTo>
                <a:lnTo>
                  <a:pt x="560" y="2"/>
                </a:lnTo>
                <a:lnTo>
                  <a:pt x="534" y="1"/>
                </a:lnTo>
                <a:lnTo>
                  <a:pt x="508" y="0"/>
                </a:lnTo>
                <a:lnTo>
                  <a:pt x="508" y="0"/>
                </a:lnTo>
                <a:close/>
                <a:moveTo>
                  <a:pt x="508" y="954"/>
                </a:moveTo>
                <a:lnTo>
                  <a:pt x="508" y="954"/>
                </a:lnTo>
                <a:lnTo>
                  <a:pt x="486" y="954"/>
                </a:lnTo>
                <a:lnTo>
                  <a:pt x="463" y="952"/>
                </a:lnTo>
                <a:lnTo>
                  <a:pt x="441" y="948"/>
                </a:lnTo>
                <a:lnTo>
                  <a:pt x="418" y="945"/>
                </a:lnTo>
                <a:lnTo>
                  <a:pt x="397" y="940"/>
                </a:lnTo>
                <a:lnTo>
                  <a:pt x="376" y="935"/>
                </a:lnTo>
                <a:lnTo>
                  <a:pt x="355" y="927"/>
                </a:lnTo>
                <a:lnTo>
                  <a:pt x="336" y="919"/>
                </a:lnTo>
                <a:lnTo>
                  <a:pt x="315" y="910"/>
                </a:lnTo>
                <a:lnTo>
                  <a:pt x="296" y="900"/>
                </a:lnTo>
                <a:lnTo>
                  <a:pt x="278" y="889"/>
                </a:lnTo>
                <a:lnTo>
                  <a:pt x="260" y="878"/>
                </a:lnTo>
                <a:lnTo>
                  <a:pt x="242" y="866"/>
                </a:lnTo>
                <a:lnTo>
                  <a:pt x="225" y="852"/>
                </a:lnTo>
                <a:lnTo>
                  <a:pt x="209" y="838"/>
                </a:lnTo>
                <a:lnTo>
                  <a:pt x="194" y="824"/>
                </a:lnTo>
                <a:lnTo>
                  <a:pt x="179" y="808"/>
                </a:lnTo>
                <a:lnTo>
                  <a:pt x="165" y="792"/>
                </a:lnTo>
                <a:lnTo>
                  <a:pt x="151" y="775"/>
                </a:lnTo>
                <a:lnTo>
                  <a:pt x="139" y="757"/>
                </a:lnTo>
                <a:lnTo>
                  <a:pt x="128" y="739"/>
                </a:lnTo>
                <a:lnTo>
                  <a:pt x="117" y="721"/>
                </a:lnTo>
                <a:lnTo>
                  <a:pt x="107" y="702"/>
                </a:lnTo>
                <a:lnTo>
                  <a:pt x="99" y="682"/>
                </a:lnTo>
                <a:lnTo>
                  <a:pt x="90" y="662"/>
                </a:lnTo>
                <a:lnTo>
                  <a:pt x="84" y="642"/>
                </a:lnTo>
                <a:lnTo>
                  <a:pt x="77" y="620"/>
                </a:lnTo>
                <a:lnTo>
                  <a:pt x="72" y="599"/>
                </a:lnTo>
                <a:lnTo>
                  <a:pt x="69" y="576"/>
                </a:lnTo>
                <a:lnTo>
                  <a:pt x="65" y="555"/>
                </a:lnTo>
                <a:lnTo>
                  <a:pt x="63" y="532"/>
                </a:lnTo>
                <a:lnTo>
                  <a:pt x="63" y="509"/>
                </a:lnTo>
                <a:lnTo>
                  <a:pt x="63" y="509"/>
                </a:lnTo>
                <a:lnTo>
                  <a:pt x="63" y="486"/>
                </a:lnTo>
                <a:lnTo>
                  <a:pt x="65" y="463"/>
                </a:lnTo>
                <a:lnTo>
                  <a:pt x="69" y="441"/>
                </a:lnTo>
                <a:lnTo>
                  <a:pt x="72" y="420"/>
                </a:lnTo>
                <a:lnTo>
                  <a:pt x="77" y="398"/>
                </a:lnTo>
                <a:lnTo>
                  <a:pt x="84" y="377"/>
                </a:lnTo>
                <a:lnTo>
                  <a:pt x="90" y="356"/>
                </a:lnTo>
                <a:lnTo>
                  <a:pt x="99" y="336"/>
                </a:lnTo>
                <a:lnTo>
                  <a:pt x="107" y="315"/>
                </a:lnTo>
                <a:lnTo>
                  <a:pt x="117" y="297"/>
                </a:lnTo>
                <a:lnTo>
                  <a:pt x="128" y="278"/>
                </a:lnTo>
                <a:lnTo>
                  <a:pt x="139" y="260"/>
                </a:lnTo>
                <a:lnTo>
                  <a:pt x="151" y="242"/>
                </a:lnTo>
                <a:lnTo>
                  <a:pt x="165" y="225"/>
                </a:lnTo>
                <a:lnTo>
                  <a:pt x="179" y="209"/>
                </a:lnTo>
                <a:lnTo>
                  <a:pt x="194" y="194"/>
                </a:lnTo>
                <a:lnTo>
                  <a:pt x="209" y="179"/>
                </a:lnTo>
                <a:lnTo>
                  <a:pt x="225" y="165"/>
                </a:lnTo>
                <a:lnTo>
                  <a:pt x="242" y="152"/>
                </a:lnTo>
                <a:lnTo>
                  <a:pt x="260" y="139"/>
                </a:lnTo>
                <a:lnTo>
                  <a:pt x="278" y="128"/>
                </a:lnTo>
                <a:lnTo>
                  <a:pt x="296" y="117"/>
                </a:lnTo>
                <a:lnTo>
                  <a:pt x="315" y="107"/>
                </a:lnTo>
                <a:lnTo>
                  <a:pt x="336" y="99"/>
                </a:lnTo>
                <a:lnTo>
                  <a:pt x="355" y="90"/>
                </a:lnTo>
                <a:lnTo>
                  <a:pt x="376" y="84"/>
                </a:lnTo>
                <a:lnTo>
                  <a:pt x="397" y="77"/>
                </a:lnTo>
                <a:lnTo>
                  <a:pt x="418" y="73"/>
                </a:lnTo>
                <a:lnTo>
                  <a:pt x="441" y="69"/>
                </a:lnTo>
                <a:lnTo>
                  <a:pt x="463" y="65"/>
                </a:lnTo>
                <a:lnTo>
                  <a:pt x="486" y="64"/>
                </a:lnTo>
                <a:lnTo>
                  <a:pt x="508" y="63"/>
                </a:lnTo>
                <a:lnTo>
                  <a:pt x="508" y="63"/>
                </a:lnTo>
                <a:lnTo>
                  <a:pt x="531" y="64"/>
                </a:lnTo>
                <a:lnTo>
                  <a:pt x="554" y="65"/>
                </a:lnTo>
                <a:lnTo>
                  <a:pt x="576" y="69"/>
                </a:lnTo>
                <a:lnTo>
                  <a:pt x="598" y="73"/>
                </a:lnTo>
                <a:lnTo>
                  <a:pt x="620" y="77"/>
                </a:lnTo>
                <a:lnTo>
                  <a:pt x="640" y="84"/>
                </a:lnTo>
                <a:lnTo>
                  <a:pt x="661" y="90"/>
                </a:lnTo>
                <a:lnTo>
                  <a:pt x="681" y="99"/>
                </a:lnTo>
                <a:lnTo>
                  <a:pt x="702" y="107"/>
                </a:lnTo>
                <a:lnTo>
                  <a:pt x="721" y="117"/>
                </a:lnTo>
                <a:lnTo>
                  <a:pt x="739" y="128"/>
                </a:lnTo>
                <a:lnTo>
                  <a:pt x="757" y="139"/>
                </a:lnTo>
                <a:lnTo>
                  <a:pt x="775" y="152"/>
                </a:lnTo>
                <a:lnTo>
                  <a:pt x="792" y="165"/>
                </a:lnTo>
                <a:lnTo>
                  <a:pt x="808" y="179"/>
                </a:lnTo>
                <a:lnTo>
                  <a:pt x="823" y="194"/>
                </a:lnTo>
                <a:lnTo>
                  <a:pt x="838" y="209"/>
                </a:lnTo>
                <a:lnTo>
                  <a:pt x="852" y="225"/>
                </a:lnTo>
                <a:lnTo>
                  <a:pt x="865" y="242"/>
                </a:lnTo>
                <a:lnTo>
                  <a:pt x="878" y="260"/>
                </a:lnTo>
                <a:lnTo>
                  <a:pt x="889" y="278"/>
                </a:lnTo>
                <a:lnTo>
                  <a:pt x="900" y="297"/>
                </a:lnTo>
                <a:lnTo>
                  <a:pt x="910" y="315"/>
                </a:lnTo>
                <a:lnTo>
                  <a:pt x="918" y="336"/>
                </a:lnTo>
                <a:lnTo>
                  <a:pt x="927" y="356"/>
                </a:lnTo>
                <a:lnTo>
                  <a:pt x="933" y="377"/>
                </a:lnTo>
                <a:lnTo>
                  <a:pt x="940" y="398"/>
                </a:lnTo>
                <a:lnTo>
                  <a:pt x="944" y="420"/>
                </a:lnTo>
                <a:lnTo>
                  <a:pt x="948" y="441"/>
                </a:lnTo>
                <a:lnTo>
                  <a:pt x="952" y="463"/>
                </a:lnTo>
                <a:lnTo>
                  <a:pt x="953" y="486"/>
                </a:lnTo>
                <a:lnTo>
                  <a:pt x="954" y="509"/>
                </a:lnTo>
                <a:lnTo>
                  <a:pt x="954" y="509"/>
                </a:lnTo>
                <a:lnTo>
                  <a:pt x="953" y="532"/>
                </a:lnTo>
                <a:lnTo>
                  <a:pt x="952" y="555"/>
                </a:lnTo>
                <a:lnTo>
                  <a:pt x="948" y="576"/>
                </a:lnTo>
                <a:lnTo>
                  <a:pt x="944" y="599"/>
                </a:lnTo>
                <a:lnTo>
                  <a:pt x="940" y="620"/>
                </a:lnTo>
                <a:lnTo>
                  <a:pt x="933" y="642"/>
                </a:lnTo>
                <a:lnTo>
                  <a:pt x="927" y="662"/>
                </a:lnTo>
                <a:lnTo>
                  <a:pt x="918" y="682"/>
                </a:lnTo>
                <a:lnTo>
                  <a:pt x="910" y="702"/>
                </a:lnTo>
                <a:lnTo>
                  <a:pt x="900" y="721"/>
                </a:lnTo>
                <a:lnTo>
                  <a:pt x="889" y="739"/>
                </a:lnTo>
                <a:lnTo>
                  <a:pt x="878" y="757"/>
                </a:lnTo>
                <a:lnTo>
                  <a:pt x="865" y="775"/>
                </a:lnTo>
                <a:lnTo>
                  <a:pt x="852" y="792"/>
                </a:lnTo>
                <a:lnTo>
                  <a:pt x="838" y="808"/>
                </a:lnTo>
                <a:lnTo>
                  <a:pt x="823" y="824"/>
                </a:lnTo>
                <a:lnTo>
                  <a:pt x="808" y="838"/>
                </a:lnTo>
                <a:lnTo>
                  <a:pt x="792" y="852"/>
                </a:lnTo>
                <a:lnTo>
                  <a:pt x="775" y="866"/>
                </a:lnTo>
                <a:lnTo>
                  <a:pt x="757" y="878"/>
                </a:lnTo>
                <a:lnTo>
                  <a:pt x="739" y="889"/>
                </a:lnTo>
                <a:lnTo>
                  <a:pt x="721" y="900"/>
                </a:lnTo>
                <a:lnTo>
                  <a:pt x="702" y="910"/>
                </a:lnTo>
                <a:lnTo>
                  <a:pt x="681" y="919"/>
                </a:lnTo>
                <a:lnTo>
                  <a:pt x="661" y="927"/>
                </a:lnTo>
                <a:lnTo>
                  <a:pt x="640" y="935"/>
                </a:lnTo>
                <a:lnTo>
                  <a:pt x="620" y="940"/>
                </a:lnTo>
                <a:lnTo>
                  <a:pt x="598" y="945"/>
                </a:lnTo>
                <a:lnTo>
                  <a:pt x="576" y="948"/>
                </a:lnTo>
                <a:lnTo>
                  <a:pt x="554" y="952"/>
                </a:lnTo>
                <a:lnTo>
                  <a:pt x="531" y="954"/>
                </a:lnTo>
                <a:lnTo>
                  <a:pt x="508" y="954"/>
                </a:lnTo>
                <a:lnTo>
                  <a:pt x="508" y="954"/>
                </a:lnTo>
                <a:close/>
                <a:moveTo>
                  <a:pt x="508" y="191"/>
                </a:moveTo>
                <a:lnTo>
                  <a:pt x="508" y="191"/>
                </a:lnTo>
                <a:lnTo>
                  <a:pt x="515" y="190"/>
                </a:lnTo>
                <a:lnTo>
                  <a:pt x="520" y="188"/>
                </a:lnTo>
                <a:lnTo>
                  <a:pt x="526" y="186"/>
                </a:lnTo>
                <a:lnTo>
                  <a:pt x="531" y="181"/>
                </a:lnTo>
                <a:lnTo>
                  <a:pt x="534" y="177"/>
                </a:lnTo>
                <a:lnTo>
                  <a:pt x="537" y="172"/>
                </a:lnTo>
                <a:lnTo>
                  <a:pt x="540" y="165"/>
                </a:lnTo>
                <a:lnTo>
                  <a:pt x="541" y="159"/>
                </a:lnTo>
                <a:lnTo>
                  <a:pt x="541" y="159"/>
                </a:lnTo>
                <a:lnTo>
                  <a:pt x="540" y="152"/>
                </a:lnTo>
                <a:lnTo>
                  <a:pt x="537" y="147"/>
                </a:lnTo>
                <a:lnTo>
                  <a:pt x="534" y="142"/>
                </a:lnTo>
                <a:lnTo>
                  <a:pt x="531" y="136"/>
                </a:lnTo>
                <a:lnTo>
                  <a:pt x="526" y="133"/>
                </a:lnTo>
                <a:lnTo>
                  <a:pt x="520" y="130"/>
                </a:lnTo>
                <a:lnTo>
                  <a:pt x="515" y="128"/>
                </a:lnTo>
                <a:lnTo>
                  <a:pt x="508" y="128"/>
                </a:lnTo>
                <a:lnTo>
                  <a:pt x="508" y="128"/>
                </a:lnTo>
                <a:lnTo>
                  <a:pt x="502" y="128"/>
                </a:lnTo>
                <a:lnTo>
                  <a:pt x="496" y="130"/>
                </a:lnTo>
                <a:lnTo>
                  <a:pt x="490" y="133"/>
                </a:lnTo>
                <a:lnTo>
                  <a:pt x="486" y="136"/>
                </a:lnTo>
                <a:lnTo>
                  <a:pt x="482" y="142"/>
                </a:lnTo>
                <a:lnTo>
                  <a:pt x="479" y="147"/>
                </a:lnTo>
                <a:lnTo>
                  <a:pt x="477" y="152"/>
                </a:lnTo>
                <a:lnTo>
                  <a:pt x="476" y="159"/>
                </a:lnTo>
                <a:lnTo>
                  <a:pt x="476" y="159"/>
                </a:lnTo>
                <a:lnTo>
                  <a:pt x="477" y="165"/>
                </a:lnTo>
                <a:lnTo>
                  <a:pt x="479" y="172"/>
                </a:lnTo>
                <a:lnTo>
                  <a:pt x="482" y="177"/>
                </a:lnTo>
                <a:lnTo>
                  <a:pt x="486" y="181"/>
                </a:lnTo>
                <a:lnTo>
                  <a:pt x="490" y="186"/>
                </a:lnTo>
                <a:lnTo>
                  <a:pt x="496" y="188"/>
                </a:lnTo>
                <a:lnTo>
                  <a:pt x="502" y="190"/>
                </a:lnTo>
                <a:lnTo>
                  <a:pt x="508" y="191"/>
                </a:lnTo>
                <a:lnTo>
                  <a:pt x="508" y="191"/>
                </a:lnTo>
                <a:close/>
                <a:moveTo>
                  <a:pt x="508" y="827"/>
                </a:moveTo>
                <a:lnTo>
                  <a:pt x="508" y="827"/>
                </a:lnTo>
                <a:lnTo>
                  <a:pt x="502" y="827"/>
                </a:lnTo>
                <a:lnTo>
                  <a:pt x="496" y="829"/>
                </a:lnTo>
                <a:lnTo>
                  <a:pt x="490" y="833"/>
                </a:lnTo>
                <a:lnTo>
                  <a:pt x="486" y="836"/>
                </a:lnTo>
                <a:lnTo>
                  <a:pt x="482" y="841"/>
                </a:lnTo>
                <a:lnTo>
                  <a:pt x="479" y="847"/>
                </a:lnTo>
                <a:lnTo>
                  <a:pt x="477" y="852"/>
                </a:lnTo>
                <a:lnTo>
                  <a:pt x="476" y="858"/>
                </a:lnTo>
                <a:lnTo>
                  <a:pt x="476" y="858"/>
                </a:lnTo>
                <a:lnTo>
                  <a:pt x="477" y="865"/>
                </a:lnTo>
                <a:lnTo>
                  <a:pt x="479" y="871"/>
                </a:lnTo>
                <a:lnTo>
                  <a:pt x="482" y="877"/>
                </a:lnTo>
                <a:lnTo>
                  <a:pt x="486" y="881"/>
                </a:lnTo>
                <a:lnTo>
                  <a:pt x="490" y="885"/>
                </a:lnTo>
                <a:lnTo>
                  <a:pt x="496" y="888"/>
                </a:lnTo>
                <a:lnTo>
                  <a:pt x="502" y="889"/>
                </a:lnTo>
                <a:lnTo>
                  <a:pt x="508" y="891"/>
                </a:lnTo>
                <a:lnTo>
                  <a:pt x="508" y="891"/>
                </a:lnTo>
                <a:lnTo>
                  <a:pt x="515" y="889"/>
                </a:lnTo>
                <a:lnTo>
                  <a:pt x="520" y="888"/>
                </a:lnTo>
                <a:lnTo>
                  <a:pt x="526" y="885"/>
                </a:lnTo>
                <a:lnTo>
                  <a:pt x="531" y="881"/>
                </a:lnTo>
                <a:lnTo>
                  <a:pt x="534" y="877"/>
                </a:lnTo>
                <a:lnTo>
                  <a:pt x="537" y="871"/>
                </a:lnTo>
                <a:lnTo>
                  <a:pt x="540" y="865"/>
                </a:lnTo>
                <a:lnTo>
                  <a:pt x="541" y="858"/>
                </a:lnTo>
                <a:lnTo>
                  <a:pt x="541" y="858"/>
                </a:lnTo>
                <a:lnTo>
                  <a:pt x="540" y="852"/>
                </a:lnTo>
                <a:lnTo>
                  <a:pt x="537" y="847"/>
                </a:lnTo>
                <a:lnTo>
                  <a:pt x="534" y="841"/>
                </a:lnTo>
                <a:lnTo>
                  <a:pt x="531" y="836"/>
                </a:lnTo>
                <a:lnTo>
                  <a:pt x="526" y="833"/>
                </a:lnTo>
                <a:lnTo>
                  <a:pt x="520" y="829"/>
                </a:lnTo>
                <a:lnTo>
                  <a:pt x="515" y="827"/>
                </a:lnTo>
                <a:lnTo>
                  <a:pt x="508" y="827"/>
                </a:lnTo>
                <a:lnTo>
                  <a:pt x="508" y="827"/>
                </a:lnTo>
                <a:close/>
                <a:moveTo>
                  <a:pt x="858" y="477"/>
                </a:moveTo>
                <a:lnTo>
                  <a:pt x="858" y="477"/>
                </a:lnTo>
                <a:lnTo>
                  <a:pt x="852" y="477"/>
                </a:lnTo>
                <a:lnTo>
                  <a:pt x="845" y="480"/>
                </a:lnTo>
                <a:lnTo>
                  <a:pt x="840" y="483"/>
                </a:lnTo>
                <a:lnTo>
                  <a:pt x="836" y="486"/>
                </a:lnTo>
                <a:lnTo>
                  <a:pt x="831" y="491"/>
                </a:lnTo>
                <a:lnTo>
                  <a:pt x="829" y="497"/>
                </a:lnTo>
                <a:lnTo>
                  <a:pt x="827" y="502"/>
                </a:lnTo>
                <a:lnTo>
                  <a:pt x="826" y="509"/>
                </a:lnTo>
                <a:lnTo>
                  <a:pt x="826" y="509"/>
                </a:lnTo>
                <a:lnTo>
                  <a:pt x="827" y="515"/>
                </a:lnTo>
                <a:lnTo>
                  <a:pt x="829" y="521"/>
                </a:lnTo>
                <a:lnTo>
                  <a:pt x="831" y="527"/>
                </a:lnTo>
                <a:lnTo>
                  <a:pt x="836" y="531"/>
                </a:lnTo>
                <a:lnTo>
                  <a:pt x="840" y="535"/>
                </a:lnTo>
                <a:lnTo>
                  <a:pt x="845" y="539"/>
                </a:lnTo>
                <a:lnTo>
                  <a:pt x="852" y="540"/>
                </a:lnTo>
                <a:lnTo>
                  <a:pt x="858" y="541"/>
                </a:lnTo>
                <a:lnTo>
                  <a:pt x="858" y="541"/>
                </a:lnTo>
                <a:lnTo>
                  <a:pt x="865" y="540"/>
                </a:lnTo>
                <a:lnTo>
                  <a:pt x="871" y="539"/>
                </a:lnTo>
                <a:lnTo>
                  <a:pt x="876" y="535"/>
                </a:lnTo>
                <a:lnTo>
                  <a:pt x="881" y="531"/>
                </a:lnTo>
                <a:lnTo>
                  <a:pt x="885" y="527"/>
                </a:lnTo>
                <a:lnTo>
                  <a:pt x="887" y="521"/>
                </a:lnTo>
                <a:lnTo>
                  <a:pt x="889" y="515"/>
                </a:lnTo>
                <a:lnTo>
                  <a:pt x="890" y="509"/>
                </a:lnTo>
                <a:lnTo>
                  <a:pt x="890" y="509"/>
                </a:lnTo>
                <a:lnTo>
                  <a:pt x="889" y="502"/>
                </a:lnTo>
                <a:lnTo>
                  <a:pt x="887" y="497"/>
                </a:lnTo>
                <a:lnTo>
                  <a:pt x="885" y="491"/>
                </a:lnTo>
                <a:lnTo>
                  <a:pt x="881" y="486"/>
                </a:lnTo>
                <a:lnTo>
                  <a:pt x="876" y="483"/>
                </a:lnTo>
                <a:lnTo>
                  <a:pt x="871" y="480"/>
                </a:lnTo>
                <a:lnTo>
                  <a:pt x="865" y="477"/>
                </a:lnTo>
                <a:lnTo>
                  <a:pt x="858" y="477"/>
                </a:lnTo>
                <a:lnTo>
                  <a:pt x="858" y="477"/>
                </a:lnTo>
                <a:close/>
                <a:moveTo>
                  <a:pt x="159" y="477"/>
                </a:moveTo>
                <a:lnTo>
                  <a:pt x="159" y="477"/>
                </a:lnTo>
                <a:lnTo>
                  <a:pt x="152" y="477"/>
                </a:lnTo>
                <a:lnTo>
                  <a:pt x="146" y="480"/>
                </a:lnTo>
                <a:lnTo>
                  <a:pt x="140" y="483"/>
                </a:lnTo>
                <a:lnTo>
                  <a:pt x="136" y="486"/>
                </a:lnTo>
                <a:lnTo>
                  <a:pt x="132" y="491"/>
                </a:lnTo>
                <a:lnTo>
                  <a:pt x="130" y="497"/>
                </a:lnTo>
                <a:lnTo>
                  <a:pt x="128" y="502"/>
                </a:lnTo>
                <a:lnTo>
                  <a:pt x="126" y="509"/>
                </a:lnTo>
                <a:lnTo>
                  <a:pt x="126" y="509"/>
                </a:lnTo>
                <a:lnTo>
                  <a:pt x="128" y="515"/>
                </a:lnTo>
                <a:lnTo>
                  <a:pt x="130" y="521"/>
                </a:lnTo>
                <a:lnTo>
                  <a:pt x="132" y="527"/>
                </a:lnTo>
                <a:lnTo>
                  <a:pt x="136" y="531"/>
                </a:lnTo>
                <a:lnTo>
                  <a:pt x="140" y="535"/>
                </a:lnTo>
                <a:lnTo>
                  <a:pt x="146" y="539"/>
                </a:lnTo>
                <a:lnTo>
                  <a:pt x="152" y="540"/>
                </a:lnTo>
                <a:lnTo>
                  <a:pt x="159" y="541"/>
                </a:lnTo>
                <a:lnTo>
                  <a:pt x="159" y="541"/>
                </a:lnTo>
                <a:lnTo>
                  <a:pt x="165" y="540"/>
                </a:lnTo>
                <a:lnTo>
                  <a:pt x="170" y="539"/>
                </a:lnTo>
                <a:lnTo>
                  <a:pt x="176" y="535"/>
                </a:lnTo>
                <a:lnTo>
                  <a:pt x="181" y="531"/>
                </a:lnTo>
                <a:lnTo>
                  <a:pt x="184" y="527"/>
                </a:lnTo>
                <a:lnTo>
                  <a:pt x="188" y="521"/>
                </a:lnTo>
                <a:lnTo>
                  <a:pt x="190" y="515"/>
                </a:lnTo>
                <a:lnTo>
                  <a:pt x="190" y="509"/>
                </a:lnTo>
                <a:lnTo>
                  <a:pt x="190" y="509"/>
                </a:lnTo>
                <a:lnTo>
                  <a:pt x="190" y="502"/>
                </a:lnTo>
                <a:lnTo>
                  <a:pt x="188" y="497"/>
                </a:lnTo>
                <a:lnTo>
                  <a:pt x="184" y="491"/>
                </a:lnTo>
                <a:lnTo>
                  <a:pt x="181" y="486"/>
                </a:lnTo>
                <a:lnTo>
                  <a:pt x="176" y="483"/>
                </a:lnTo>
                <a:lnTo>
                  <a:pt x="170" y="480"/>
                </a:lnTo>
                <a:lnTo>
                  <a:pt x="165" y="477"/>
                </a:lnTo>
                <a:lnTo>
                  <a:pt x="159" y="477"/>
                </a:lnTo>
                <a:lnTo>
                  <a:pt x="159" y="477"/>
                </a:lnTo>
                <a:close/>
              </a:path>
            </a:pathLst>
          </a:custGeom>
          <a:solidFill>
            <a:srgbClr val="55739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29" name="Freeform 110"/>
          <p:cNvSpPr>
            <a:spLocks noEditPoints="1"/>
          </p:cNvSpPr>
          <p:nvPr/>
        </p:nvSpPr>
        <p:spPr bwMode="auto">
          <a:xfrm>
            <a:off x="4758026" y="3445684"/>
            <a:ext cx="565412" cy="565412"/>
          </a:xfrm>
          <a:custGeom>
            <a:avLst/>
            <a:gdLst>
              <a:gd name="T0" fmla="*/ 279 w 1017"/>
              <a:gd name="T1" fmla="*/ 354 h 1017"/>
              <a:gd name="T2" fmla="*/ 241 w 1017"/>
              <a:gd name="T3" fmla="*/ 577 h 1017"/>
              <a:gd name="T4" fmla="*/ 453 w 1017"/>
              <a:gd name="T5" fmla="*/ 779 h 1017"/>
              <a:gd name="T6" fmla="*/ 703 w 1017"/>
              <a:gd name="T7" fmla="*/ 702 h 1017"/>
              <a:gd name="T8" fmla="*/ 779 w 1017"/>
              <a:gd name="T9" fmla="*/ 452 h 1017"/>
              <a:gd name="T10" fmla="*/ 563 w 1017"/>
              <a:gd name="T11" fmla="*/ 238 h 1017"/>
              <a:gd name="T12" fmla="*/ 322 w 1017"/>
              <a:gd name="T13" fmla="*/ 609 h 1017"/>
              <a:gd name="T14" fmla="*/ 426 w 1017"/>
              <a:gd name="T15" fmla="*/ 312 h 1017"/>
              <a:gd name="T16" fmla="*/ 711 w 1017"/>
              <a:gd name="T17" fmla="*/ 445 h 1017"/>
              <a:gd name="T18" fmla="*/ 550 w 1017"/>
              <a:gd name="T19" fmla="*/ 716 h 1017"/>
              <a:gd name="T20" fmla="*/ 913 w 1017"/>
              <a:gd name="T21" fmla="*/ 533 h 1017"/>
              <a:gd name="T22" fmla="*/ 972 w 1017"/>
              <a:gd name="T23" fmla="*/ 421 h 1017"/>
              <a:gd name="T24" fmla="*/ 985 w 1017"/>
              <a:gd name="T25" fmla="*/ 290 h 1017"/>
              <a:gd name="T26" fmla="*/ 883 w 1017"/>
              <a:gd name="T27" fmla="*/ 246 h 1017"/>
              <a:gd name="T28" fmla="*/ 770 w 1017"/>
              <a:gd name="T29" fmla="*/ 190 h 1017"/>
              <a:gd name="T30" fmla="*/ 788 w 1017"/>
              <a:gd name="T31" fmla="*/ 73 h 1017"/>
              <a:gd name="T32" fmla="*/ 611 w 1017"/>
              <a:gd name="T33" fmla="*/ 5 h 1017"/>
              <a:gd name="T34" fmla="*/ 533 w 1017"/>
              <a:gd name="T35" fmla="*/ 104 h 1017"/>
              <a:gd name="T36" fmla="*/ 422 w 1017"/>
              <a:gd name="T37" fmla="*/ 44 h 1017"/>
              <a:gd name="T38" fmla="*/ 291 w 1017"/>
              <a:gd name="T39" fmla="*/ 32 h 1017"/>
              <a:gd name="T40" fmla="*/ 247 w 1017"/>
              <a:gd name="T41" fmla="*/ 134 h 1017"/>
              <a:gd name="T42" fmla="*/ 190 w 1017"/>
              <a:gd name="T43" fmla="*/ 245 h 1017"/>
              <a:gd name="T44" fmla="*/ 73 w 1017"/>
              <a:gd name="T45" fmla="*/ 227 h 1017"/>
              <a:gd name="T46" fmla="*/ 5 w 1017"/>
              <a:gd name="T47" fmla="*/ 404 h 1017"/>
              <a:gd name="T48" fmla="*/ 104 w 1017"/>
              <a:gd name="T49" fmla="*/ 484 h 1017"/>
              <a:gd name="T50" fmla="*/ 44 w 1017"/>
              <a:gd name="T51" fmla="*/ 594 h 1017"/>
              <a:gd name="T52" fmla="*/ 32 w 1017"/>
              <a:gd name="T53" fmla="*/ 725 h 1017"/>
              <a:gd name="T54" fmla="*/ 134 w 1017"/>
              <a:gd name="T55" fmla="*/ 770 h 1017"/>
              <a:gd name="T56" fmla="*/ 246 w 1017"/>
              <a:gd name="T57" fmla="*/ 826 h 1017"/>
              <a:gd name="T58" fmla="*/ 227 w 1017"/>
              <a:gd name="T59" fmla="*/ 943 h 1017"/>
              <a:gd name="T60" fmla="*/ 400 w 1017"/>
              <a:gd name="T61" fmla="*/ 1014 h 1017"/>
              <a:gd name="T62" fmla="*/ 468 w 1017"/>
              <a:gd name="T63" fmla="*/ 918 h 1017"/>
              <a:gd name="T64" fmla="*/ 588 w 1017"/>
              <a:gd name="T65" fmla="*/ 957 h 1017"/>
              <a:gd name="T66" fmla="*/ 691 w 1017"/>
              <a:gd name="T67" fmla="*/ 999 h 1017"/>
              <a:gd name="T68" fmla="*/ 776 w 1017"/>
              <a:gd name="T69" fmla="*/ 898 h 1017"/>
              <a:gd name="T70" fmla="*/ 811 w 1017"/>
              <a:gd name="T71" fmla="*/ 776 h 1017"/>
              <a:gd name="T72" fmla="*/ 937 w 1017"/>
              <a:gd name="T73" fmla="*/ 790 h 1017"/>
              <a:gd name="T74" fmla="*/ 1014 w 1017"/>
              <a:gd name="T75" fmla="*/ 618 h 1017"/>
              <a:gd name="T76" fmla="*/ 816 w 1017"/>
              <a:gd name="T77" fmla="*/ 707 h 1017"/>
              <a:gd name="T78" fmla="*/ 702 w 1017"/>
              <a:gd name="T79" fmla="*/ 852 h 1017"/>
              <a:gd name="T80" fmla="*/ 596 w 1017"/>
              <a:gd name="T81" fmla="*/ 873 h 1017"/>
              <a:gd name="T82" fmla="*/ 411 w 1017"/>
              <a:gd name="T83" fmla="*/ 881 h 1017"/>
              <a:gd name="T84" fmla="*/ 313 w 1017"/>
              <a:gd name="T85" fmla="*/ 840 h 1017"/>
              <a:gd name="T86" fmla="*/ 161 w 1017"/>
              <a:gd name="T87" fmla="*/ 701 h 1017"/>
              <a:gd name="T88" fmla="*/ 143 w 1017"/>
              <a:gd name="T89" fmla="*/ 596 h 1017"/>
              <a:gd name="T90" fmla="*/ 136 w 1017"/>
              <a:gd name="T91" fmla="*/ 411 h 1017"/>
              <a:gd name="T92" fmla="*/ 176 w 1017"/>
              <a:gd name="T93" fmla="*/ 314 h 1017"/>
              <a:gd name="T94" fmla="*/ 314 w 1017"/>
              <a:gd name="T95" fmla="*/ 165 h 1017"/>
              <a:gd name="T96" fmla="*/ 420 w 1017"/>
              <a:gd name="T97" fmla="*/ 142 h 1017"/>
              <a:gd name="T98" fmla="*/ 605 w 1017"/>
              <a:gd name="T99" fmla="*/ 136 h 1017"/>
              <a:gd name="T100" fmla="*/ 703 w 1017"/>
              <a:gd name="T101" fmla="*/ 176 h 1017"/>
              <a:gd name="T102" fmla="*/ 855 w 1017"/>
              <a:gd name="T103" fmla="*/ 314 h 1017"/>
              <a:gd name="T104" fmla="*/ 873 w 1017"/>
              <a:gd name="T105" fmla="*/ 420 h 1017"/>
              <a:gd name="T106" fmla="*/ 881 w 1017"/>
              <a:gd name="T107" fmla="*/ 605 h 1017"/>
              <a:gd name="T108" fmla="*/ 449 w 1017"/>
              <a:gd name="T109" fmla="*/ 369 h 1017"/>
              <a:gd name="T110" fmla="*/ 375 w 1017"/>
              <a:gd name="T111" fmla="*/ 580 h 1017"/>
              <a:gd name="T112" fmla="*/ 592 w 1017"/>
              <a:gd name="T113" fmla="*/ 633 h 1017"/>
              <a:gd name="T114" fmla="*/ 624 w 1017"/>
              <a:gd name="T115" fmla="*/ 412 h 1017"/>
              <a:gd name="T116" fmla="*/ 454 w 1017"/>
              <a:gd name="T117" fmla="*/ 531 h 1017"/>
              <a:gd name="T118" fmla="*/ 563 w 1017"/>
              <a:gd name="T119" fmla="*/ 485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7" h="1017">
                <a:moveTo>
                  <a:pt x="508" y="231"/>
                </a:moveTo>
                <a:lnTo>
                  <a:pt x="508" y="231"/>
                </a:lnTo>
                <a:lnTo>
                  <a:pt x="493" y="232"/>
                </a:lnTo>
                <a:lnTo>
                  <a:pt x="479" y="234"/>
                </a:lnTo>
                <a:lnTo>
                  <a:pt x="466" y="235"/>
                </a:lnTo>
                <a:lnTo>
                  <a:pt x="453" y="238"/>
                </a:lnTo>
                <a:lnTo>
                  <a:pt x="439" y="241"/>
                </a:lnTo>
                <a:lnTo>
                  <a:pt x="426" y="244"/>
                </a:lnTo>
                <a:lnTo>
                  <a:pt x="413" y="249"/>
                </a:lnTo>
                <a:lnTo>
                  <a:pt x="401" y="254"/>
                </a:lnTo>
                <a:lnTo>
                  <a:pt x="388" y="259"/>
                </a:lnTo>
                <a:lnTo>
                  <a:pt x="376" y="266"/>
                </a:lnTo>
                <a:lnTo>
                  <a:pt x="365" y="272"/>
                </a:lnTo>
                <a:lnTo>
                  <a:pt x="354" y="279"/>
                </a:lnTo>
                <a:lnTo>
                  <a:pt x="332" y="295"/>
                </a:lnTo>
                <a:lnTo>
                  <a:pt x="313" y="313"/>
                </a:lnTo>
                <a:lnTo>
                  <a:pt x="295" y="332"/>
                </a:lnTo>
                <a:lnTo>
                  <a:pt x="279" y="354"/>
                </a:lnTo>
                <a:lnTo>
                  <a:pt x="272" y="364"/>
                </a:lnTo>
                <a:lnTo>
                  <a:pt x="266" y="376"/>
                </a:lnTo>
                <a:lnTo>
                  <a:pt x="260" y="388"/>
                </a:lnTo>
                <a:lnTo>
                  <a:pt x="254" y="401"/>
                </a:lnTo>
                <a:lnTo>
                  <a:pt x="249" y="413"/>
                </a:lnTo>
                <a:lnTo>
                  <a:pt x="244" y="426"/>
                </a:lnTo>
                <a:lnTo>
                  <a:pt x="241" y="438"/>
                </a:lnTo>
                <a:lnTo>
                  <a:pt x="238" y="452"/>
                </a:lnTo>
                <a:lnTo>
                  <a:pt x="235" y="466"/>
                </a:lnTo>
                <a:lnTo>
                  <a:pt x="234" y="479"/>
                </a:lnTo>
                <a:lnTo>
                  <a:pt x="233" y="493"/>
                </a:lnTo>
                <a:lnTo>
                  <a:pt x="232" y="508"/>
                </a:lnTo>
                <a:lnTo>
                  <a:pt x="232" y="508"/>
                </a:lnTo>
                <a:lnTo>
                  <a:pt x="233" y="522"/>
                </a:lnTo>
                <a:lnTo>
                  <a:pt x="234" y="536"/>
                </a:lnTo>
                <a:lnTo>
                  <a:pt x="235" y="550"/>
                </a:lnTo>
                <a:lnTo>
                  <a:pt x="238" y="563"/>
                </a:lnTo>
                <a:lnTo>
                  <a:pt x="241" y="577"/>
                </a:lnTo>
                <a:lnTo>
                  <a:pt x="244" y="590"/>
                </a:lnTo>
                <a:lnTo>
                  <a:pt x="249" y="603"/>
                </a:lnTo>
                <a:lnTo>
                  <a:pt x="254" y="616"/>
                </a:lnTo>
                <a:lnTo>
                  <a:pt x="260" y="627"/>
                </a:lnTo>
                <a:lnTo>
                  <a:pt x="266" y="639"/>
                </a:lnTo>
                <a:lnTo>
                  <a:pt x="272" y="651"/>
                </a:lnTo>
                <a:lnTo>
                  <a:pt x="279" y="662"/>
                </a:lnTo>
                <a:lnTo>
                  <a:pt x="295" y="683"/>
                </a:lnTo>
                <a:lnTo>
                  <a:pt x="313" y="702"/>
                </a:lnTo>
                <a:lnTo>
                  <a:pt x="332" y="721"/>
                </a:lnTo>
                <a:lnTo>
                  <a:pt x="354" y="737"/>
                </a:lnTo>
                <a:lnTo>
                  <a:pt x="376" y="751"/>
                </a:lnTo>
                <a:lnTo>
                  <a:pt x="388" y="756"/>
                </a:lnTo>
                <a:lnTo>
                  <a:pt x="401" y="763"/>
                </a:lnTo>
                <a:lnTo>
                  <a:pt x="413" y="767"/>
                </a:lnTo>
                <a:lnTo>
                  <a:pt x="426" y="771"/>
                </a:lnTo>
                <a:lnTo>
                  <a:pt x="439" y="775"/>
                </a:lnTo>
                <a:lnTo>
                  <a:pt x="453" y="779"/>
                </a:lnTo>
                <a:lnTo>
                  <a:pt x="466" y="781"/>
                </a:lnTo>
                <a:lnTo>
                  <a:pt x="479" y="783"/>
                </a:lnTo>
                <a:lnTo>
                  <a:pt x="493" y="784"/>
                </a:lnTo>
                <a:lnTo>
                  <a:pt x="508" y="784"/>
                </a:lnTo>
                <a:lnTo>
                  <a:pt x="508" y="784"/>
                </a:lnTo>
                <a:lnTo>
                  <a:pt x="522" y="784"/>
                </a:lnTo>
                <a:lnTo>
                  <a:pt x="536" y="783"/>
                </a:lnTo>
                <a:lnTo>
                  <a:pt x="550" y="781"/>
                </a:lnTo>
                <a:lnTo>
                  <a:pt x="563" y="779"/>
                </a:lnTo>
                <a:lnTo>
                  <a:pt x="577" y="775"/>
                </a:lnTo>
                <a:lnTo>
                  <a:pt x="590" y="771"/>
                </a:lnTo>
                <a:lnTo>
                  <a:pt x="603" y="767"/>
                </a:lnTo>
                <a:lnTo>
                  <a:pt x="616" y="763"/>
                </a:lnTo>
                <a:lnTo>
                  <a:pt x="628" y="756"/>
                </a:lnTo>
                <a:lnTo>
                  <a:pt x="639" y="751"/>
                </a:lnTo>
                <a:lnTo>
                  <a:pt x="662" y="737"/>
                </a:lnTo>
                <a:lnTo>
                  <a:pt x="683" y="721"/>
                </a:lnTo>
                <a:lnTo>
                  <a:pt x="703" y="702"/>
                </a:lnTo>
                <a:lnTo>
                  <a:pt x="721" y="683"/>
                </a:lnTo>
                <a:lnTo>
                  <a:pt x="737" y="662"/>
                </a:lnTo>
                <a:lnTo>
                  <a:pt x="751" y="639"/>
                </a:lnTo>
                <a:lnTo>
                  <a:pt x="756" y="627"/>
                </a:lnTo>
                <a:lnTo>
                  <a:pt x="763" y="616"/>
                </a:lnTo>
                <a:lnTo>
                  <a:pt x="767" y="603"/>
                </a:lnTo>
                <a:lnTo>
                  <a:pt x="771" y="590"/>
                </a:lnTo>
                <a:lnTo>
                  <a:pt x="776" y="577"/>
                </a:lnTo>
                <a:lnTo>
                  <a:pt x="779" y="563"/>
                </a:lnTo>
                <a:lnTo>
                  <a:pt x="781" y="550"/>
                </a:lnTo>
                <a:lnTo>
                  <a:pt x="782" y="536"/>
                </a:lnTo>
                <a:lnTo>
                  <a:pt x="783" y="522"/>
                </a:lnTo>
                <a:lnTo>
                  <a:pt x="784" y="508"/>
                </a:lnTo>
                <a:lnTo>
                  <a:pt x="784" y="508"/>
                </a:lnTo>
                <a:lnTo>
                  <a:pt x="783" y="493"/>
                </a:lnTo>
                <a:lnTo>
                  <a:pt x="782" y="479"/>
                </a:lnTo>
                <a:lnTo>
                  <a:pt x="781" y="466"/>
                </a:lnTo>
                <a:lnTo>
                  <a:pt x="779" y="452"/>
                </a:lnTo>
                <a:lnTo>
                  <a:pt x="776" y="438"/>
                </a:lnTo>
                <a:lnTo>
                  <a:pt x="771" y="426"/>
                </a:lnTo>
                <a:lnTo>
                  <a:pt x="767" y="413"/>
                </a:lnTo>
                <a:lnTo>
                  <a:pt x="763" y="401"/>
                </a:lnTo>
                <a:lnTo>
                  <a:pt x="756" y="388"/>
                </a:lnTo>
                <a:lnTo>
                  <a:pt x="751" y="376"/>
                </a:lnTo>
                <a:lnTo>
                  <a:pt x="737" y="354"/>
                </a:lnTo>
                <a:lnTo>
                  <a:pt x="721" y="332"/>
                </a:lnTo>
                <a:lnTo>
                  <a:pt x="703" y="313"/>
                </a:lnTo>
                <a:lnTo>
                  <a:pt x="683" y="295"/>
                </a:lnTo>
                <a:lnTo>
                  <a:pt x="662" y="279"/>
                </a:lnTo>
                <a:lnTo>
                  <a:pt x="639" y="266"/>
                </a:lnTo>
                <a:lnTo>
                  <a:pt x="628" y="259"/>
                </a:lnTo>
                <a:lnTo>
                  <a:pt x="616" y="254"/>
                </a:lnTo>
                <a:lnTo>
                  <a:pt x="603" y="249"/>
                </a:lnTo>
                <a:lnTo>
                  <a:pt x="590" y="244"/>
                </a:lnTo>
                <a:lnTo>
                  <a:pt x="577" y="241"/>
                </a:lnTo>
                <a:lnTo>
                  <a:pt x="563" y="238"/>
                </a:lnTo>
                <a:lnTo>
                  <a:pt x="550" y="235"/>
                </a:lnTo>
                <a:lnTo>
                  <a:pt x="536" y="234"/>
                </a:lnTo>
                <a:lnTo>
                  <a:pt x="522" y="232"/>
                </a:lnTo>
                <a:lnTo>
                  <a:pt x="508" y="231"/>
                </a:lnTo>
                <a:lnTo>
                  <a:pt x="508" y="231"/>
                </a:lnTo>
                <a:close/>
                <a:moveTo>
                  <a:pt x="508" y="721"/>
                </a:moveTo>
                <a:lnTo>
                  <a:pt x="508" y="721"/>
                </a:lnTo>
                <a:lnTo>
                  <a:pt x="486" y="720"/>
                </a:lnTo>
                <a:lnTo>
                  <a:pt x="466" y="716"/>
                </a:lnTo>
                <a:lnTo>
                  <a:pt x="445" y="711"/>
                </a:lnTo>
                <a:lnTo>
                  <a:pt x="426" y="704"/>
                </a:lnTo>
                <a:lnTo>
                  <a:pt x="407" y="695"/>
                </a:lnTo>
                <a:lnTo>
                  <a:pt x="389" y="684"/>
                </a:lnTo>
                <a:lnTo>
                  <a:pt x="373" y="671"/>
                </a:lnTo>
                <a:lnTo>
                  <a:pt x="358" y="658"/>
                </a:lnTo>
                <a:lnTo>
                  <a:pt x="344" y="642"/>
                </a:lnTo>
                <a:lnTo>
                  <a:pt x="332" y="626"/>
                </a:lnTo>
                <a:lnTo>
                  <a:pt x="322" y="609"/>
                </a:lnTo>
                <a:lnTo>
                  <a:pt x="312" y="591"/>
                </a:lnTo>
                <a:lnTo>
                  <a:pt x="306" y="570"/>
                </a:lnTo>
                <a:lnTo>
                  <a:pt x="300" y="550"/>
                </a:lnTo>
                <a:lnTo>
                  <a:pt x="297" y="530"/>
                </a:lnTo>
                <a:lnTo>
                  <a:pt x="296" y="508"/>
                </a:lnTo>
                <a:lnTo>
                  <a:pt x="296" y="508"/>
                </a:lnTo>
                <a:lnTo>
                  <a:pt x="297" y="486"/>
                </a:lnTo>
                <a:lnTo>
                  <a:pt x="300" y="465"/>
                </a:lnTo>
                <a:lnTo>
                  <a:pt x="306" y="445"/>
                </a:lnTo>
                <a:lnTo>
                  <a:pt x="312" y="426"/>
                </a:lnTo>
                <a:lnTo>
                  <a:pt x="322" y="406"/>
                </a:lnTo>
                <a:lnTo>
                  <a:pt x="332" y="389"/>
                </a:lnTo>
                <a:lnTo>
                  <a:pt x="344" y="373"/>
                </a:lnTo>
                <a:lnTo>
                  <a:pt x="358" y="358"/>
                </a:lnTo>
                <a:lnTo>
                  <a:pt x="373" y="344"/>
                </a:lnTo>
                <a:lnTo>
                  <a:pt x="389" y="332"/>
                </a:lnTo>
                <a:lnTo>
                  <a:pt x="407" y="322"/>
                </a:lnTo>
                <a:lnTo>
                  <a:pt x="426" y="312"/>
                </a:lnTo>
                <a:lnTo>
                  <a:pt x="445" y="305"/>
                </a:lnTo>
                <a:lnTo>
                  <a:pt x="466" y="300"/>
                </a:lnTo>
                <a:lnTo>
                  <a:pt x="486" y="297"/>
                </a:lnTo>
                <a:lnTo>
                  <a:pt x="508" y="296"/>
                </a:lnTo>
                <a:lnTo>
                  <a:pt x="508" y="296"/>
                </a:lnTo>
                <a:lnTo>
                  <a:pt x="530" y="297"/>
                </a:lnTo>
                <a:lnTo>
                  <a:pt x="550" y="300"/>
                </a:lnTo>
                <a:lnTo>
                  <a:pt x="571" y="305"/>
                </a:lnTo>
                <a:lnTo>
                  <a:pt x="591" y="312"/>
                </a:lnTo>
                <a:lnTo>
                  <a:pt x="609" y="322"/>
                </a:lnTo>
                <a:lnTo>
                  <a:pt x="626" y="332"/>
                </a:lnTo>
                <a:lnTo>
                  <a:pt x="643" y="344"/>
                </a:lnTo>
                <a:lnTo>
                  <a:pt x="658" y="358"/>
                </a:lnTo>
                <a:lnTo>
                  <a:pt x="672" y="373"/>
                </a:lnTo>
                <a:lnTo>
                  <a:pt x="684" y="389"/>
                </a:lnTo>
                <a:lnTo>
                  <a:pt x="695" y="406"/>
                </a:lnTo>
                <a:lnTo>
                  <a:pt x="704" y="426"/>
                </a:lnTo>
                <a:lnTo>
                  <a:pt x="711" y="445"/>
                </a:lnTo>
                <a:lnTo>
                  <a:pt x="717" y="465"/>
                </a:lnTo>
                <a:lnTo>
                  <a:pt x="720" y="486"/>
                </a:lnTo>
                <a:lnTo>
                  <a:pt x="721" y="508"/>
                </a:lnTo>
                <a:lnTo>
                  <a:pt x="721" y="508"/>
                </a:lnTo>
                <a:lnTo>
                  <a:pt x="720" y="530"/>
                </a:lnTo>
                <a:lnTo>
                  <a:pt x="717" y="550"/>
                </a:lnTo>
                <a:lnTo>
                  <a:pt x="711" y="570"/>
                </a:lnTo>
                <a:lnTo>
                  <a:pt x="704" y="591"/>
                </a:lnTo>
                <a:lnTo>
                  <a:pt x="695" y="609"/>
                </a:lnTo>
                <a:lnTo>
                  <a:pt x="684" y="626"/>
                </a:lnTo>
                <a:lnTo>
                  <a:pt x="672" y="642"/>
                </a:lnTo>
                <a:lnTo>
                  <a:pt x="658" y="658"/>
                </a:lnTo>
                <a:lnTo>
                  <a:pt x="643" y="671"/>
                </a:lnTo>
                <a:lnTo>
                  <a:pt x="626" y="684"/>
                </a:lnTo>
                <a:lnTo>
                  <a:pt x="609" y="695"/>
                </a:lnTo>
                <a:lnTo>
                  <a:pt x="591" y="704"/>
                </a:lnTo>
                <a:lnTo>
                  <a:pt x="571" y="711"/>
                </a:lnTo>
                <a:lnTo>
                  <a:pt x="550" y="716"/>
                </a:lnTo>
                <a:lnTo>
                  <a:pt x="530" y="720"/>
                </a:lnTo>
                <a:lnTo>
                  <a:pt x="508" y="721"/>
                </a:lnTo>
                <a:lnTo>
                  <a:pt x="508" y="721"/>
                </a:lnTo>
                <a:close/>
                <a:moveTo>
                  <a:pt x="989" y="598"/>
                </a:moveTo>
                <a:lnTo>
                  <a:pt x="989" y="598"/>
                </a:lnTo>
                <a:lnTo>
                  <a:pt x="981" y="596"/>
                </a:lnTo>
                <a:lnTo>
                  <a:pt x="972" y="594"/>
                </a:lnTo>
                <a:lnTo>
                  <a:pt x="964" y="591"/>
                </a:lnTo>
                <a:lnTo>
                  <a:pt x="957" y="588"/>
                </a:lnTo>
                <a:lnTo>
                  <a:pt x="950" y="583"/>
                </a:lnTo>
                <a:lnTo>
                  <a:pt x="944" y="579"/>
                </a:lnTo>
                <a:lnTo>
                  <a:pt x="938" y="574"/>
                </a:lnTo>
                <a:lnTo>
                  <a:pt x="932" y="567"/>
                </a:lnTo>
                <a:lnTo>
                  <a:pt x="927" y="562"/>
                </a:lnTo>
                <a:lnTo>
                  <a:pt x="923" y="554"/>
                </a:lnTo>
                <a:lnTo>
                  <a:pt x="918" y="548"/>
                </a:lnTo>
                <a:lnTo>
                  <a:pt x="915" y="540"/>
                </a:lnTo>
                <a:lnTo>
                  <a:pt x="913" y="533"/>
                </a:lnTo>
                <a:lnTo>
                  <a:pt x="911" y="524"/>
                </a:lnTo>
                <a:lnTo>
                  <a:pt x="910" y="517"/>
                </a:lnTo>
                <a:lnTo>
                  <a:pt x="909" y="508"/>
                </a:lnTo>
                <a:lnTo>
                  <a:pt x="909" y="508"/>
                </a:lnTo>
                <a:lnTo>
                  <a:pt x="910" y="500"/>
                </a:lnTo>
                <a:lnTo>
                  <a:pt x="911" y="491"/>
                </a:lnTo>
                <a:lnTo>
                  <a:pt x="913" y="484"/>
                </a:lnTo>
                <a:lnTo>
                  <a:pt x="915" y="475"/>
                </a:lnTo>
                <a:lnTo>
                  <a:pt x="918" y="469"/>
                </a:lnTo>
                <a:lnTo>
                  <a:pt x="923" y="461"/>
                </a:lnTo>
                <a:lnTo>
                  <a:pt x="927" y="455"/>
                </a:lnTo>
                <a:lnTo>
                  <a:pt x="932" y="448"/>
                </a:lnTo>
                <a:lnTo>
                  <a:pt x="938" y="442"/>
                </a:lnTo>
                <a:lnTo>
                  <a:pt x="944" y="437"/>
                </a:lnTo>
                <a:lnTo>
                  <a:pt x="950" y="432"/>
                </a:lnTo>
                <a:lnTo>
                  <a:pt x="957" y="428"/>
                </a:lnTo>
                <a:lnTo>
                  <a:pt x="964" y="425"/>
                </a:lnTo>
                <a:lnTo>
                  <a:pt x="972" y="421"/>
                </a:lnTo>
                <a:lnTo>
                  <a:pt x="981" y="419"/>
                </a:lnTo>
                <a:lnTo>
                  <a:pt x="989" y="418"/>
                </a:lnTo>
                <a:lnTo>
                  <a:pt x="989" y="418"/>
                </a:lnTo>
                <a:lnTo>
                  <a:pt x="996" y="416"/>
                </a:lnTo>
                <a:lnTo>
                  <a:pt x="1001" y="414"/>
                </a:lnTo>
                <a:lnTo>
                  <a:pt x="1006" y="410"/>
                </a:lnTo>
                <a:lnTo>
                  <a:pt x="1011" y="404"/>
                </a:lnTo>
                <a:lnTo>
                  <a:pt x="1011" y="404"/>
                </a:lnTo>
                <a:lnTo>
                  <a:pt x="1014" y="399"/>
                </a:lnTo>
                <a:lnTo>
                  <a:pt x="1016" y="392"/>
                </a:lnTo>
                <a:lnTo>
                  <a:pt x="1017" y="385"/>
                </a:lnTo>
                <a:lnTo>
                  <a:pt x="1016" y="378"/>
                </a:lnTo>
                <a:lnTo>
                  <a:pt x="1016" y="378"/>
                </a:lnTo>
                <a:lnTo>
                  <a:pt x="1011" y="360"/>
                </a:lnTo>
                <a:lnTo>
                  <a:pt x="1005" y="343"/>
                </a:lnTo>
                <a:lnTo>
                  <a:pt x="999" y="325"/>
                </a:lnTo>
                <a:lnTo>
                  <a:pt x="992" y="308"/>
                </a:lnTo>
                <a:lnTo>
                  <a:pt x="985" y="290"/>
                </a:lnTo>
                <a:lnTo>
                  <a:pt x="976" y="273"/>
                </a:lnTo>
                <a:lnTo>
                  <a:pt x="968" y="257"/>
                </a:lnTo>
                <a:lnTo>
                  <a:pt x="958" y="240"/>
                </a:lnTo>
                <a:lnTo>
                  <a:pt x="958" y="240"/>
                </a:lnTo>
                <a:lnTo>
                  <a:pt x="955" y="235"/>
                </a:lnTo>
                <a:lnTo>
                  <a:pt x="949" y="230"/>
                </a:lnTo>
                <a:lnTo>
                  <a:pt x="943" y="227"/>
                </a:lnTo>
                <a:lnTo>
                  <a:pt x="937" y="225"/>
                </a:lnTo>
                <a:lnTo>
                  <a:pt x="937" y="225"/>
                </a:lnTo>
                <a:lnTo>
                  <a:pt x="930" y="225"/>
                </a:lnTo>
                <a:lnTo>
                  <a:pt x="924" y="226"/>
                </a:lnTo>
                <a:lnTo>
                  <a:pt x="917" y="228"/>
                </a:lnTo>
                <a:lnTo>
                  <a:pt x="912" y="231"/>
                </a:lnTo>
                <a:lnTo>
                  <a:pt x="912" y="231"/>
                </a:lnTo>
                <a:lnTo>
                  <a:pt x="904" y="237"/>
                </a:lnTo>
                <a:lnTo>
                  <a:pt x="898" y="240"/>
                </a:lnTo>
                <a:lnTo>
                  <a:pt x="890" y="243"/>
                </a:lnTo>
                <a:lnTo>
                  <a:pt x="883" y="246"/>
                </a:lnTo>
                <a:lnTo>
                  <a:pt x="874" y="249"/>
                </a:lnTo>
                <a:lnTo>
                  <a:pt x="867" y="250"/>
                </a:lnTo>
                <a:lnTo>
                  <a:pt x="858" y="250"/>
                </a:lnTo>
                <a:lnTo>
                  <a:pt x="851" y="250"/>
                </a:lnTo>
                <a:lnTo>
                  <a:pt x="842" y="249"/>
                </a:lnTo>
                <a:lnTo>
                  <a:pt x="835" y="248"/>
                </a:lnTo>
                <a:lnTo>
                  <a:pt x="826" y="245"/>
                </a:lnTo>
                <a:lnTo>
                  <a:pt x="819" y="242"/>
                </a:lnTo>
                <a:lnTo>
                  <a:pt x="811" y="239"/>
                </a:lnTo>
                <a:lnTo>
                  <a:pt x="805" y="235"/>
                </a:lnTo>
                <a:lnTo>
                  <a:pt x="798" y="229"/>
                </a:lnTo>
                <a:lnTo>
                  <a:pt x="792" y="224"/>
                </a:lnTo>
                <a:lnTo>
                  <a:pt x="792" y="224"/>
                </a:lnTo>
                <a:lnTo>
                  <a:pt x="786" y="217"/>
                </a:lnTo>
                <a:lnTo>
                  <a:pt x="781" y="211"/>
                </a:lnTo>
                <a:lnTo>
                  <a:pt x="777" y="205"/>
                </a:lnTo>
                <a:lnTo>
                  <a:pt x="773" y="197"/>
                </a:lnTo>
                <a:lnTo>
                  <a:pt x="770" y="190"/>
                </a:lnTo>
                <a:lnTo>
                  <a:pt x="768" y="182"/>
                </a:lnTo>
                <a:lnTo>
                  <a:pt x="766" y="173"/>
                </a:lnTo>
                <a:lnTo>
                  <a:pt x="766" y="166"/>
                </a:lnTo>
                <a:lnTo>
                  <a:pt x="765" y="157"/>
                </a:lnTo>
                <a:lnTo>
                  <a:pt x="766" y="150"/>
                </a:lnTo>
                <a:lnTo>
                  <a:pt x="767" y="141"/>
                </a:lnTo>
                <a:lnTo>
                  <a:pt x="769" y="134"/>
                </a:lnTo>
                <a:lnTo>
                  <a:pt x="772" y="126"/>
                </a:lnTo>
                <a:lnTo>
                  <a:pt x="776" y="119"/>
                </a:lnTo>
                <a:lnTo>
                  <a:pt x="780" y="111"/>
                </a:lnTo>
                <a:lnTo>
                  <a:pt x="784" y="105"/>
                </a:lnTo>
                <a:lnTo>
                  <a:pt x="784" y="105"/>
                </a:lnTo>
                <a:lnTo>
                  <a:pt x="787" y="98"/>
                </a:lnTo>
                <a:lnTo>
                  <a:pt x="791" y="92"/>
                </a:lnTo>
                <a:lnTo>
                  <a:pt x="791" y="86"/>
                </a:lnTo>
                <a:lnTo>
                  <a:pt x="791" y="79"/>
                </a:lnTo>
                <a:lnTo>
                  <a:pt x="791" y="79"/>
                </a:lnTo>
                <a:lnTo>
                  <a:pt x="788" y="73"/>
                </a:lnTo>
                <a:lnTo>
                  <a:pt x="785" y="66"/>
                </a:lnTo>
                <a:lnTo>
                  <a:pt x="781" y="62"/>
                </a:lnTo>
                <a:lnTo>
                  <a:pt x="776" y="58"/>
                </a:lnTo>
                <a:lnTo>
                  <a:pt x="776" y="58"/>
                </a:lnTo>
                <a:lnTo>
                  <a:pt x="760" y="48"/>
                </a:lnTo>
                <a:lnTo>
                  <a:pt x="742" y="39"/>
                </a:lnTo>
                <a:lnTo>
                  <a:pt x="726" y="32"/>
                </a:lnTo>
                <a:lnTo>
                  <a:pt x="709" y="24"/>
                </a:lnTo>
                <a:lnTo>
                  <a:pt x="691" y="17"/>
                </a:lnTo>
                <a:lnTo>
                  <a:pt x="674" y="10"/>
                </a:lnTo>
                <a:lnTo>
                  <a:pt x="655" y="5"/>
                </a:lnTo>
                <a:lnTo>
                  <a:pt x="637" y="1"/>
                </a:lnTo>
                <a:lnTo>
                  <a:pt x="637" y="1"/>
                </a:lnTo>
                <a:lnTo>
                  <a:pt x="631" y="0"/>
                </a:lnTo>
                <a:lnTo>
                  <a:pt x="624" y="0"/>
                </a:lnTo>
                <a:lnTo>
                  <a:pt x="618" y="2"/>
                </a:lnTo>
                <a:lnTo>
                  <a:pt x="611" y="5"/>
                </a:lnTo>
                <a:lnTo>
                  <a:pt x="611" y="5"/>
                </a:lnTo>
                <a:lnTo>
                  <a:pt x="606" y="9"/>
                </a:lnTo>
                <a:lnTo>
                  <a:pt x="603" y="15"/>
                </a:lnTo>
                <a:lnTo>
                  <a:pt x="600" y="20"/>
                </a:lnTo>
                <a:lnTo>
                  <a:pt x="597" y="28"/>
                </a:lnTo>
                <a:lnTo>
                  <a:pt x="597" y="28"/>
                </a:lnTo>
                <a:lnTo>
                  <a:pt x="596" y="35"/>
                </a:lnTo>
                <a:lnTo>
                  <a:pt x="594" y="44"/>
                </a:lnTo>
                <a:lnTo>
                  <a:pt x="591" y="51"/>
                </a:lnTo>
                <a:lnTo>
                  <a:pt x="588" y="59"/>
                </a:lnTo>
                <a:lnTo>
                  <a:pt x="584" y="66"/>
                </a:lnTo>
                <a:lnTo>
                  <a:pt x="579" y="73"/>
                </a:lnTo>
                <a:lnTo>
                  <a:pt x="574" y="78"/>
                </a:lnTo>
                <a:lnTo>
                  <a:pt x="567" y="84"/>
                </a:lnTo>
                <a:lnTo>
                  <a:pt x="562" y="89"/>
                </a:lnTo>
                <a:lnTo>
                  <a:pt x="555" y="93"/>
                </a:lnTo>
                <a:lnTo>
                  <a:pt x="548" y="97"/>
                </a:lnTo>
                <a:lnTo>
                  <a:pt x="541" y="101"/>
                </a:lnTo>
                <a:lnTo>
                  <a:pt x="533" y="104"/>
                </a:lnTo>
                <a:lnTo>
                  <a:pt x="525" y="105"/>
                </a:lnTo>
                <a:lnTo>
                  <a:pt x="516" y="106"/>
                </a:lnTo>
                <a:lnTo>
                  <a:pt x="508" y="107"/>
                </a:lnTo>
                <a:lnTo>
                  <a:pt x="508" y="107"/>
                </a:lnTo>
                <a:lnTo>
                  <a:pt x="500" y="106"/>
                </a:lnTo>
                <a:lnTo>
                  <a:pt x="491" y="105"/>
                </a:lnTo>
                <a:lnTo>
                  <a:pt x="484" y="104"/>
                </a:lnTo>
                <a:lnTo>
                  <a:pt x="475" y="101"/>
                </a:lnTo>
                <a:lnTo>
                  <a:pt x="468" y="97"/>
                </a:lnTo>
                <a:lnTo>
                  <a:pt x="461" y="93"/>
                </a:lnTo>
                <a:lnTo>
                  <a:pt x="455" y="89"/>
                </a:lnTo>
                <a:lnTo>
                  <a:pt x="448" y="84"/>
                </a:lnTo>
                <a:lnTo>
                  <a:pt x="442" y="78"/>
                </a:lnTo>
                <a:lnTo>
                  <a:pt x="438" y="73"/>
                </a:lnTo>
                <a:lnTo>
                  <a:pt x="432" y="66"/>
                </a:lnTo>
                <a:lnTo>
                  <a:pt x="428" y="59"/>
                </a:lnTo>
                <a:lnTo>
                  <a:pt x="425" y="51"/>
                </a:lnTo>
                <a:lnTo>
                  <a:pt x="422" y="44"/>
                </a:lnTo>
                <a:lnTo>
                  <a:pt x="419" y="35"/>
                </a:lnTo>
                <a:lnTo>
                  <a:pt x="418" y="28"/>
                </a:lnTo>
                <a:lnTo>
                  <a:pt x="418" y="28"/>
                </a:lnTo>
                <a:lnTo>
                  <a:pt x="416" y="20"/>
                </a:lnTo>
                <a:lnTo>
                  <a:pt x="414" y="15"/>
                </a:lnTo>
                <a:lnTo>
                  <a:pt x="410" y="9"/>
                </a:lnTo>
                <a:lnTo>
                  <a:pt x="404" y="5"/>
                </a:lnTo>
                <a:lnTo>
                  <a:pt x="404" y="5"/>
                </a:lnTo>
                <a:lnTo>
                  <a:pt x="398" y="2"/>
                </a:lnTo>
                <a:lnTo>
                  <a:pt x="393" y="0"/>
                </a:lnTo>
                <a:lnTo>
                  <a:pt x="385" y="0"/>
                </a:lnTo>
                <a:lnTo>
                  <a:pt x="379" y="1"/>
                </a:lnTo>
                <a:lnTo>
                  <a:pt x="379" y="1"/>
                </a:lnTo>
                <a:lnTo>
                  <a:pt x="360" y="5"/>
                </a:lnTo>
                <a:lnTo>
                  <a:pt x="342" y="10"/>
                </a:lnTo>
                <a:lnTo>
                  <a:pt x="325" y="17"/>
                </a:lnTo>
                <a:lnTo>
                  <a:pt x="308" y="24"/>
                </a:lnTo>
                <a:lnTo>
                  <a:pt x="291" y="32"/>
                </a:lnTo>
                <a:lnTo>
                  <a:pt x="273" y="39"/>
                </a:lnTo>
                <a:lnTo>
                  <a:pt x="257" y="48"/>
                </a:lnTo>
                <a:lnTo>
                  <a:pt x="240" y="58"/>
                </a:lnTo>
                <a:lnTo>
                  <a:pt x="240" y="58"/>
                </a:lnTo>
                <a:lnTo>
                  <a:pt x="235" y="62"/>
                </a:lnTo>
                <a:lnTo>
                  <a:pt x="231" y="66"/>
                </a:lnTo>
                <a:lnTo>
                  <a:pt x="227" y="73"/>
                </a:lnTo>
                <a:lnTo>
                  <a:pt x="225" y="79"/>
                </a:lnTo>
                <a:lnTo>
                  <a:pt x="225" y="79"/>
                </a:lnTo>
                <a:lnTo>
                  <a:pt x="225" y="86"/>
                </a:lnTo>
                <a:lnTo>
                  <a:pt x="226" y="92"/>
                </a:lnTo>
                <a:lnTo>
                  <a:pt x="228" y="98"/>
                </a:lnTo>
                <a:lnTo>
                  <a:pt x="232" y="105"/>
                </a:lnTo>
                <a:lnTo>
                  <a:pt x="232" y="105"/>
                </a:lnTo>
                <a:lnTo>
                  <a:pt x="237" y="111"/>
                </a:lnTo>
                <a:lnTo>
                  <a:pt x="240" y="119"/>
                </a:lnTo>
                <a:lnTo>
                  <a:pt x="244" y="126"/>
                </a:lnTo>
                <a:lnTo>
                  <a:pt x="247" y="134"/>
                </a:lnTo>
                <a:lnTo>
                  <a:pt x="249" y="141"/>
                </a:lnTo>
                <a:lnTo>
                  <a:pt x="250" y="150"/>
                </a:lnTo>
                <a:lnTo>
                  <a:pt x="251" y="157"/>
                </a:lnTo>
                <a:lnTo>
                  <a:pt x="251" y="166"/>
                </a:lnTo>
                <a:lnTo>
                  <a:pt x="250" y="173"/>
                </a:lnTo>
                <a:lnTo>
                  <a:pt x="248" y="182"/>
                </a:lnTo>
                <a:lnTo>
                  <a:pt x="246" y="190"/>
                </a:lnTo>
                <a:lnTo>
                  <a:pt x="243" y="197"/>
                </a:lnTo>
                <a:lnTo>
                  <a:pt x="239" y="205"/>
                </a:lnTo>
                <a:lnTo>
                  <a:pt x="235" y="211"/>
                </a:lnTo>
                <a:lnTo>
                  <a:pt x="231" y="217"/>
                </a:lnTo>
                <a:lnTo>
                  <a:pt x="224" y="224"/>
                </a:lnTo>
                <a:lnTo>
                  <a:pt x="224" y="224"/>
                </a:lnTo>
                <a:lnTo>
                  <a:pt x="219" y="229"/>
                </a:lnTo>
                <a:lnTo>
                  <a:pt x="211" y="235"/>
                </a:lnTo>
                <a:lnTo>
                  <a:pt x="205" y="239"/>
                </a:lnTo>
                <a:lnTo>
                  <a:pt x="197" y="242"/>
                </a:lnTo>
                <a:lnTo>
                  <a:pt x="190" y="245"/>
                </a:lnTo>
                <a:lnTo>
                  <a:pt x="182" y="248"/>
                </a:lnTo>
                <a:lnTo>
                  <a:pt x="174" y="249"/>
                </a:lnTo>
                <a:lnTo>
                  <a:pt x="166" y="250"/>
                </a:lnTo>
                <a:lnTo>
                  <a:pt x="158" y="250"/>
                </a:lnTo>
                <a:lnTo>
                  <a:pt x="150" y="250"/>
                </a:lnTo>
                <a:lnTo>
                  <a:pt x="141" y="249"/>
                </a:lnTo>
                <a:lnTo>
                  <a:pt x="134" y="246"/>
                </a:lnTo>
                <a:lnTo>
                  <a:pt x="125" y="243"/>
                </a:lnTo>
                <a:lnTo>
                  <a:pt x="118" y="240"/>
                </a:lnTo>
                <a:lnTo>
                  <a:pt x="111" y="237"/>
                </a:lnTo>
                <a:lnTo>
                  <a:pt x="104" y="231"/>
                </a:lnTo>
                <a:lnTo>
                  <a:pt x="104" y="231"/>
                </a:lnTo>
                <a:lnTo>
                  <a:pt x="99" y="228"/>
                </a:lnTo>
                <a:lnTo>
                  <a:pt x="92" y="226"/>
                </a:lnTo>
                <a:lnTo>
                  <a:pt x="86" y="225"/>
                </a:lnTo>
                <a:lnTo>
                  <a:pt x="79" y="225"/>
                </a:lnTo>
                <a:lnTo>
                  <a:pt x="79" y="225"/>
                </a:lnTo>
                <a:lnTo>
                  <a:pt x="73" y="227"/>
                </a:lnTo>
                <a:lnTo>
                  <a:pt x="66" y="230"/>
                </a:lnTo>
                <a:lnTo>
                  <a:pt x="62" y="235"/>
                </a:lnTo>
                <a:lnTo>
                  <a:pt x="58" y="240"/>
                </a:lnTo>
                <a:lnTo>
                  <a:pt x="58" y="240"/>
                </a:lnTo>
                <a:lnTo>
                  <a:pt x="48" y="257"/>
                </a:lnTo>
                <a:lnTo>
                  <a:pt x="40" y="273"/>
                </a:lnTo>
                <a:lnTo>
                  <a:pt x="32" y="290"/>
                </a:lnTo>
                <a:lnTo>
                  <a:pt x="25" y="308"/>
                </a:lnTo>
                <a:lnTo>
                  <a:pt x="17" y="325"/>
                </a:lnTo>
                <a:lnTo>
                  <a:pt x="11" y="343"/>
                </a:lnTo>
                <a:lnTo>
                  <a:pt x="5" y="360"/>
                </a:lnTo>
                <a:lnTo>
                  <a:pt x="1" y="378"/>
                </a:lnTo>
                <a:lnTo>
                  <a:pt x="1" y="378"/>
                </a:lnTo>
                <a:lnTo>
                  <a:pt x="0" y="385"/>
                </a:lnTo>
                <a:lnTo>
                  <a:pt x="0" y="392"/>
                </a:lnTo>
                <a:lnTo>
                  <a:pt x="2" y="399"/>
                </a:lnTo>
                <a:lnTo>
                  <a:pt x="5" y="404"/>
                </a:lnTo>
                <a:lnTo>
                  <a:pt x="5" y="404"/>
                </a:lnTo>
                <a:lnTo>
                  <a:pt x="10" y="410"/>
                </a:lnTo>
                <a:lnTo>
                  <a:pt x="15" y="414"/>
                </a:lnTo>
                <a:lnTo>
                  <a:pt x="20" y="416"/>
                </a:lnTo>
                <a:lnTo>
                  <a:pt x="28" y="418"/>
                </a:lnTo>
                <a:lnTo>
                  <a:pt x="28" y="418"/>
                </a:lnTo>
                <a:lnTo>
                  <a:pt x="35" y="419"/>
                </a:lnTo>
                <a:lnTo>
                  <a:pt x="44" y="421"/>
                </a:lnTo>
                <a:lnTo>
                  <a:pt x="51" y="425"/>
                </a:lnTo>
                <a:lnTo>
                  <a:pt x="59" y="428"/>
                </a:lnTo>
                <a:lnTo>
                  <a:pt x="66" y="432"/>
                </a:lnTo>
                <a:lnTo>
                  <a:pt x="73" y="437"/>
                </a:lnTo>
                <a:lnTo>
                  <a:pt x="78" y="442"/>
                </a:lnTo>
                <a:lnTo>
                  <a:pt x="85" y="448"/>
                </a:lnTo>
                <a:lnTo>
                  <a:pt x="89" y="455"/>
                </a:lnTo>
                <a:lnTo>
                  <a:pt x="93" y="461"/>
                </a:lnTo>
                <a:lnTo>
                  <a:pt x="97" y="469"/>
                </a:lnTo>
                <a:lnTo>
                  <a:pt x="101" y="475"/>
                </a:lnTo>
                <a:lnTo>
                  <a:pt x="104" y="484"/>
                </a:lnTo>
                <a:lnTo>
                  <a:pt x="105" y="491"/>
                </a:lnTo>
                <a:lnTo>
                  <a:pt x="106" y="500"/>
                </a:lnTo>
                <a:lnTo>
                  <a:pt x="107" y="508"/>
                </a:lnTo>
                <a:lnTo>
                  <a:pt x="107" y="508"/>
                </a:lnTo>
                <a:lnTo>
                  <a:pt x="106" y="517"/>
                </a:lnTo>
                <a:lnTo>
                  <a:pt x="105" y="524"/>
                </a:lnTo>
                <a:lnTo>
                  <a:pt x="104" y="533"/>
                </a:lnTo>
                <a:lnTo>
                  <a:pt x="101" y="540"/>
                </a:lnTo>
                <a:lnTo>
                  <a:pt x="97" y="548"/>
                </a:lnTo>
                <a:lnTo>
                  <a:pt x="93" y="554"/>
                </a:lnTo>
                <a:lnTo>
                  <a:pt x="89" y="562"/>
                </a:lnTo>
                <a:lnTo>
                  <a:pt x="85" y="567"/>
                </a:lnTo>
                <a:lnTo>
                  <a:pt x="78" y="574"/>
                </a:lnTo>
                <a:lnTo>
                  <a:pt x="73" y="579"/>
                </a:lnTo>
                <a:lnTo>
                  <a:pt x="66" y="583"/>
                </a:lnTo>
                <a:lnTo>
                  <a:pt x="59" y="588"/>
                </a:lnTo>
                <a:lnTo>
                  <a:pt x="51" y="591"/>
                </a:lnTo>
                <a:lnTo>
                  <a:pt x="44" y="594"/>
                </a:lnTo>
                <a:lnTo>
                  <a:pt x="35" y="596"/>
                </a:lnTo>
                <a:lnTo>
                  <a:pt x="28" y="598"/>
                </a:lnTo>
                <a:lnTo>
                  <a:pt x="28" y="598"/>
                </a:lnTo>
                <a:lnTo>
                  <a:pt x="20" y="599"/>
                </a:lnTo>
                <a:lnTo>
                  <a:pt x="15" y="603"/>
                </a:lnTo>
                <a:lnTo>
                  <a:pt x="10" y="606"/>
                </a:lnTo>
                <a:lnTo>
                  <a:pt x="5" y="611"/>
                </a:lnTo>
                <a:lnTo>
                  <a:pt x="5" y="611"/>
                </a:lnTo>
                <a:lnTo>
                  <a:pt x="2" y="618"/>
                </a:lnTo>
                <a:lnTo>
                  <a:pt x="0" y="624"/>
                </a:lnTo>
                <a:lnTo>
                  <a:pt x="0" y="631"/>
                </a:lnTo>
                <a:lnTo>
                  <a:pt x="1" y="637"/>
                </a:lnTo>
                <a:lnTo>
                  <a:pt x="1" y="637"/>
                </a:lnTo>
                <a:lnTo>
                  <a:pt x="5" y="655"/>
                </a:lnTo>
                <a:lnTo>
                  <a:pt x="11" y="673"/>
                </a:lnTo>
                <a:lnTo>
                  <a:pt x="17" y="691"/>
                </a:lnTo>
                <a:lnTo>
                  <a:pt x="25" y="708"/>
                </a:lnTo>
                <a:lnTo>
                  <a:pt x="32" y="725"/>
                </a:lnTo>
                <a:lnTo>
                  <a:pt x="40" y="742"/>
                </a:lnTo>
                <a:lnTo>
                  <a:pt x="48" y="759"/>
                </a:lnTo>
                <a:lnTo>
                  <a:pt x="58" y="775"/>
                </a:lnTo>
                <a:lnTo>
                  <a:pt x="58" y="775"/>
                </a:lnTo>
                <a:lnTo>
                  <a:pt x="62" y="781"/>
                </a:lnTo>
                <a:lnTo>
                  <a:pt x="66" y="785"/>
                </a:lnTo>
                <a:lnTo>
                  <a:pt x="73" y="788"/>
                </a:lnTo>
                <a:lnTo>
                  <a:pt x="79" y="790"/>
                </a:lnTo>
                <a:lnTo>
                  <a:pt x="79" y="790"/>
                </a:lnTo>
                <a:lnTo>
                  <a:pt x="86" y="790"/>
                </a:lnTo>
                <a:lnTo>
                  <a:pt x="92" y="790"/>
                </a:lnTo>
                <a:lnTo>
                  <a:pt x="99" y="788"/>
                </a:lnTo>
                <a:lnTo>
                  <a:pt x="104" y="784"/>
                </a:lnTo>
                <a:lnTo>
                  <a:pt x="104" y="784"/>
                </a:lnTo>
                <a:lnTo>
                  <a:pt x="111" y="780"/>
                </a:lnTo>
                <a:lnTo>
                  <a:pt x="118" y="775"/>
                </a:lnTo>
                <a:lnTo>
                  <a:pt x="125" y="772"/>
                </a:lnTo>
                <a:lnTo>
                  <a:pt x="134" y="770"/>
                </a:lnTo>
                <a:lnTo>
                  <a:pt x="141" y="768"/>
                </a:lnTo>
                <a:lnTo>
                  <a:pt x="150" y="767"/>
                </a:lnTo>
                <a:lnTo>
                  <a:pt x="158" y="766"/>
                </a:lnTo>
                <a:lnTo>
                  <a:pt x="166" y="766"/>
                </a:lnTo>
                <a:lnTo>
                  <a:pt x="174" y="767"/>
                </a:lnTo>
                <a:lnTo>
                  <a:pt x="182" y="768"/>
                </a:lnTo>
                <a:lnTo>
                  <a:pt x="190" y="770"/>
                </a:lnTo>
                <a:lnTo>
                  <a:pt x="197" y="773"/>
                </a:lnTo>
                <a:lnTo>
                  <a:pt x="205" y="776"/>
                </a:lnTo>
                <a:lnTo>
                  <a:pt x="211" y="781"/>
                </a:lnTo>
                <a:lnTo>
                  <a:pt x="219" y="786"/>
                </a:lnTo>
                <a:lnTo>
                  <a:pt x="224" y="791"/>
                </a:lnTo>
                <a:lnTo>
                  <a:pt x="224" y="791"/>
                </a:lnTo>
                <a:lnTo>
                  <a:pt x="231" y="798"/>
                </a:lnTo>
                <a:lnTo>
                  <a:pt x="235" y="804"/>
                </a:lnTo>
                <a:lnTo>
                  <a:pt x="239" y="812"/>
                </a:lnTo>
                <a:lnTo>
                  <a:pt x="243" y="818"/>
                </a:lnTo>
                <a:lnTo>
                  <a:pt x="246" y="826"/>
                </a:lnTo>
                <a:lnTo>
                  <a:pt x="248" y="834"/>
                </a:lnTo>
                <a:lnTo>
                  <a:pt x="250" y="842"/>
                </a:lnTo>
                <a:lnTo>
                  <a:pt x="251" y="849"/>
                </a:lnTo>
                <a:lnTo>
                  <a:pt x="251" y="858"/>
                </a:lnTo>
                <a:lnTo>
                  <a:pt x="250" y="866"/>
                </a:lnTo>
                <a:lnTo>
                  <a:pt x="249" y="874"/>
                </a:lnTo>
                <a:lnTo>
                  <a:pt x="247" y="882"/>
                </a:lnTo>
                <a:lnTo>
                  <a:pt x="244" y="890"/>
                </a:lnTo>
                <a:lnTo>
                  <a:pt x="240" y="898"/>
                </a:lnTo>
                <a:lnTo>
                  <a:pt x="237" y="904"/>
                </a:lnTo>
                <a:lnTo>
                  <a:pt x="232" y="912"/>
                </a:lnTo>
                <a:lnTo>
                  <a:pt x="232" y="912"/>
                </a:lnTo>
                <a:lnTo>
                  <a:pt x="228" y="917"/>
                </a:lnTo>
                <a:lnTo>
                  <a:pt x="226" y="923"/>
                </a:lnTo>
                <a:lnTo>
                  <a:pt x="225" y="930"/>
                </a:lnTo>
                <a:lnTo>
                  <a:pt x="225" y="936"/>
                </a:lnTo>
                <a:lnTo>
                  <a:pt x="225" y="936"/>
                </a:lnTo>
                <a:lnTo>
                  <a:pt x="227" y="943"/>
                </a:lnTo>
                <a:lnTo>
                  <a:pt x="231" y="949"/>
                </a:lnTo>
                <a:lnTo>
                  <a:pt x="235" y="955"/>
                </a:lnTo>
                <a:lnTo>
                  <a:pt x="240" y="958"/>
                </a:lnTo>
                <a:lnTo>
                  <a:pt x="240" y="958"/>
                </a:lnTo>
                <a:lnTo>
                  <a:pt x="257" y="967"/>
                </a:lnTo>
                <a:lnTo>
                  <a:pt x="273" y="976"/>
                </a:lnTo>
                <a:lnTo>
                  <a:pt x="291" y="985"/>
                </a:lnTo>
                <a:lnTo>
                  <a:pt x="308" y="992"/>
                </a:lnTo>
                <a:lnTo>
                  <a:pt x="325" y="999"/>
                </a:lnTo>
                <a:lnTo>
                  <a:pt x="342" y="1005"/>
                </a:lnTo>
                <a:lnTo>
                  <a:pt x="360" y="1010"/>
                </a:lnTo>
                <a:lnTo>
                  <a:pt x="379" y="1016"/>
                </a:lnTo>
                <a:lnTo>
                  <a:pt x="379" y="1016"/>
                </a:lnTo>
                <a:lnTo>
                  <a:pt x="386" y="1017"/>
                </a:lnTo>
                <a:lnTo>
                  <a:pt x="386" y="1017"/>
                </a:lnTo>
                <a:lnTo>
                  <a:pt x="391" y="1016"/>
                </a:lnTo>
                <a:lnTo>
                  <a:pt x="396" y="1015"/>
                </a:lnTo>
                <a:lnTo>
                  <a:pt x="400" y="1014"/>
                </a:lnTo>
                <a:lnTo>
                  <a:pt x="404" y="1010"/>
                </a:lnTo>
                <a:lnTo>
                  <a:pt x="404" y="1010"/>
                </a:lnTo>
                <a:lnTo>
                  <a:pt x="410" y="1006"/>
                </a:lnTo>
                <a:lnTo>
                  <a:pt x="414" y="1001"/>
                </a:lnTo>
                <a:lnTo>
                  <a:pt x="416" y="995"/>
                </a:lnTo>
                <a:lnTo>
                  <a:pt x="418" y="989"/>
                </a:lnTo>
                <a:lnTo>
                  <a:pt x="418" y="989"/>
                </a:lnTo>
                <a:lnTo>
                  <a:pt x="419" y="980"/>
                </a:lnTo>
                <a:lnTo>
                  <a:pt x="422" y="972"/>
                </a:lnTo>
                <a:lnTo>
                  <a:pt x="425" y="964"/>
                </a:lnTo>
                <a:lnTo>
                  <a:pt x="428" y="957"/>
                </a:lnTo>
                <a:lnTo>
                  <a:pt x="432" y="950"/>
                </a:lnTo>
                <a:lnTo>
                  <a:pt x="438" y="944"/>
                </a:lnTo>
                <a:lnTo>
                  <a:pt x="442" y="937"/>
                </a:lnTo>
                <a:lnTo>
                  <a:pt x="448" y="932"/>
                </a:lnTo>
                <a:lnTo>
                  <a:pt x="455" y="927"/>
                </a:lnTo>
                <a:lnTo>
                  <a:pt x="461" y="922"/>
                </a:lnTo>
                <a:lnTo>
                  <a:pt x="468" y="918"/>
                </a:lnTo>
                <a:lnTo>
                  <a:pt x="475" y="915"/>
                </a:lnTo>
                <a:lnTo>
                  <a:pt x="484" y="913"/>
                </a:lnTo>
                <a:lnTo>
                  <a:pt x="491" y="911"/>
                </a:lnTo>
                <a:lnTo>
                  <a:pt x="500" y="910"/>
                </a:lnTo>
                <a:lnTo>
                  <a:pt x="508" y="910"/>
                </a:lnTo>
                <a:lnTo>
                  <a:pt x="508" y="910"/>
                </a:lnTo>
                <a:lnTo>
                  <a:pt x="516" y="910"/>
                </a:lnTo>
                <a:lnTo>
                  <a:pt x="525" y="911"/>
                </a:lnTo>
                <a:lnTo>
                  <a:pt x="533" y="913"/>
                </a:lnTo>
                <a:lnTo>
                  <a:pt x="541" y="915"/>
                </a:lnTo>
                <a:lnTo>
                  <a:pt x="548" y="918"/>
                </a:lnTo>
                <a:lnTo>
                  <a:pt x="555" y="922"/>
                </a:lnTo>
                <a:lnTo>
                  <a:pt x="562" y="927"/>
                </a:lnTo>
                <a:lnTo>
                  <a:pt x="567" y="932"/>
                </a:lnTo>
                <a:lnTo>
                  <a:pt x="574" y="937"/>
                </a:lnTo>
                <a:lnTo>
                  <a:pt x="579" y="944"/>
                </a:lnTo>
                <a:lnTo>
                  <a:pt x="584" y="950"/>
                </a:lnTo>
                <a:lnTo>
                  <a:pt x="588" y="957"/>
                </a:lnTo>
                <a:lnTo>
                  <a:pt x="591" y="964"/>
                </a:lnTo>
                <a:lnTo>
                  <a:pt x="594" y="972"/>
                </a:lnTo>
                <a:lnTo>
                  <a:pt x="596" y="980"/>
                </a:lnTo>
                <a:lnTo>
                  <a:pt x="597" y="989"/>
                </a:lnTo>
                <a:lnTo>
                  <a:pt x="597" y="989"/>
                </a:lnTo>
                <a:lnTo>
                  <a:pt x="600" y="995"/>
                </a:lnTo>
                <a:lnTo>
                  <a:pt x="603" y="1001"/>
                </a:lnTo>
                <a:lnTo>
                  <a:pt x="606" y="1006"/>
                </a:lnTo>
                <a:lnTo>
                  <a:pt x="611" y="1010"/>
                </a:lnTo>
                <a:lnTo>
                  <a:pt x="611" y="1010"/>
                </a:lnTo>
                <a:lnTo>
                  <a:pt x="618" y="1014"/>
                </a:lnTo>
                <a:lnTo>
                  <a:pt x="624" y="1016"/>
                </a:lnTo>
                <a:lnTo>
                  <a:pt x="631" y="1017"/>
                </a:lnTo>
                <a:lnTo>
                  <a:pt x="637" y="1016"/>
                </a:lnTo>
                <a:lnTo>
                  <a:pt x="637" y="1016"/>
                </a:lnTo>
                <a:lnTo>
                  <a:pt x="655" y="1010"/>
                </a:lnTo>
                <a:lnTo>
                  <a:pt x="674" y="1005"/>
                </a:lnTo>
                <a:lnTo>
                  <a:pt x="691" y="999"/>
                </a:lnTo>
                <a:lnTo>
                  <a:pt x="708" y="992"/>
                </a:lnTo>
                <a:lnTo>
                  <a:pt x="725" y="985"/>
                </a:lnTo>
                <a:lnTo>
                  <a:pt x="742" y="976"/>
                </a:lnTo>
                <a:lnTo>
                  <a:pt x="760" y="967"/>
                </a:lnTo>
                <a:lnTo>
                  <a:pt x="776" y="958"/>
                </a:lnTo>
                <a:lnTo>
                  <a:pt x="776" y="958"/>
                </a:lnTo>
                <a:lnTo>
                  <a:pt x="781" y="955"/>
                </a:lnTo>
                <a:lnTo>
                  <a:pt x="785" y="949"/>
                </a:lnTo>
                <a:lnTo>
                  <a:pt x="788" y="944"/>
                </a:lnTo>
                <a:lnTo>
                  <a:pt x="791" y="936"/>
                </a:lnTo>
                <a:lnTo>
                  <a:pt x="791" y="936"/>
                </a:lnTo>
                <a:lnTo>
                  <a:pt x="791" y="930"/>
                </a:lnTo>
                <a:lnTo>
                  <a:pt x="791" y="923"/>
                </a:lnTo>
                <a:lnTo>
                  <a:pt x="787" y="917"/>
                </a:lnTo>
                <a:lnTo>
                  <a:pt x="784" y="912"/>
                </a:lnTo>
                <a:lnTo>
                  <a:pt x="784" y="912"/>
                </a:lnTo>
                <a:lnTo>
                  <a:pt x="780" y="904"/>
                </a:lnTo>
                <a:lnTo>
                  <a:pt x="776" y="898"/>
                </a:lnTo>
                <a:lnTo>
                  <a:pt x="772" y="890"/>
                </a:lnTo>
                <a:lnTo>
                  <a:pt x="769" y="882"/>
                </a:lnTo>
                <a:lnTo>
                  <a:pt x="767" y="874"/>
                </a:lnTo>
                <a:lnTo>
                  <a:pt x="766" y="866"/>
                </a:lnTo>
                <a:lnTo>
                  <a:pt x="765" y="858"/>
                </a:lnTo>
                <a:lnTo>
                  <a:pt x="766" y="849"/>
                </a:lnTo>
                <a:lnTo>
                  <a:pt x="766" y="842"/>
                </a:lnTo>
                <a:lnTo>
                  <a:pt x="768" y="834"/>
                </a:lnTo>
                <a:lnTo>
                  <a:pt x="770" y="826"/>
                </a:lnTo>
                <a:lnTo>
                  <a:pt x="773" y="818"/>
                </a:lnTo>
                <a:lnTo>
                  <a:pt x="777" y="812"/>
                </a:lnTo>
                <a:lnTo>
                  <a:pt x="781" y="804"/>
                </a:lnTo>
                <a:lnTo>
                  <a:pt x="786" y="798"/>
                </a:lnTo>
                <a:lnTo>
                  <a:pt x="792" y="791"/>
                </a:lnTo>
                <a:lnTo>
                  <a:pt x="792" y="791"/>
                </a:lnTo>
                <a:lnTo>
                  <a:pt x="798" y="786"/>
                </a:lnTo>
                <a:lnTo>
                  <a:pt x="805" y="781"/>
                </a:lnTo>
                <a:lnTo>
                  <a:pt x="811" y="776"/>
                </a:lnTo>
                <a:lnTo>
                  <a:pt x="819" y="773"/>
                </a:lnTo>
                <a:lnTo>
                  <a:pt x="826" y="770"/>
                </a:lnTo>
                <a:lnTo>
                  <a:pt x="835" y="768"/>
                </a:lnTo>
                <a:lnTo>
                  <a:pt x="842" y="767"/>
                </a:lnTo>
                <a:lnTo>
                  <a:pt x="851" y="766"/>
                </a:lnTo>
                <a:lnTo>
                  <a:pt x="858" y="766"/>
                </a:lnTo>
                <a:lnTo>
                  <a:pt x="867" y="767"/>
                </a:lnTo>
                <a:lnTo>
                  <a:pt x="874" y="768"/>
                </a:lnTo>
                <a:lnTo>
                  <a:pt x="883" y="770"/>
                </a:lnTo>
                <a:lnTo>
                  <a:pt x="890" y="772"/>
                </a:lnTo>
                <a:lnTo>
                  <a:pt x="898" y="775"/>
                </a:lnTo>
                <a:lnTo>
                  <a:pt x="904" y="780"/>
                </a:lnTo>
                <a:lnTo>
                  <a:pt x="912" y="784"/>
                </a:lnTo>
                <a:lnTo>
                  <a:pt x="912" y="784"/>
                </a:lnTo>
                <a:lnTo>
                  <a:pt x="917" y="788"/>
                </a:lnTo>
                <a:lnTo>
                  <a:pt x="924" y="790"/>
                </a:lnTo>
                <a:lnTo>
                  <a:pt x="930" y="790"/>
                </a:lnTo>
                <a:lnTo>
                  <a:pt x="937" y="790"/>
                </a:lnTo>
                <a:lnTo>
                  <a:pt x="937" y="790"/>
                </a:lnTo>
                <a:lnTo>
                  <a:pt x="943" y="788"/>
                </a:lnTo>
                <a:lnTo>
                  <a:pt x="949" y="785"/>
                </a:lnTo>
                <a:lnTo>
                  <a:pt x="955" y="781"/>
                </a:lnTo>
                <a:lnTo>
                  <a:pt x="958" y="775"/>
                </a:lnTo>
                <a:lnTo>
                  <a:pt x="958" y="775"/>
                </a:lnTo>
                <a:lnTo>
                  <a:pt x="968" y="759"/>
                </a:lnTo>
                <a:lnTo>
                  <a:pt x="976" y="742"/>
                </a:lnTo>
                <a:lnTo>
                  <a:pt x="985" y="725"/>
                </a:lnTo>
                <a:lnTo>
                  <a:pt x="992" y="708"/>
                </a:lnTo>
                <a:lnTo>
                  <a:pt x="999" y="691"/>
                </a:lnTo>
                <a:lnTo>
                  <a:pt x="1005" y="673"/>
                </a:lnTo>
                <a:lnTo>
                  <a:pt x="1011" y="655"/>
                </a:lnTo>
                <a:lnTo>
                  <a:pt x="1016" y="637"/>
                </a:lnTo>
                <a:lnTo>
                  <a:pt x="1016" y="637"/>
                </a:lnTo>
                <a:lnTo>
                  <a:pt x="1017" y="631"/>
                </a:lnTo>
                <a:lnTo>
                  <a:pt x="1016" y="624"/>
                </a:lnTo>
                <a:lnTo>
                  <a:pt x="1014" y="618"/>
                </a:lnTo>
                <a:lnTo>
                  <a:pt x="1011" y="611"/>
                </a:lnTo>
                <a:lnTo>
                  <a:pt x="1011" y="611"/>
                </a:lnTo>
                <a:lnTo>
                  <a:pt x="1006" y="606"/>
                </a:lnTo>
                <a:lnTo>
                  <a:pt x="1001" y="603"/>
                </a:lnTo>
                <a:lnTo>
                  <a:pt x="996" y="599"/>
                </a:lnTo>
                <a:lnTo>
                  <a:pt x="989" y="598"/>
                </a:lnTo>
                <a:lnTo>
                  <a:pt x="989" y="598"/>
                </a:lnTo>
                <a:close/>
                <a:moveTo>
                  <a:pt x="919" y="715"/>
                </a:moveTo>
                <a:lnTo>
                  <a:pt x="919" y="715"/>
                </a:lnTo>
                <a:lnTo>
                  <a:pt x="908" y="711"/>
                </a:lnTo>
                <a:lnTo>
                  <a:pt x="897" y="707"/>
                </a:lnTo>
                <a:lnTo>
                  <a:pt x="885" y="705"/>
                </a:lnTo>
                <a:lnTo>
                  <a:pt x="874" y="702"/>
                </a:lnTo>
                <a:lnTo>
                  <a:pt x="863" y="702"/>
                </a:lnTo>
                <a:lnTo>
                  <a:pt x="851" y="702"/>
                </a:lnTo>
                <a:lnTo>
                  <a:pt x="840" y="702"/>
                </a:lnTo>
                <a:lnTo>
                  <a:pt x="828" y="705"/>
                </a:lnTo>
                <a:lnTo>
                  <a:pt x="816" y="707"/>
                </a:lnTo>
                <a:lnTo>
                  <a:pt x="806" y="710"/>
                </a:lnTo>
                <a:lnTo>
                  <a:pt x="795" y="714"/>
                </a:lnTo>
                <a:lnTo>
                  <a:pt x="784" y="720"/>
                </a:lnTo>
                <a:lnTo>
                  <a:pt x="775" y="725"/>
                </a:lnTo>
                <a:lnTo>
                  <a:pt x="765" y="731"/>
                </a:lnTo>
                <a:lnTo>
                  <a:pt x="755" y="739"/>
                </a:lnTo>
                <a:lnTo>
                  <a:pt x="747" y="746"/>
                </a:lnTo>
                <a:lnTo>
                  <a:pt x="747" y="746"/>
                </a:lnTo>
                <a:lnTo>
                  <a:pt x="738" y="755"/>
                </a:lnTo>
                <a:lnTo>
                  <a:pt x="732" y="765"/>
                </a:lnTo>
                <a:lnTo>
                  <a:pt x="724" y="774"/>
                </a:lnTo>
                <a:lnTo>
                  <a:pt x="719" y="785"/>
                </a:lnTo>
                <a:lnTo>
                  <a:pt x="714" y="796"/>
                </a:lnTo>
                <a:lnTo>
                  <a:pt x="710" y="807"/>
                </a:lnTo>
                <a:lnTo>
                  <a:pt x="707" y="817"/>
                </a:lnTo>
                <a:lnTo>
                  <a:pt x="704" y="828"/>
                </a:lnTo>
                <a:lnTo>
                  <a:pt x="703" y="840"/>
                </a:lnTo>
                <a:lnTo>
                  <a:pt x="702" y="852"/>
                </a:lnTo>
                <a:lnTo>
                  <a:pt x="702" y="862"/>
                </a:lnTo>
                <a:lnTo>
                  <a:pt x="703" y="874"/>
                </a:lnTo>
                <a:lnTo>
                  <a:pt x="705" y="886"/>
                </a:lnTo>
                <a:lnTo>
                  <a:pt x="707" y="897"/>
                </a:lnTo>
                <a:lnTo>
                  <a:pt x="711" y="907"/>
                </a:lnTo>
                <a:lnTo>
                  <a:pt x="716" y="919"/>
                </a:lnTo>
                <a:lnTo>
                  <a:pt x="716" y="919"/>
                </a:lnTo>
                <a:lnTo>
                  <a:pt x="684" y="933"/>
                </a:lnTo>
                <a:lnTo>
                  <a:pt x="652" y="945"/>
                </a:lnTo>
                <a:lnTo>
                  <a:pt x="652" y="945"/>
                </a:lnTo>
                <a:lnTo>
                  <a:pt x="648" y="934"/>
                </a:lnTo>
                <a:lnTo>
                  <a:pt x="643" y="923"/>
                </a:lnTo>
                <a:lnTo>
                  <a:pt x="636" y="914"/>
                </a:lnTo>
                <a:lnTo>
                  <a:pt x="630" y="904"/>
                </a:lnTo>
                <a:lnTo>
                  <a:pt x="622" y="896"/>
                </a:lnTo>
                <a:lnTo>
                  <a:pt x="614" y="888"/>
                </a:lnTo>
                <a:lnTo>
                  <a:pt x="605" y="881"/>
                </a:lnTo>
                <a:lnTo>
                  <a:pt x="596" y="873"/>
                </a:lnTo>
                <a:lnTo>
                  <a:pt x="587" y="867"/>
                </a:lnTo>
                <a:lnTo>
                  <a:pt x="576" y="861"/>
                </a:lnTo>
                <a:lnTo>
                  <a:pt x="565" y="857"/>
                </a:lnTo>
                <a:lnTo>
                  <a:pt x="555" y="853"/>
                </a:lnTo>
                <a:lnTo>
                  <a:pt x="544" y="849"/>
                </a:lnTo>
                <a:lnTo>
                  <a:pt x="532" y="847"/>
                </a:lnTo>
                <a:lnTo>
                  <a:pt x="520" y="846"/>
                </a:lnTo>
                <a:lnTo>
                  <a:pt x="508" y="845"/>
                </a:lnTo>
                <a:lnTo>
                  <a:pt x="508" y="845"/>
                </a:lnTo>
                <a:lnTo>
                  <a:pt x="496" y="846"/>
                </a:lnTo>
                <a:lnTo>
                  <a:pt x="484" y="847"/>
                </a:lnTo>
                <a:lnTo>
                  <a:pt x="473" y="849"/>
                </a:lnTo>
                <a:lnTo>
                  <a:pt x="461" y="853"/>
                </a:lnTo>
                <a:lnTo>
                  <a:pt x="450" y="857"/>
                </a:lnTo>
                <a:lnTo>
                  <a:pt x="440" y="861"/>
                </a:lnTo>
                <a:lnTo>
                  <a:pt x="430" y="867"/>
                </a:lnTo>
                <a:lnTo>
                  <a:pt x="420" y="873"/>
                </a:lnTo>
                <a:lnTo>
                  <a:pt x="411" y="881"/>
                </a:lnTo>
                <a:lnTo>
                  <a:pt x="402" y="888"/>
                </a:lnTo>
                <a:lnTo>
                  <a:pt x="395" y="896"/>
                </a:lnTo>
                <a:lnTo>
                  <a:pt x="387" y="904"/>
                </a:lnTo>
                <a:lnTo>
                  <a:pt x="380" y="914"/>
                </a:lnTo>
                <a:lnTo>
                  <a:pt x="374" y="923"/>
                </a:lnTo>
                <a:lnTo>
                  <a:pt x="369" y="934"/>
                </a:lnTo>
                <a:lnTo>
                  <a:pt x="364" y="945"/>
                </a:lnTo>
                <a:lnTo>
                  <a:pt x="364" y="945"/>
                </a:lnTo>
                <a:lnTo>
                  <a:pt x="331" y="933"/>
                </a:lnTo>
                <a:lnTo>
                  <a:pt x="301" y="919"/>
                </a:lnTo>
                <a:lnTo>
                  <a:pt x="301" y="919"/>
                </a:lnTo>
                <a:lnTo>
                  <a:pt x="306" y="907"/>
                </a:lnTo>
                <a:lnTo>
                  <a:pt x="309" y="897"/>
                </a:lnTo>
                <a:lnTo>
                  <a:pt x="311" y="886"/>
                </a:lnTo>
                <a:lnTo>
                  <a:pt x="313" y="874"/>
                </a:lnTo>
                <a:lnTo>
                  <a:pt x="314" y="862"/>
                </a:lnTo>
                <a:lnTo>
                  <a:pt x="314" y="852"/>
                </a:lnTo>
                <a:lnTo>
                  <a:pt x="313" y="840"/>
                </a:lnTo>
                <a:lnTo>
                  <a:pt x="312" y="828"/>
                </a:lnTo>
                <a:lnTo>
                  <a:pt x="310" y="817"/>
                </a:lnTo>
                <a:lnTo>
                  <a:pt x="307" y="807"/>
                </a:lnTo>
                <a:lnTo>
                  <a:pt x="302" y="796"/>
                </a:lnTo>
                <a:lnTo>
                  <a:pt x="297" y="785"/>
                </a:lnTo>
                <a:lnTo>
                  <a:pt x="292" y="774"/>
                </a:lnTo>
                <a:lnTo>
                  <a:pt x="285" y="765"/>
                </a:lnTo>
                <a:lnTo>
                  <a:pt x="278" y="755"/>
                </a:lnTo>
                <a:lnTo>
                  <a:pt x="269" y="746"/>
                </a:lnTo>
                <a:lnTo>
                  <a:pt x="269" y="746"/>
                </a:lnTo>
                <a:lnTo>
                  <a:pt x="258" y="737"/>
                </a:lnTo>
                <a:lnTo>
                  <a:pt x="246" y="727"/>
                </a:lnTo>
                <a:lnTo>
                  <a:pt x="233" y="720"/>
                </a:lnTo>
                <a:lnTo>
                  <a:pt x="220" y="713"/>
                </a:lnTo>
                <a:lnTo>
                  <a:pt x="206" y="708"/>
                </a:lnTo>
                <a:lnTo>
                  <a:pt x="191" y="705"/>
                </a:lnTo>
                <a:lnTo>
                  <a:pt x="176" y="702"/>
                </a:lnTo>
                <a:lnTo>
                  <a:pt x="161" y="701"/>
                </a:lnTo>
                <a:lnTo>
                  <a:pt x="161" y="701"/>
                </a:lnTo>
                <a:lnTo>
                  <a:pt x="145" y="702"/>
                </a:lnTo>
                <a:lnTo>
                  <a:pt x="128" y="705"/>
                </a:lnTo>
                <a:lnTo>
                  <a:pt x="113" y="709"/>
                </a:lnTo>
                <a:lnTo>
                  <a:pt x="97" y="715"/>
                </a:lnTo>
                <a:lnTo>
                  <a:pt x="97" y="715"/>
                </a:lnTo>
                <a:lnTo>
                  <a:pt x="90" y="699"/>
                </a:lnTo>
                <a:lnTo>
                  <a:pt x="82" y="684"/>
                </a:lnTo>
                <a:lnTo>
                  <a:pt x="71" y="652"/>
                </a:lnTo>
                <a:lnTo>
                  <a:pt x="71" y="652"/>
                </a:lnTo>
                <a:lnTo>
                  <a:pt x="81" y="648"/>
                </a:lnTo>
                <a:lnTo>
                  <a:pt x="92" y="642"/>
                </a:lnTo>
                <a:lnTo>
                  <a:pt x="102" y="636"/>
                </a:lnTo>
                <a:lnTo>
                  <a:pt x="111" y="629"/>
                </a:lnTo>
                <a:lnTo>
                  <a:pt x="120" y="622"/>
                </a:lnTo>
                <a:lnTo>
                  <a:pt x="129" y="613"/>
                </a:lnTo>
                <a:lnTo>
                  <a:pt x="136" y="605"/>
                </a:lnTo>
                <a:lnTo>
                  <a:pt x="143" y="596"/>
                </a:lnTo>
                <a:lnTo>
                  <a:pt x="149" y="587"/>
                </a:lnTo>
                <a:lnTo>
                  <a:pt x="154" y="576"/>
                </a:lnTo>
                <a:lnTo>
                  <a:pt x="160" y="565"/>
                </a:lnTo>
                <a:lnTo>
                  <a:pt x="163" y="554"/>
                </a:lnTo>
                <a:lnTo>
                  <a:pt x="166" y="544"/>
                </a:lnTo>
                <a:lnTo>
                  <a:pt x="168" y="532"/>
                </a:lnTo>
                <a:lnTo>
                  <a:pt x="170" y="520"/>
                </a:lnTo>
                <a:lnTo>
                  <a:pt x="170" y="508"/>
                </a:lnTo>
                <a:lnTo>
                  <a:pt x="170" y="508"/>
                </a:lnTo>
                <a:lnTo>
                  <a:pt x="170" y="495"/>
                </a:lnTo>
                <a:lnTo>
                  <a:pt x="168" y="484"/>
                </a:lnTo>
                <a:lnTo>
                  <a:pt x="166" y="473"/>
                </a:lnTo>
                <a:lnTo>
                  <a:pt x="163" y="461"/>
                </a:lnTo>
                <a:lnTo>
                  <a:pt x="160" y="450"/>
                </a:lnTo>
                <a:lnTo>
                  <a:pt x="154" y="440"/>
                </a:lnTo>
                <a:lnTo>
                  <a:pt x="149" y="430"/>
                </a:lnTo>
                <a:lnTo>
                  <a:pt x="143" y="420"/>
                </a:lnTo>
                <a:lnTo>
                  <a:pt x="136" y="411"/>
                </a:lnTo>
                <a:lnTo>
                  <a:pt x="129" y="402"/>
                </a:lnTo>
                <a:lnTo>
                  <a:pt x="120" y="395"/>
                </a:lnTo>
                <a:lnTo>
                  <a:pt x="111" y="387"/>
                </a:lnTo>
                <a:lnTo>
                  <a:pt x="102" y="379"/>
                </a:lnTo>
                <a:lnTo>
                  <a:pt x="92" y="374"/>
                </a:lnTo>
                <a:lnTo>
                  <a:pt x="81" y="369"/>
                </a:lnTo>
                <a:lnTo>
                  <a:pt x="71" y="363"/>
                </a:lnTo>
                <a:lnTo>
                  <a:pt x="71" y="363"/>
                </a:lnTo>
                <a:lnTo>
                  <a:pt x="82" y="332"/>
                </a:lnTo>
                <a:lnTo>
                  <a:pt x="90" y="316"/>
                </a:lnTo>
                <a:lnTo>
                  <a:pt x="97" y="301"/>
                </a:lnTo>
                <a:lnTo>
                  <a:pt x="97" y="301"/>
                </a:lnTo>
                <a:lnTo>
                  <a:pt x="113" y="307"/>
                </a:lnTo>
                <a:lnTo>
                  <a:pt x="129" y="311"/>
                </a:lnTo>
                <a:lnTo>
                  <a:pt x="145" y="313"/>
                </a:lnTo>
                <a:lnTo>
                  <a:pt x="161" y="314"/>
                </a:lnTo>
                <a:lnTo>
                  <a:pt x="161" y="314"/>
                </a:lnTo>
                <a:lnTo>
                  <a:pt x="176" y="314"/>
                </a:lnTo>
                <a:lnTo>
                  <a:pt x="191" y="311"/>
                </a:lnTo>
                <a:lnTo>
                  <a:pt x="206" y="308"/>
                </a:lnTo>
                <a:lnTo>
                  <a:pt x="220" y="302"/>
                </a:lnTo>
                <a:lnTo>
                  <a:pt x="233" y="296"/>
                </a:lnTo>
                <a:lnTo>
                  <a:pt x="246" y="288"/>
                </a:lnTo>
                <a:lnTo>
                  <a:pt x="258" y="280"/>
                </a:lnTo>
                <a:lnTo>
                  <a:pt x="269" y="269"/>
                </a:lnTo>
                <a:lnTo>
                  <a:pt x="269" y="269"/>
                </a:lnTo>
                <a:lnTo>
                  <a:pt x="278" y="260"/>
                </a:lnTo>
                <a:lnTo>
                  <a:pt x="285" y="251"/>
                </a:lnTo>
                <a:lnTo>
                  <a:pt x="292" y="241"/>
                </a:lnTo>
                <a:lnTo>
                  <a:pt x="297" y="231"/>
                </a:lnTo>
                <a:lnTo>
                  <a:pt x="302" y="221"/>
                </a:lnTo>
                <a:lnTo>
                  <a:pt x="307" y="210"/>
                </a:lnTo>
                <a:lnTo>
                  <a:pt x="310" y="198"/>
                </a:lnTo>
                <a:lnTo>
                  <a:pt x="312" y="187"/>
                </a:lnTo>
                <a:lnTo>
                  <a:pt x="313" y="176"/>
                </a:lnTo>
                <a:lnTo>
                  <a:pt x="314" y="165"/>
                </a:lnTo>
                <a:lnTo>
                  <a:pt x="314" y="153"/>
                </a:lnTo>
                <a:lnTo>
                  <a:pt x="313" y="141"/>
                </a:lnTo>
                <a:lnTo>
                  <a:pt x="311" y="131"/>
                </a:lnTo>
                <a:lnTo>
                  <a:pt x="309" y="119"/>
                </a:lnTo>
                <a:lnTo>
                  <a:pt x="306" y="108"/>
                </a:lnTo>
                <a:lnTo>
                  <a:pt x="301" y="97"/>
                </a:lnTo>
                <a:lnTo>
                  <a:pt x="301" y="97"/>
                </a:lnTo>
                <a:lnTo>
                  <a:pt x="331" y="82"/>
                </a:lnTo>
                <a:lnTo>
                  <a:pt x="364" y="70"/>
                </a:lnTo>
                <a:lnTo>
                  <a:pt x="364" y="70"/>
                </a:lnTo>
                <a:lnTo>
                  <a:pt x="369" y="81"/>
                </a:lnTo>
                <a:lnTo>
                  <a:pt x="374" y="92"/>
                </a:lnTo>
                <a:lnTo>
                  <a:pt x="380" y="102"/>
                </a:lnTo>
                <a:lnTo>
                  <a:pt x="387" y="111"/>
                </a:lnTo>
                <a:lnTo>
                  <a:pt x="395" y="120"/>
                </a:lnTo>
                <a:lnTo>
                  <a:pt x="402" y="128"/>
                </a:lnTo>
                <a:lnTo>
                  <a:pt x="411" y="136"/>
                </a:lnTo>
                <a:lnTo>
                  <a:pt x="420" y="142"/>
                </a:lnTo>
                <a:lnTo>
                  <a:pt x="430" y="149"/>
                </a:lnTo>
                <a:lnTo>
                  <a:pt x="440" y="154"/>
                </a:lnTo>
                <a:lnTo>
                  <a:pt x="450" y="160"/>
                </a:lnTo>
                <a:lnTo>
                  <a:pt x="461" y="163"/>
                </a:lnTo>
                <a:lnTo>
                  <a:pt x="473" y="166"/>
                </a:lnTo>
                <a:lnTo>
                  <a:pt x="484" y="168"/>
                </a:lnTo>
                <a:lnTo>
                  <a:pt x="496" y="170"/>
                </a:lnTo>
                <a:lnTo>
                  <a:pt x="508" y="170"/>
                </a:lnTo>
                <a:lnTo>
                  <a:pt x="508" y="170"/>
                </a:lnTo>
                <a:lnTo>
                  <a:pt x="520" y="170"/>
                </a:lnTo>
                <a:lnTo>
                  <a:pt x="532" y="168"/>
                </a:lnTo>
                <a:lnTo>
                  <a:pt x="544" y="166"/>
                </a:lnTo>
                <a:lnTo>
                  <a:pt x="555" y="163"/>
                </a:lnTo>
                <a:lnTo>
                  <a:pt x="565" y="160"/>
                </a:lnTo>
                <a:lnTo>
                  <a:pt x="576" y="154"/>
                </a:lnTo>
                <a:lnTo>
                  <a:pt x="587" y="149"/>
                </a:lnTo>
                <a:lnTo>
                  <a:pt x="596" y="142"/>
                </a:lnTo>
                <a:lnTo>
                  <a:pt x="605" y="136"/>
                </a:lnTo>
                <a:lnTo>
                  <a:pt x="614" y="128"/>
                </a:lnTo>
                <a:lnTo>
                  <a:pt x="622" y="120"/>
                </a:lnTo>
                <a:lnTo>
                  <a:pt x="630" y="111"/>
                </a:lnTo>
                <a:lnTo>
                  <a:pt x="636" y="102"/>
                </a:lnTo>
                <a:lnTo>
                  <a:pt x="643" y="92"/>
                </a:lnTo>
                <a:lnTo>
                  <a:pt x="648" y="81"/>
                </a:lnTo>
                <a:lnTo>
                  <a:pt x="652" y="70"/>
                </a:lnTo>
                <a:lnTo>
                  <a:pt x="652" y="70"/>
                </a:lnTo>
                <a:lnTo>
                  <a:pt x="684" y="82"/>
                </a:lnTo>
                <a:lnTo>
                  <a:pt x="716" y="97"/>
                </a:lnTo>
                <a:lnTo>
                  <a:pt x="716" y="97"/>
                </a:lnTo>
                <a:lnTo>
                  <a:pt x="711" y="108"/>
                </a:lnTo>
                <a:lnTo>
                  <a:pt x="707" y="119"/>
                </a:lnTo>
                <a:lnTo>
                  <a:pt x="705" y="131"/>
                </a:lnTo>
                <a:lnTo>
                  <a:pt x="703" y="141"/>
                </a:lnTo>
                <a:lnTo>
                  <a:pt x="702" y="153"/>
                </a:lnTo>
                <a:lnTo>
                  <a:pt x="702" y="165"/>
                </a:lnTo>
                <a:lnTo>
                  <a:pt x="703" y="176"/>
                </a:lnTo>
                <a:lnTo>
                  <a:pt x="704" y="187"/>
                </a:lnTo>
                <a:lnTo>
                  <a:pt x="707" y="198"/>
                </a:lnTo>
                <a:lnTo>
                  <a:pt x="710" y="210"/>
                </a:lnTo>
                <a:lnTo>
                  <a:pt x="713" y="221"/>
                </a:lnTo>
                <a:lnTo>
                  <a:pt x="719" y="231"/>
                </a:lnTo>
                <a:lnTo>
                  <a:pt x="724" y="241"/>
                </a:lnTo>
                <a:lnTo>
                  <a:pt x="732" y="251"/>
                </a:lnTo>
                <a:lnTo>
                  <a:pt x="738" y="260"/>
                </a:lnTo>
                <a:lnTo>
                  <a:pt x="747" y="269"/>
                </a:lnTo>
                <a:lnTo>
                  <a:pt x="747" y="269"/>
                </a:lnTo>
                <a:lnTo>
                  <a:pt x="758" y="280"/>
                </a:lnTo>
                <a:lnTo>
                  <a:pt x="770" y="288"/>
                </a:lnTo>
                <a:lnTo>
                  <a:pt x="783" y="296"/>
                </a:lnTo>
                <a:lnTo>
                  <a:pt x="797" y="302"/>
                </a:lnTo>
                <a:lnTo>
                  <a:pt x="811" y="308"/>
                </a:lnTo>
                <a:lnTo>
                  <a:pt x="825" y="311"/>
                </a:lnTo>
                <a:lnTo>
                  <a:pt x="840" y="314"/>
                </a:lnTo>
                <a:lnTo>
                  <a:pt x="855" y="314"/>
                </a:lnTo>
                <a:lnTo>
                  <a:pt x="855" y="314"/>
                </a:lnTo>
                <a:lnTo>
                  <a:pt x="872" y="313"/>
                </a:lnTo>
                <a:lnTo>
                  <a:pt x="888" y="311"/>
                </a:lnTo>
                <a:lnTo>
                  <a:pt x="903" y="307"/>
                </a:lnTo>
                <a:lnTo>
                  <a:pt x="919" y="301"/>
                </a:lnTo>
                <a:lnTo>
                  <a:pt x="919" y="301"/>
                </a:lnTo>
                <a:lnTo>
                  <a:pt x="933" y="332"/>
                </a:lnTo>
                <a:lnTo>
                  <a:pt x="940" y="347"/>
                </a:lnTo>
                <a:lnTo>
                  <a:pt x="945" y="363"/>
                </a:lnTo>
                <a:lnTo>
                  <a:pt x="945" y="363"/>
                </a:lnTo>
                <a:lnTo>
                  <a:pt x="934" y="369"/>
                </a:lnTo>
                <a:lnTo>
                  <a:pt x="924" y="374"/>
                </a:lnTo>
                <a:lnTo>
                  <a:pt x="914" y="379"/>
                </a:lnTo>
                <a:lnTo>
                  <a:pt x="904" y="387"/>
                </a:lnTo>
                <a:lnTo>
                  <a:pt x="896" y="395"/>
                </a:lnTo>
                <a:lnTo>
                  <a:pt x="888" y="402"/>
                </a:lnTo>
                <a:lnTo>
                  <a:pt x="881" y="411"/>
                </a:lnTo>
                <a:lnTo>
                  <a:pt x="873" y="420"/>
                </a:lnTo>
                <a:lnTo>
                  <a:pt x="867" y="430"/>
                </a:lnTo>
                <a:lnTo>
                  <a:pt x="861" y="440"/>
                </a:lnTo>
                <a:lnTo>
                  <a:pt x="857" y="450"/>
                </a:lnTo>
                <a:lnTo>
                  <a:pt x="853" y="461"/>
                </a:lnTo>
                <a:lnTo>
                  <a:pt x="850" y="473"/>
                </a:lnTo>
                <a:lnTo>
                  <a:pt x="847" y="484"/>
                </a:lnTo>
                <a:lnTo>
                  <a:pt x="846" y="495"/>
                </a:lnTo>
                <a:lnTo>
                  <a:pt x="845" y="508"/>
                </a:lnTo>
                <a:lnTo>
                  <a:pt x="845" y="508"/>
                </a:lnTo>
                <a:lnTo>
                  <a:pt x="846" y="520"/>
                </a:lnTo>
                <a:lnTo>
                  <a:pt x="847" y="532"/>
                </a:lnTo>
                <a:lnTo>
                  <a:pt x="850" y="544"/>
                </a:lnTo>
                <a:lnTo>
                  <a:pt x="853" y="554"/>
                </a:lnTo>
                <a:lnTo>
                  <a:pt x="857" y="565"/>
                </a:lnTo>
                <a:lnTo>
                  <a:pt x="861" y="576"/>
                </a:lnTo>
                <a:lnTo>
                  <a:pt x="867" y="587"/>
                </a:lnTo>
                <a:lnTo>
                  <a:pt x="873" y="596"/>
                </a:lnTo>
                <a:lnTo>
                  <a:pt x="881" y="605"/>
                </a:lnTo>
                <a:lnTo>
                  <a:pt x="888" y="613"/>
                </a:lnTo>
                <a:lnTo>
                  <a:pt x="896" y="622"/>
                </a:lnTo>
                <a:lnTo>
                  <a:pt x="904" y="629"/>
                </a:lnTo>
                <a:lnTo>
                  <a:pt x="914" y="636"/>
                </a:lnTo>
                <a:lnTo>
                  <a:pt x="924" y="642"/>
                </a:lnTo>
                <a:lnTo>
                  <a:pt x="934" y="648"/>
                </a:lnTo>
                <a:lnTo>
                  <a:pt x="945" y="652"/>
                </a:lnTo>
                <a:lnTo>
                  <a:pt x="945" y="652"/>
                </a:lnTo>
                <a:lnTo>
                  <a:pt x="933" y="684"/>
                </a:lnTo>
                <a:lnTo>
                  <a:pt x="927" y="699"/>
                </a:lnTo>
                <a:lnTo>
                  <a:pt x="919" y="715"/>
                </a:lnTo>
                <a:lnTo>
                  <a:pt x="919" y="715"/>
                </a:lnTo>
                <a:close/>
                <a:moveTo>
                  <a:pt x="508" y="357"/>
                </a:moveTo>
                <a:lnTo>
                  <a:pt x="508" y="357"/>
                </a:lnTo>
                <a:lnTo>
                  <a:pt x="492" y="358"/>
                </a:lnTo>
                <a:lnTo>
                  <a:pt x="477" y="360"/>
                </a:lnTo>
                <a:lnTo>
                  <a:pt x="463" y="363"/>
                </a:lnTo>
                <a:lnTo>
                  <a:pt x="449" y="369"/>
                </a:lnTo>
                <a:lnTo>
                  <a:pt x="437" y="375"/>
                </a:lnTo>
                <a:lnTo>
                  <a:pt x="424" y="383"/>
                </a:lnTo>
                <a:lnTo>
                  <a:pt x="412" y="391"/>
                </a:lnTo>
                <a:lnTo>
                  <a:pt x="401" y="401"/>
                </a:lnTo>
                <a:lnTo>
                  <a:pt x="391" y="412"/>
                </a:lnTo>
                <a:lnTo>
                  <a:pt x="383" y="423"/>
                </a:lnTo>
                <a:lnTo>
                  <a:pt x="375" y="436"/>
                </a:lnTo>
                <a:lnTo>
                  <a:pt x="369" y="449"/>
                </a:lnTo>
                <a:lnTo>
                  <a:pt x="364" y="463"/>
                </a:lnTo>
                <a:lnTo>
                  <a:pt x="360" y="477"/>
                </a:lnTo>
                <a:lnTo>
                  <a:pt x="358" y="492"/>
                </a:lnTo>
                <a:lnTo>
                  <a:pt x="357" y="508"/>
                </a:lnTo>
                <a:lnTo>
                  <a:pt x="357" y="508"/>
                </a:lnTo>
                <a:lnTo>
                  <a:pt x="358" y="523"/>
                </a:lnTo>
                <a:lnTo>
                  <a:pt x="360" y="538"/>
                </a:lnTo>
                <a:lnTo>
                  <a:pt x="364" y="552"/>
                </a:lnTo>
                <a:lnTo>
                  <a:pt x="369" y="566"/>
                </a:lnTo>
                <a:lnTo>
                  <a:pt x="375" y="580"/>
                </a:lnTo>
                <a:lnTo>
                  <a:pt x="383" y="592"/>
                </a:lnTo>
                <a:lnTo>
                  <a:pt x="391" y="604"/>
                </a:lnTo>
                <a:lnTo>
                  <a:pt x="401" y="614"/>
                </a:lnTo>
                <a:lnTo>
                  <a:pt x="412" y="624"/>
                </a:lnTo>
                <a:lnTo>
                  <a:pt x="424" y="633"/>
                </a:lnTo>
                <a:lnTo>
                  <a:pt x="437" y="640"/>
                </a:lnTo>
                <a:lnTo>
                  <a:pt x="449" y="647"/>
                </a:lnTo>
                <a:lnTo>
                  <a:pt x="463" y="652"/>
                </a:lnTo>
                <a:lnTo>
                  <a:pt x="477" y="655"/>
                </a:lnTo>
                <a:lnTo>
                  <a:pt x="492" y="657"/>
                </a:lnTo>
                <a:lnTo>
                  <a:pt x="508" y="658"/>
                </a:lnTo>
                <a:lnTo>
                  <a:pt x="508" y="658"/>
                </a:lnTo>
                <a:lnTo>
                  <a:pt x="523" y="657"/>
                </a:lnTo>
                <a:lnTo>
                  <a:pt x="538" y="655"/>
                </a:lnTo>
                <a:lnTo>
                  <a:pt x="552" y="652"/>
                </a:lnTo>
                <a:lnTo>
                  <a:pt x="566" y="647"/>
                </a:lnTo>
                <a:lnTo>
                  <a:pt x="580" y="640"/>
                </a:lnTo>
                <a:lnTo>
                  <a:pt x="592" y="633"/>
                </a:lnTo>
                <a:lnTo>
                  <a:pt x="604" y="624"/>
                </a:lnTo>
                <a:lnTo>
                  <a:pt x="615" y="614"/>
                </a:lnTo>
                <a:lnTo>
                  <a:pt x="624" y="604"/>
                </a:lnTo>
                <a:lnTo>
                  <a:pt x="633" y="592"/>
                </a:lnTo>
                <a:lnTo>
                  <a:pt x="640" y="580"/>
                </a:lnTo>
                <a:lnTo>
                  <a:pt x="647" y="566"/>
                </a:lnTo>
                <a:lnTo>
                  <a:pt x="652" y="552"/>
                </a:lnTo>
                <a:lnTo>
                  <a:pt x="655" y="538"/>
                </a:lnTo>
                <a:lnTo>
                  <a:pt x="658" y="523"/>
                </a:lnTo>
                <a:lnTo>
                  <a:pt x="659" y="508"/>
                </a:lnTo>
                <a:lnTo>
                  <a:pt x="659" y="508"/>
                </a:lnTo>
                <a:lnTo>
                  <a:pt x="658" y="492"/>
                </a:lnTo>
                <a:lnTo>
                  <a:pt x="655" y="477"/>
                </a:lnTo>
                <a:lnTo>
                  <a:pt x="652" y="463"/>
                </a:lnTo>
                <a:lnTo>
                  <a:pt x="647" y="449"/>
                </a:lnTo>
                <a:lnTo>
                  <a:pt x="640" y="436"/>
                </a:lnTo>
                <a:lnTo>
                  <a:pt x="633" y="423"/>
                </a:lnTo>
                <a:lnTo>
                  <a:pt x="624" y="412"/>
                </a:lnTo>
                <a:lnTo>
                  <a:pt x="615" y="401"/>
                </a:lnTo>
                <a:lnTo>
                  <a:pt x="604" y="391"/>
                </a:lnTo>
                <a:lnTo>
                  <a:pt x="592" y="383"/>
                </a:lnTo>
                <a:lnTo>
                  <a:pt x="580" y="375"/>
                </a:lnTo>
                <a:lnTo>
                  <a:pt x="566" y="369"/>
                </a:lnTo>
                <a:lnTo>
                  <a:pt x="552" y="363"/>
                </a:lnTo>
                <a:lnTo>
                  <a:pt x="538" y="360"/>
                </a:lnTo>
                <a:lnTo>
                  <a:pt x="523" y="358"/>
                </a:lnTo>
                <a:lnTo>
                  <a:pt x="508" y="357"/>
                </a:lnTo>
                <a:lnTo>
                  <a:pt x="508" y="357"/>
                </a:lnTo>
                <a:close/>
                <a:moveTo>
                  <a:pt x="508" y="567"/>
                </a:moveTo>
                <a:lnTo>
                  <a:pt x="508" y="567"/>
                </a:lnTo>
                <a:lnTo>
                  <a:pt x="496" y="566"/>
                </a:lnTo>
                <a:lnTo>
                  <a:pt x="485" y="563"/>
                </a:lnTo>
                <a:lnTo>
                  <a:pt x="475" y="558"/>
                </a:lnTo>
                <a:lnTo>
                  <a:pt x="466" y="550"/>
                </a:lnTo>
                <a:lnTo>
                  <a:pt x="459" y="541"/>
                </a:lnTo>
                <a:lnTo>
                  <a:pt x="454" y="531"/>
                </a:lnTo>
                <a:lnTo>
                  <a:pt x="449" y="520"/>
                </a:lnTo>
                <a:lnTo>
                  <a:pt x="448" y="508"/>
                </a:lnTo>
                <a:lnTo>
                  <a:pt x="448" y="508"/>
                </a:lnTo>
                <a:lnTo>
                  <a:pt x="449" y="495"/>
                </a:lnTo>
                <a:lnTo>
                  <a:pt x="454" y="485"/>
                </a:lnTo>
                <a:lnTo>
                  <a:pt x="459" y="475"/>
                </a:lnTo>
                <a:lnTo>
                  <a:pt x="466" y="465"/>
                </a:lnTo>
                <a:lnTo>
                  <a:pt x="475" y="459"/>
                </a:lnTo>
                <a:lnTo>
                  <a:pt x="485" y="454"/>
                </a:lnTo>
                <a:lnTo>
                  <a:pt x="496" y="449"/>
                </a:lnTo>
                <a:lnTo>
                  <a:pt x="508" y="448"/>
                </a:lnTo>
                <a:lnTo>
                  <a:pt x="508" y="448"/>
                </a:lnTo>
                <a:lnTo>
                  <a:pt x="520" y="449"/>
                </a:lnTo>
                <a:lnTo>
                  <a:pt x="531" y="454"/>
                </a:lnTo>
                <a:lnTo>
                  <a:pt x="542" y="459"/>
                </a:lnTo>
                <a:lnTo>
                  <a:pt x="550" y="465"/>
                </a:lnTo>
                <a:lnTo>
                  <a:pt x="558" y="475"/>
                </a:lnTo>
                <a:lnTo>
                  <a:pt x="563" y="485"/>
                </a:lnTo>
                <a:lnTo>
                  <a:pt x="566" y="495"/>
                </a:lnTo>
                <a:lnTo>
                  <a:pt x="567" y="508"/>
                </a:lnTo>
                <a:lnTo>
                  <a:pt x="567" y="508"/>
                </a:lnTo>
                <a:lnTo>
                  <a:pt x="566" y="520"/>
                </a:lnTo>
                <a:lnTo>
                  <a:pt x="563" y="531"/>
                </a:lnTo>
                <a:lnTo>
                  <a:pt x="558" y="541"/>
                </a:lnTo>
                <a:lnTo>
                  <a:pt x="550" y="550"/>
                </a:lnTo>
                <a:lnTo>
                  <a:pt x="542" y="558"/>
                </a:lnTo>
                <a:lnTo>
                  <a:pt x="531" y="563"/>
                </a:lnTo>
                <a:lnTo>
                  <a:pt x="520" y="566"/>
                </a:lnTo>
                <a:lnTo>
                  <a:pt x="508" y="567"/>
                </a:lnTo>
                <a:lnTo>
                  <a:pt x="508" y="567"/>
                </a:lnTo>
                <a:close/>
              </a:path>
            </a:pathLst>
          </a:custGeom>
          <a:solidFill>
            <a:srgbClr val="55739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30" name="矩形 29"/>
          <p:cNvSpPr/>
          <p:nvPr/>
        </p:nvSpPr>
        <p:spPr>
          <a:xfrm>
            <a:off x="8770040" y="4667106"/>
            <a:ext cx="2537190" cy="1264513"/>
          </a:xfrm>
          <a:prstGeom prst="rect">
            <a:avLst/>
          </a:prstGeom>
        </p:spPr>
        <p:txBody>
          <a:bodyPr wrap="square">
            <a:spAutoFit/>
          </a:bodyPr>
          <a:lstStyle/>
          <a:p>
            <a:pPr algn="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gn="r">
              <a:lnSpc>
                <a:spcPct val="150000"/>
              </a:lnSpc>
              <a:defRPr sz="1800" b="0">
                <a:solidFill>
                  <a:srgbClr val="9AA2AC"/>
                </a:solidFill>
                <a:latin typeface="Lato Regular"/>
                <a:ea typeface="Lato Regular"/>
                <a:cs typeface="Lato Regular"/>
                <a:sym typeface="Lato Regular"/>
              </a:defRPr>
            </a:pPr>
            <a:endParaRPr lang="en-US" altLang="zh-CN" sz="1000" dirty="0"/>
          </a:p>
          <a:p>
            <a:pPr algn="r">
              <a:lnSpc>
                <a:spcPct val="150000"/>
              </a:lnSpc>
              <a:spcAft>
                <a:spcPts val="1200"/>
              </a:spcAft>
              <a:buClr>
                <a:schemeClr val="accent2"/>
              </a:buClr>
            </a:pPr>
            <a:r>
              <a:rPr lang="en-US" altLang="zh-CN" sz="1200" dirty="0">
                <a:solidFill>
                  <a:schemeClr val="tx1">
                    <a:lumMod val="75000"/>
                    <a:lumOff val="25000"/>
                  </a:schemeClr>
                </a:solidFill>
              </a:rPr>
              <a:t>ENTER YOUR TITLE</a:t>
            </a:r>
            <a:endParaRPr lang="en-US" altLang="zh-CN" sz="1200" dirty="0">
              <a:solidFill>
                <a:schemeClr val="tx1">
                  <a:lumMod val="75000"/>
                  <a:lumOff val="2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 calcmode="lin" valueType="num">
                                      <p:cBhvr>
                                        <p:cTn id="24" dur="500" fill="hold"/>
                                        <p:tgtEl>
                                          <p:spTgt spid="28"/>
                                        </p:tgtEl>
                                        <p:attrNameLst>
                                          <p:attrName>ppt_w</p:attrName>
                                        </p:attrNameLst>
                                      </p:cBhvr>
                                      <p:tavLst>
                                        <p:tav tm="0">
                                          <p:val>
                                            <p:fltVal val="0"/>
                                          </p:val>
                                        </p:tav>
                                        <p:tav tm="100000">
                                          <p:val>
                                            <p:strVal val="#ppt_w"/>
                                          </p:val>
                                        </p:tav>
                                      </p:tavLst>
                                    </p:anim>
                                    <p:anim calcmode="lin" valueType="num">
                                      <p:cBhvr>
                                        <p:cTn id="25" dur="500" fill="hold"/>
                                        <p:tgtEl>
                                          <p:spTgt spid="28"/>
                                        </p:tgtEl>
                                        <p:attrNameLst>
                                          <p:attrName>ppt_h</p:attrName>
                                        </p:attrNameLst>
                                      </p:cBhvr>
                                      <p:tavLst>
                                        <p:tav tm="0">
                                          <p:val>
                                            <p:fltVal val="0"/>
                                          </p:val>
                                        </p:tav>
                                        <p:tav tm="100000">
                                          <p:val>
                                            <p:strVal val="#ppt_h"/>
                                          </p:val>
                                        </p:tav>
                                      </p:tavLst>
                                    </p:anim>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right)">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righ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arn(outVertical)">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25" grpId="0"/>
      <p:bldP spid="26" grpId="0"/>
      <p:bldP spid="27" grpId="0"/>
      <p:bldP spid="28" grpId="0" animBg="1"/>
      <p:bldP spid="29" grpId="0" animBg="1"/>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cstate="email"/>
          <a:srcRect l="8839" t="8289" r="7208" b="64029"/>
          <a:stretch>
            <a:fillRect/>
          </a:stretch>
        </p:blipFill>
        <p:spPr>
          <a:xfrm rot="10800000">
            <a:off x="-1" y="0"/>
            <a:ext cx="12192000" cy="1916174"/>
          </a:xfrm>
          <a:prstGeom prst="rect">
            <a:avLst/>
          </a:prstGeom>
        </p:spPr>
      </p:pic>
      <p:pic>
        <p:nvPicPr>
          <p:cNvPr id="16" name="图片 15"/>
          <p:cNvPicPr>
            <a:picLocks noChangeAspect="1"/>
          </p:cNvPicPr>
          <p:nvPr/>
        </p:nvPicPr>
        <p:blipFill rotWithShape="1">
          <a:blip r:embed="rId1" cstate="email"/>
          <a:srcRect l="8839" t="8289" r="7208" b="64029"/>
          <a:stretch>
            <a:fillRect/>
          </a:stretch>
        </p:blipFill>
        <p:spPr>
          <a:xfrm>
            <a:off x="-1667" y="4941826"/>
            <a:ext cx="12192000" cy="1916174"/>
          </a:xfrm>
          <a:prstGeom prst="rect">
            <a:avLst/>
          </a:prstGeom>
        </p:spPr>
      </p:pic>
      <p:sp>
        <p:nvSpPr>
          <p:cNvPr id="4" name="文本框 3"/>
          <p:cNvSpPr txBox="1"/>
          <p:nvPr/>
        </p:nvSpPr>
        <p:spPr>
          <a:xfrm>
            <a:off x="3100701" y="2107950"/>
            <a:ext cx="6022345" cy="1015663"/>
          </a:xfrm>
          <a:prstGeom prst="rect">
            <a:avLst/>
          </a:prstGeom>
          <a:noFill/>
        </p:spPr>
        <p:txBody>
          <a:bodyPr wrap="square" rtlCol="0">
            <a:spAutoFit/>
          </a:bodyPr>
          <a:lstStyle/>
          <a:p>
            <a:pPr algn="ctr"/>
            <a:r>
              <a:rPr lang="zh-CN" altLang="en-US" sz="6000" dirty="0">
                <a:solidFill>
                  <a:srgbClr val="3E5879"/>
                </a:solidFill>
                <a:latin typeface="方正清刻本悦宋简体" panose="02000000000000000000" pitchFamily="2" charset="-122"/>
                <a:ea typeface="方正清刻本悦宋简体" panose="02000000000000000000" pitchFamily="2" charset="-122"/>
              </a:rPr>
              <a:t>输入标题内容</a:t>
            </a:r>
            <a:endParaRPr lang="zh-CN" altLang="en-US" sz="60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5" name="文本框 4"/>
          <p:cNvSpPr txBox="1"/>
          <p:nvPr/>
        </p:nvSpPr>
        <p:spPr>
          <a:xfrm>
            <a:off x="3286539" y="3123613"/>
            <a:ext cx="5632174" cy="338554"/>
          </a:xfrm>
          <a:prstGeom prst="rect">
            <a:avLst/>
          </a:prstGeom>
          <a:noFill/>
        </p:spPr>
        <p:txBody>
          <a:bodyPr wrap="square" rtlCol="0">
            <a:spAutoFit/>
          </a:bodyPr>
          <a:lstStyle/>
          <a:p>
            <a:pPr algn="dist"/>
            <a:r>
              <a:rPr lang="zh-CN" altLang="en-US" sz="16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6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6" name="矩形: 圆角 5"/>
          <p:cNvSpPr/>
          <p:nvPr/>
        </p:nvSpPr>
        <p:spPr>
          <a:xfrm>
            <a:off x="3176080" y="3078742"/>
            <a:ext cx="5836507" cy="406286"/>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308140" y="3658793"/>
            <a:ext cx="3578865" cy="993285"/>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371474" y="3570514"/>
            <a:ext cx="5724525" cy="3287486"/>
          </a:xfrm>
          <a:prstGeom prst="rect">
            <a:avLst/>
          </a:prstGeom>
          <a:blipFill dpi="0" rotWithShape="1">
            <a:blip r:embed="rId1"/>
            <a:srcRect/>
            <a:stretch>
              <a:fillRect t="-32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096000" y="3570514"/>
            <a:ext cx="5761038" cy="3287486"/>
          </a:xfrm>
          <a:prstGeom prst="rect">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0351089" y="1565150"/>
            <a:ext cx="710184" cy="710184"/>
            <a:chOff x="9547910" y="1380088"/>
            <a:chExt cx="710184" cy="710184"/>
          </a:xfrm>
        </p:grpSpPr>
        <p:sp>
          <p:nvSpPr>
            <p:cNvPr id="7" name="Rectangle 29"/>
            <p:cNvSpPr/>
            <p:nvPr/>
          </p:nvSpPr>
          <p:spPr>
            <a:xfrm>
              <a:off x="9547910" y="1380088"/>
              <a:ext cx="710184" cy="710184"/>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0" name="Shape 2784"/>
            <p:cNvSpPr/>
            <p:nvPr/>
          </p:nvSpPr>
          <p:spPr>
            <a:xfrm>
              <a:off x="9688687" y="1520305"/>
              <a:ext cx="428630" cy="428630"/>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grpSp>
      <p:grpSp>
        <p:nvGrpSpPr>
          <p:cNvPr id="11" name="组合 10"/>
          <p:cNvGrpSpPr/>
          <p:nvPr/>
        </p:nvGrpSpPr>
        <p:grpSpPr>
          <a:xfrm>
            <a:off x="7275502" y="1565150"/>
            <a:ext cx="710184" cy="710184"/>
            <a:chOff x="6664178" y="1380088"/>
            <a:chExt cx="710184" cy="710184"/>
          </a:xfrm>
        </p:grpSpPr>
        <p:sp>
          <p:nvSpPr>
            <p:cNvPr id="12" name="Rectangle 33"/>
            <p:cNvSpPr/>
            <p:nvPr/>
          </p:nvSpPr>
          <p:spPr>
            <a:xfrm>
              <a:off x="6664178" y="1380088"/>
              <a:ext cx="710184" cy="710184"/>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3" name="Shape 2633"/>
            <p:cNvSpPr/>
            <p:nvPr/>
          </p:nvSpPr>
          <p:spPr>
            <a:xfrm>
              <a:off x="6804955" y="1520865"/>
              <a:ext cx="428630" cy="428630"/>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grpSp>
      <p:grpSp>
        <p:nvGrpSpPr>
          <p:cNvPr id="14" name="组合 13"/>
          <p:cNvGrpSpPr/>
          <p:nvPr/>
        </p:nvGrpSpPr>
        <p:grpSpPr>
          <a:xfrm>
            <a:off x="4210802" y="1572350"/>
            <a:ext cx="710184" cy="710184"/>
            <a:chOff x="3799703" y="1387288"/>
            <a:chExt cx="710184" cy="710184"/>
          </a:xfrm>
        </p:grpSpPr>
        <p:sp>
          <p:nvSpPr>
            <p:cNvPr id="15" name="Rectangle 29"/>
            <p:cNvSpPr/>
            <p:nvPr/>
          </p:nvSpPr>
          <p:spPr>
            <a:xfrm>
              <a:off x="3799703" y="1387288"/>
              <a:ext cx="710184" cy="710184"/>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6" name="Shape 2784"/>
            <p:cNvSpPr/>
            <p:nvPr/>
          </p:nvSpPr>
          <p:spPr>
            <a:xfrm>
              <a:off x="3940480" y="1527505"/>
              <a:ext cx="428630" cy="428630"/>
            </a:xfrm>
            <a:custGeom>
              <a:avLst/>
              <a:gdLst/>
              <a:ahLst/>
              <a:cxnLst>
                <a:cxn ang="0">
                  <a:pos x="wd2" y="hd2"/>
                </a:cxn>
                <a:cxn ang="5400000">
                  <a:pos x="wd2" y="hd2"/>
                </a:cxn>
                <a:cxn ang="10800000">
                  <a:pos x="wd2" y="hd2"/>
                </a:cxn>
                <a:cxn ang="16200000">
                  <a:pos x="wd2" y="hd2"/>
                </a:cxn>
              </a:cxnLst>
              <a:rect l="0" t="0" r="r" b="b"/>
              <a:pathLst>
                <a:path w="21600" h="21600" extrusionOk="0">
                  <a:moveTo>
                    <a:pt x="20353" y="11229"/>
                  </a:moveTo>
                  <a:lnTo>
                    <a:pt x="20356" y="11234"/>
                  </a:lnTo>
                  <a:lnTo>
                    <a:pt x="11029" y="16143"/>
                  </a:lnTo>
                  <a:lnTo>
                    <a:pt x="11026" y="16138"/>
                  </a:lnTo>
                  <a:cubicBezTo>
                    <a:pt x="10957" y="16174"/>
                    <a:pt x="10883" y="16200"/>
                    <a:pt x="10800" y="16200"/>
                  </a:cubicBezTo>
                  <a:cubicBezTo>
                    <a:pt x="10717" y="16200"/>
                    <a:pt x="10643" y="16174"/>
                    <a:pt x="10574" y="16138"/>
                  </a:cubicBezTo>
                  <a:lnTo>
                    <a:pt x="10571" y="16143"/>
                  </a:lnTo>
                  <a:lnTo>
                    <a:pt x="1244" y="11234"/>
                  </a:lnTo>
                  <a:lnTo>
                    <a:pt x="1247" y="11229"/>
                  </a:lnTo>
                  <a:cubicBezTo>
                    <a:pt x="1091" y="11147"/>
                    <a:pt x="982" y="10988"/>
                    <a:pt x="982" y="10800"/>
                  </a:cubicBezTo>
                  <a:cubicBezTo>
                    <a:pt x="982" y="10612"/>
                    <a:pt x="1091" y="10453"/>
                    <a:pt x="1247" y="10371"/>
                  </a:cubicBezTo>
                  <a:lnTo>
                    <a:pt x="1244" y="10366"/>
                  </a:lnTo>
                  <a:lnTo>
                    <a:pt x="3562" y="9146"/>
                  </a:lnTo>
                  <a:lnTo>
                    <a:pt x="10113" y="12594"/>
                  </a:lnTo>
                  <a:lnTo>
                    <a:pt x="10117" y="12588"/>
                  </a:lnTo>
                  <a:cubicBezTo>
                    <a:pt x="10322" y="12697"/>
                    <a:pt x="10552" y="12764"/>
                    <a:pt x="10800" y="12764"/>
                  </a:cubicBezTo>
                  <a:cubicBezTo>
                    <a:pt x="11048" y="12764"/>
                    <a:pt x="11278" y="12697"/>
                    <a:pt x="11483" y="12588"/>
                  </a:cubicBezTo>
                  <a:lnTo>
                    <a:pt x="11486" y="12594"/>
                  </a:lnTo>
                  <a:lnTo>
                    <a:pt x="18038" y="9146"/>
                  </a:lnTo>
                  <a:lnTo>
                    <a:pt x="20356" y="10366"/>
                  </a:lnTo>
                  <a:lnTo>
                    <a:pt x="20353" y="10371"/>
                  </a:lnTo>
                  <a:cubicBezTo>
                    <a:pt x="20509" y="10453"/>
                    <a:pt x="20618" y="10612"/>
                    <a:pt x="20618" y="10800"/>
                  </a:cubicBezTo>
                  <a:cubicBezTo>
                    <a:pt x="20618" y="10988"/>
                    <a:pt x="20509" y="11147"/>
                    <a:pt x="20353" y="11229"/>
                  </a:cubicBezTo>
                  <a:moveTo>
                    <a:pt x="20356" y="14784"/>
                  </a:moveTo>
                  <a:lnTo>
                    <a:pt x="20353" y="14790"/>
                  </a:lnTo>
                  <a:cubicBezTo>
                    <a:pt x="20509" y="14872"/>
                    <a:pt x="20618" y="15030"/>
                    <a:pt x="20618" y="15218"/>
                  </a:cubicBezTo>
                  <a:cubicBezTo>
                    <a:pt x="20618" y="15407"/>
                    <a:pt x="20509" y="15565"/>
                    <a:pt x="20353" y="15647"/>
                  </a:cubicBezTo>
                  <a:lnTo>
                    <a:pt x="20356" y="15653"/>
                  </a:lnTo>
                  <a:lnTo>
                    <a:pt x="11029" y="20562"/>
                  </a:lnTo>
                  <a:lnTo>
                    <a:pt x="11026" y="20556"/>
                  </a:lnTo>
                  <a:cubicBezTo>
                    <a:pt x="10957" y="20592"/>
                    <a:pt x="10883" y="20618"/>
                    <a:pt x="10800" y="20618"/>
                  </a:cubicBezTo>
                  <a:cubicBezTo>
                    <a:pt x="10717" y="20618"/>
                    <a:pt x="10643" y="20592"/>
                    <a:pt x="10574" y="20556"/>
                  </a:cubicBezTo>
                  <a:lnTo>
                    <a:pt x="10571" y="20562"/>
                  </a:lnTo>
                  <a:lnTo>
                    <a:pt x="1244" y="15653"/>
                  </a:lnTo>
                  <a:lnTo>
                    <a:pt x="1247" y="15647"/>
                  </a:lnTo>
                  <a:cubicBezTo>
                    <a:pt x="1091" y="15565"/>
                    <a:pt x="982" y="15407"/>
                    <a:pt x="982" y="15218"/>
                  </a:cubicBezTo>
                  <a:cubicBezTo>
                    <a:pt x="982" y="15030"/>
                    <a:pt x="1091" y="14872"/>
                    <a:pt x="1247" y="14790"/>
                  </a:cubicBezTo>
                  <a:lnTo>
                    <a:pt x="1244" y="14784"/>
                  </a:lnTo>
                  <a:lnTo>
                    <a:pt x="3562" y="13564"/>
                  </a:lnTo>
                  <a:lnTo>
                    <a:pt x="10113" y="17012"/>
                  </a:lnTo>
                  <a:lnTo>
                    <a:pt x="10117" y="17006"/>
                  </a:lnTo>
                  <a:cubicBezTo>
                    <a:pt x="10322" y="17115"/>
                    <a:pt x="10552" y="17182"/>
                    <a:pt x="10800" y="17182"/>
                  </a:cubicBezTo>
                  <a:cubicBezTo>
                    <a:pt x="11048" y="17182"/>
                    <a:pt x="11278" y="17115"/>
                    <a:pt x="11483" y="17006"/>
                  </a:cubicBezTo>
                  <a:lnTo>
                    <a:pt x="11486" y="17012"/>
                  </a:lnTo>
                  <a:lnTo>
                    <a:pt x="18038" y="13564"/>
                  </a:lnTo>
                  <a:cubicBezTo>
                    <a:pt x="18038" y="13564"/>
                    <a:pt x="20356" y="14784"/>
                    <a:pt x="20356" y="14784"/>
                  </a:cubicBezTo>
                  <a:close/>
                  <a:moveTo>
                    <a:pt x="1244" y="6816"/>
                  </a:moveTo>
                  <a:lnTo>
                    <a:pt x="1247" y="6811"/>
                  </a:lnTo>
                  <a:cubicBezTo>
                    <a:pt x="1091" y="6728"/>
                    <a:pt x="982" y="6570"/>
                    <a:pt x="982" y="6382"/>
                  </a:cubicBezTo>
                  <a:cubicBezTo>
                    <a:pt x="982" y="6194"/>
                    <a:pt x="1091" y="6035"/>
                    <a:pt x="1247" y="5953"/>
                  </a:cubicBezTo>
                  <a:lnTo>
                    <a:pt x="1244" y="5947"/>
                  </a:lnTo>
                  <a:lnTo>
                    <a:pt x="10571" y="1038"/>
                  </a:lnTo>
                  <a:lnTo>
                    <a:pt x="10574" y="1044"/>
                  </a:lnTo>
                  <a:cubicBezTo>
                    <a:pt x="10643" y="1008"/>
                    <a:pt x="10717" y="982"/>
                    <a:pt x="10800" y="982"/>
                  </a:cubicBezTo>
                  <a:cubicBezTo>
                    <a:pt x="10883" y="982"/>
                    <a:pt x="10957" y="1008"/>
                    <a:pt x="11026" y="1044"/>
                  </a:cubicBezTo>
                  <a:lnTo>
                    <a:pt x="11029" y="1038"/>
                  </a:lnTo>
                  <a:lnTo>
                    <a:pt x="20356" y="5947"/>
                  </a:lnTo>
                  <a:lnTo>
                    <a:pt x="20353" y="5953"/>
                  </a:lnTo>
                  <a:cubicBezTo>
                    <a:pt x="20509" y="6035"/>
                    <a:pt x="20618" y="6194"/>
                    <a:pt x="20618" y="6382"/>
                  </a:cubicBezTo>
                  <a:cubicBezTo>
                    <a:pt x="20618" y="6570"/>
                    <a:pt x="20509" y="6728"/>
                    <a:pt x="20353" y="6811"/>
                  </a:cubicBezTo>
                  <a:lnTo>
                    <a:pt x="20356" y="6816"/>
                  </a:lnTo>
                  <a:lnTo>
                    <a:pt x="11029" y="11725"/>
                  </a:lnTo>
                  <a:lnTo>
                    <a:pt x="11026" y="11720"/>
                  </a:lnTo>
                  <a:cubicBezTo>
                    <a:pt x="10957" y="11756"/>
                    <a:pt x="10883" y="11782"/>
                    <a:pt x="10800" y="11782"/>
                  </a:cubicBezTo>
                  <a:cubicBezTo>
                    <a:pt x="10717" y="11782"/>
                    <a:pt x="10643" y="11756"/>
                    <a:pt x="10574" y="11720"/>
                  </a:cubicBezTo>
                  <a:lnTo>
                    <a:pt x="10571" y="11725"/>
                  </a:lnTo>
                  <a:cubicBezTo>
                    <a:pt x="10571" y="11725"/>
                    <a:pt x="1244" y="6816"/>
                    <a:pt x="1244" y="6816"/>
                  </a:cubicBezTo>
                  <a:close/>
                  <a:moveTo>
                    <a:pt x="21600" y="10800"/>
                  </a:moveTo>
                  <a:cubicBezTo>
                    <a:pt x="21600" y="10234"/>
                    <a:pt x="21278" y="9749"/>
                    <a:pt x="20810" y="9503"/>
                  </a:cubicBezTo>
                  <a:lnTo>
                    <a:pt x="20813" y="9497"/>
                  </a:lnTo>
                  <a:lnTo>
                    <a:pt x="19092" y="8591"/>
                  </a:lnTo>
                  <a:lnTo>
                    <a:pt x="20813" y="7685"/>
                  </a:lnTo>
                  <a:lnTo>
                    <a:pt x="20810" y="7679"/>
                  </a:lnTo>
                  <a:cubicBezTo>
                    <a:pt x="21278" y="7433"/>
                    <a:pt x="21600" y="6948"/>
                    <a:pt x="21600" y="6382"/>
                  </a:cubicBezTo>
                  <a:cubicBezTo>
                    <a:pt x="21600" y="5816"/>
                    <a:pt x="21278" y="5331"/>
                    <a:pt x="20810" y="5085"/>
                  </a:cubicBezTo>
                  <a:lnTo>
                    <a:pt x="20813" y="5079"/>
                  </a:lnTo>
                  <a:lnTo>
                    <a:pt x="11486" y="170"/>
                  </a:lnTo>
                  <a:lnTo>
                    <a:pt x="11483" y="175"/>
                  </a:lnTo>
                  <a:cubicBezTo>
                    <a:pt x="11278" y="67"/>
                    <a:pt x="11048" y="0"/>
                    <a:pt x="10800" y="0"/>
                  </a:cubicBezTo>
                  <a:cubicBezTo>
                    <a:pt x="10552" y="0"/>
                    <a:pt x="10322" y="67"/>
                    <a:pt x="10117" y="175"/>
                  </a:cubicBezTo>
                  <a:lnTo>
                    <a:pt x="10113" y="170"/>
                  </a:lnTo>
                  <a:lnTo>
                    <a:pt x="786" y="5079"/>
                  </a:lnTo>
                  <a:lnTo>
                    <a:pt x="790" y="5085"/>
                  </a:lnTo>
                  <a:cubicBezTo>
                    <a:pt x="322" y="5331"/>
                    <a:pt x="0" y="5816"/>
                    <a:pt x="0" y="6382"/>
                  </a:cubicBezTo>
                  <a:cubicBezTo>
                    <a:pt x="0" y="6948"/>
                    <a:pt x="322" y="7433"/>
                    <a:pt x="790" y="7679"/>
                  </a:cubicBezTo>
                  <a:lnTo>
                    <a:pt x="786" y="7685"/>
                  </a:lnTo>
                  <a:lnTo>
                    <a:pt x="2508" y="8591"/>
                  </a:lnTo>
                  <a:lnTo>
                    <a:pt x="786" y="9497"/>
                  </a:lnTo>
                  <a:lnTo>
                    <a:pt x="790" y="9503"/>
                  </a:lnTo>
                  <a:cubicBezTo>
                    <a:pt x="322" y="9749"/>
                    <a:pt x="0" y="10234"/>
                    <a:pt x="0" y="10800"/>
                  </a:cubicBezTo>
                  <a:cubicBezTo>
                    <a:pt x="0" y="11366"/>
                    <a:pt x="322" y="11851"/>
                    <a:pt x="790" y="12097"/>
                  </a:cubicBezTo>
                  <a:lnTo>
                    <a:pt x="786" y="12103"/>
                  </a:lnTo>
                  <a:lnTo>
                    <a:pt x="2508" y="13009"/>
                  </a:lnTo>
                  <a:lnTo>
                    <a:pt x="786" y="13915"/>
                  </a:lnTo>
                  <a:lnTo>
                    <a:pt x="790" y="13921"/>
                  </a:lnTo>
                  <a:cubicBezTo>
                    <a:pt x="322" y="14167"/>
                    <a:pt x="0" y="14652"/>
                    <a:pt x="0" y="15218"/>
                  </a:cubicBezTo>
                  <a:cubicBezTo>
                    <a:pt x="0" y="15784"/>
                    <a:pt x="322" y="16269"/>
                    <a:pt x="790" y="16515"/>
                  </a:cubicBezTo>
                  <a:lnTo>
                    <a:pt x="786" y="16521"/>
                  </a:lnTo>
                  <a:lnTo>
                    <a:pt x="10113" y="21430"/>
                  </a:lnTo>
                  <a:lnTo>
                    <a:pt x="10117" y="21425"/>
                  </a:lnTo>
                  <a:cubicBezTo>
                    <a:pt x="10322" y="21533"/>
                    <a:pt x="10552" y="21600"/>
                    <a:pt x="10800" y="21600"/>
                  </a:cubicBezTo>
                  <a:cubicBezTo>
                    <a:pt x="11048" y="21600"/>
                    <a:pt x="11278" y="21533"/>
                    <a:pt x="11483" y="21425"/>
                  </a:cubicBezTo>
                  <a:lnTo>
                    <a:pt x="11486" y="21430"/>
                  </a:lnTo>
                  <a:lnTo>
                    <a:pt x="20813" y="16521"/>
                  </a:lnTo>
                  <a:lnTo>
                    <a:pt x="20810" y="16515"/>
                  </a:lnTo>
                  <a:cubicBezTo>
                    <a:pt x="21278" y="16269"/>
                    <a:pt x="21600" y="15784"/>
                    <a:pt x="21600" y="15218"/>
                  </a:cubicBezTo>
                  <a:cubicBezTo>
                    <a:pt x="21600" y="14652"/>
                    <a:pt x="21278" y="14167"/>
                    <a:pt x="20810" y="13921"/>
                  </a:cubicBezTo>
                  <a:lnTo>
                    <a:pt x="20813" y="13915"/>
                  </a:lnTo>
                  <a:lnTo>
                    <a:pt x="19092" y="13009"/>
                  </a:lnTo>
                  <a:lnTo>
                    <a:pt x="20813" y="12103"/>
                  </a:lnTo>
                  <a:lnTo>
                    <a:pt x="20810" y="12097"/>
                  </a:lnTo>
                  <a:cubicBezTo>
                    <a:pt x="21278" y="11851"/>
                    <a:pt x="21600" y="11366"/>
                    <a:pt x="21600" y="10800"/>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grpSp>
      <p:grpSp>
        <p:nvGrpSpPr>
          <p:cNvPr id="17" name="组合 16"/>
          <p:cNvGrpSpPr/>
          <p:nvPr/>
        </p:nvGrpSpPr>
        <p:grpSpPr>
          <a:xfrm>
            <a:off x="1178760" y="1572350"/>
            <a:ext cx="710184" cy="710184"/>
            <a:chOff x="915971" y="1387288"/>
            <a:chExt cx="710184" cy="710184"/>
          </a:xfrm>
        </p:grpSpPr>
        <p:sp>
          <p:nvSpPr>
            <p:cNvPr id="18" name="Rectangle 33"/>
            <p:cNvSpPr/>
            <p:nvPr/>
          </p:nvSpPr>
          <p:spPr>
            <a:xfrm>
              <a:off x="915971" y="1387288"/>
              <a:ext cx="710184" cy="710184"/>
            </a:xfrm>
            <a:prstGeom prst="rect">
              <a:avLst/>
            </a:prstGeom>
            <a:solidFill>
              <a:srgbClr val="55739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cs typeface="+mn-ea"/>
                <a:sym typeface="+mn-lt"/>
              </a:endParaRPr>
            </a:p>
          </p:txBody>
        </p:sp>
        <p:sp>
          <p:nvSpPr>
            <p:cNvPr id="19" name="Shape 2633"/>
            <p:cNvSpPr/>
            <p:nvPr/>
          </p:nvSpPr>
          <p:spPr>
            <a:xfrm>
              <a:off x="1056748" y="1528065"/>
              <a:ext cx="428630" cy="428630"/>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19045" tIns="19045" rIns="19045" bIns="19045" anchor="ctr"/>
            <a:lstStyle/>
            <a:p>
              <a:pPr defTabSz="2286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cs typeface="+mn-ea"/>
                <a:sym typeface="+mn-lt"/>
              </a:endParaRPr>
            </a:p>
          </p:txBody>
        </p:sp>
      </p:grpSp>
      <p:sp>
        <p:nvSpPr>
          <p:cNvPr id="20" name="Freeform 115"/>
          <p:cNvSpPr>
            <a:spLocks noEditPoints="1"/>
          </p:cNvSpPr>
          <p:nvPr/>
        </p:nvSpPr>
        <p:spPr bwMode="auto">
          <a:xfrm>
            <a:off x="6612486" y="4056479"/>
            <a:ext cx="435590" cy="433456"/>
          </a:xfrm>
          <a:custGeom>
            <a:avLst/>
            <a:gdLst>
              <a:gd name="T0" fmla="*/ 789 w 1018"/>
              <a:gd name="T1" fmla="*/ 69 h 1017"/>
              <a:gd name="T2" fmla="*/ 765 w 1018"/>
              <a:gd name="T3" fmla="*/ 25 h 1017"/>
              <a:gd name="T4" fmla="*/ 719 w 1018"/>
              <a:gd name="T5" fmla="*/ 1 h 1017"/>
              <a:gd name="T6" fmla="*/ 73 w 1018"/>
              <a:gd name="T7" fmla="*/ 1 h 1017"/>
              <a:gd name="T8" fmla="*/ 27 w 1018"/>
              <a:gd name="T9" fmla="*/ 25 h 1017"/>
              <a:gd name="T10" fmla="*/ 2 w 1018"/>
              <a:gd name="T11" fmla="*/ 69 h 1017"/>
              <a:gd name="T12" fmla="*/ 2 w 1018"/>
              <a:gd name="T13" fmla="*/ 716 h 1017"/>
              <a:gd name="T14" fmla="*/ 28 w 1018"/>
              <a:gd name="T15" fmla="*/ 766 h 1017"/>
              <a:gd name="T16" fmla="*/ 67 w 1018"/>
              <a:gd name="T17" fmla="*/ 789 h 1017"/>
              <a:gd name="T18" fmla="*/ 115 w 1018"/>
              <a:gd name="T19" fmla="*/ 791 h 1017"/>
              <a:gd name="T20" fmla="*/ 163 w 1018"/>
              <a:gd name="T21" fmla="*/ 766 h 1017"/>
              <a:gd name="T22" fmla="*/ 263 w 1018"/>
              <a:gd name="T23" fmla="*/ 745 h 1017"/>
              <a:gd name="T24" fmla="*/ 589 w 1018"/>
              <a:gd name="T25" fmla="*/ 763 h 1017"/>
              <a:gd name="T26" fmla="*/ 634 w 1018"/>
              <a:gd name="T27" fmla="*/ 777 h 1017"/>
              <a:gd name="T28" fmla="*/ 870 w 1018"/>
              <a:gd name="T29" fmla="*/ 1001 h 1017"/>
              <a:gd name="T30" fmla="*/ 923 w 1018"/>
              <a:gd name="T31" fmla="*/ 1017 h 1017"/>
              <a:gd name="T32" fmla="*/ 968 w 1018"/>
              <a:gd name="T33" fmla="*/ 1006 h 1017"/>
              <a:gd name="T34" fmla="*/ 1002 w 1018"/>
              <a:gd name="T35" fmla="*/ 975 h 1017"/>
              <a:gd name="T36" fmla="*/ 1018 w 1018"/>
              <a:gd name="T37" fmla="*/ 921 h 1017"/>
              <a:gd name="T38" fmla="*/ 1011 w 1018"/>
              <a:gd name="T39" fmla="*/ 276 h 1017"/>
              <a:gd name="T40" fmla="*/ 977 w 1018"/>
              <a:gd name="T41" fmla="*/ 238 h 1017"/>
              <a:gd name="T42" fmla="*/ 927 w 1018"/>
              <a:gd name="T43" fmla="*/ 223 h 1017"/>
              <a:gd name="T44" fmla="*/ 102 w 1018"/>
              <a:gd name="T45" fmla="*/ 729 h 1017"/>
              <a:gd name="T46" fmla="*/ 73 w 1018"/>
              <a:gd name="T47" fmla="*/ 721 h 1017"/>
              <a:gd name="T48" fmla="*/ 64 w 1018"/>
              <a:gd name="T49" fmla="*/ 86 h 1017"/>
              <a:gd name="T50" fmla="*/ 80 w 1018"/>
              <a:gd name="T51" fmla="*/ 65 h 1017"/>
              <a:gd name="T52" fmla="*/ 711 w 1018"/>
              <a:gd name="T53" fmla="*/ 65 h 1017"/>
              <a:gd name="T54" fmla="*/ 727 w 1018"/>
              <a:gd name="T55" fmla="*/ 86 h 1017"/>
              <a:gd name="T56" fmla="*/ 720 w 1018"/>
              <a:gd name="T57" fmla="*/ 470 h 1017"/>
              <a:gd name="T58" fmla="*/ 429 w 1018"/>
              <a:gd name="T59" fmla="*/ 476 h 1017"/>
              <a:gd name="T60" fmla="*/ 350 w 1018"/>
              <a:gd name="T61" fmla="*/ 501 h 1017"/>
              <a:gd name="T62" fmla="*/ 954 w 1018"/>
              <a:gd name="T63" fmla="*/ 928 h 1017"/>
              <a:gd name="T64" fmla="*/ 934 w 1018"/>
              <a:gd name="T65" fmla="*/ 951 h 1017"/>
              <a:gd name="T66" fmla="*/ 900 w 1018"/>
              <a:gd name="T67" fmla="*/ 944 h 1017"/>
              <a:gd name="T68" fmla="*/ 645 w 1018"/>
              <a:gd name="T69" fmla="*/ 711 h 1017"/>
              <a:gd name="T70" fmla="*/ 318 w 1018"/>
              <a:gd name="T71" fmla="*/ 700 h 1017"/>
              <a:gd name="T72" fmla="*/ 293 w 1018"/>
              <a:gd name="T73" fmla="*/ 685 h 1017"/>
              <a:gd name="T74" fmla="*/ 379 w 1018"/>
              <a:gd name="T75" fmla="*/ 557 h 1017"/>
              <a:gd name="T76" fmla="*/ 420 w 1018"/>
              <a:gd name="T77" fmla="*/ 540 h 1017"/>
              <a:gd name="T78" fmla="*/ 727 w 1018"/>
              <a:gd name="T79" fmla="*/ 536 h 1017"/>
              <a:gd name="T80" fmla="*/ 770 w 1018"/>
              <a:gd name="T81" fmla="*/ 508 h 1017"/>
              <a:gd name="T82" fmla="*/ 791 w 1018"/>
              <a:gd name="T83" fmla="*/ 461 h 1017"/>
              <a:gd name="T84" fmla="*/ 938 w 1018"/>
              <a:gd name="T85" fmla="*/ 288 h 1017"/>
              <a:gd name="T86" fmla="*/ 955 w 1018"/>
              <a:gd name="T87" fmla="*/ 311 h 1017"/>
              <a:gd name="T88" fmla="*/ 425 w 1018"/>
              <a:gd name="T89" fmla="*/ 373 h 1017"/>
              <a:gd name="T90" fmla="*/ 445 w 1018"/>
              <a:gd name="T91" fmla="*/ 333 h 1017"/>
              <a:gd name="T92" fmla="*/ 416 w 1018"/>
              <a:gd name="T93" fmla="*/ 289 h 1017"/>
              <a:gd name="T94" fmla="*/ 371 w 1018"/>
              <a:gd name="T95" fmla="*/ 294 h 1017"/>
              <a:gd name="T96" fmla="*/ 350 w 1018"/>
              <a:gd name="T97" fmla="*/ 333 h 1017"/>
              <a:gd name="T98" fmla="*/ 380 w 1018"/>
              <a:gd name="T99" fmla="*/ 377 h 1017"/>
              <a:gd name="T100" fmla="*/ 197 w 1018"/>
              <a:gd name="T101" fmla="*/ 286 h 1017"/>
              <a:gd name="T102" fmla="*/ 160 w 1018"/>
              <a:gd name="T103" fmla="*/ 324 h 1017"/>
              <a:gd name="T104" fmla="*/ 174 w 1018"/>
              <a:gd name="T105" fmla="*/ 367 h 1017"/>
              <a:gd name="T106" fmla="*/ 217 w 1018"/>
              <a:gd name="T107" fmla="*/ 380 h 1017"/>
              <a:gd name="T108" fmla="*/ 254 w 1018"/>
              <a:gd name="T109" fmla="*/ 343 h 1017"/>
              <a:gd name="T110" fmla="*/ 240 w 1018"/>
              <a:gd name="T111" fmla="*/ 300 h 1017"/>
              <a:gd name="T112" fmla="*/ 589 w 1018"/>
              <a:gd name="T113" fmla="*/ 380 h 1017"/>
              <a:gd name="T114" fmla="*/ 629 w 1018"/>
              <a:gd name="T115" fmla="*/ 360 h 1017"/>
              <a:gd name="T116" fmla="*/ 633 w 1018"/>
              <a:gd name="T117" fmla="*/ 315 h 1017"/>
              <a:gd name="T118" fmla="*/ 589 w 1018"/>
              <a:gd name="T119" fmla="*/ 286 h 1017"/>
              <a:gd name="T120" fmla="*/ 549 w 1018"/>
              <a:gd name="T121" fmla="*/ 306 h 1017"/>
              <a:gd name="T122" fmla="*/ 545 w 1018"/>
              <a:gd name="T123" fmla="*/ 351 h 1017"/>
              <a:gd name="T124" fmla="*/ 589 w 1018"/>
              <a:gd name="T125" fmla="*/ 380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18" h="1017">
                <a:moveTo>
                  <a:pt x="927" y="223"/>
                </a:moveTo>
                <a:lnTo>
                  <a:pt x="792" y="223"/>
                </a:lnTo>
                <a:lnTo>
                  <a:pt x="792" y="86"/>
                </a:lnTo>
                <a:lnTo>
                  <a:pt x="792" y="86"/>
                </a:lnTo>
                <a:lnTo>
                  <a:pt x="791" y="78"/>
                </a:lnTo>
                <a:lnTo>
                  <a:pt x="789" y="69"/>
                </a:lnTo>
                <a:lnTo>
                  <a:pt x="787" y="61"/>
                </a:lnTo>
                <a:lnTo>
                  <a:pt x="784" y="53"/>
                </a:lnTo>
                <a:lnTo>
                  <a:pt x="780" y="45"/>
                </a:lnTo>
                <a:lnTo>
                  <a:pt x="776" y="38"/>
                </a:lnTo>
                <a:lnTo>
                  <a:pt x="770" y="31"/>
                </a:lnTo>
                <a:lnTo>
                  <a:pt x="765" y="25"/>
                </a:lnTo>
                <a:lnTo>
                  <a:pt x="758" y="19"/>
                </a:lnTo>
                <a:lnTo>
                  <a:pt x="751" y="15"/>
                </a:lnTo>
                <a:lnTo>
                  <a:pt x="743" y="10"/>
                </a:lnTo>
                <a:lnTo>
                  <a:pt x="736" y="6"/>
                </a:lnTo>
                <a:lnTo>
                  <a:pt x="727" y="3"/>
                </a:lnTo>
                <a:lnTo>
                  <a:pt x="719" y="1"/>
                </a:lnTo>
                <a:lnTo>
                  <a:pt x="709" y="0"/>
                </a:lnTo>
                <a:lnTo>
                  <a:pt x="699" y="0"/>
                </a:lnTo>
                <a:lnTo>
                  <a:pt x="92" y="0"/>
                </a:lnTo>
                <a:lnTo>
                  <a:pt x="92" y="0"/>
                </a:lnTo>
                <a:lnTo>
                  <a:pt x="82" y="0"/>
                </a:lnTo>
                <a:lnTo>
                  <a:pt x="73" y="1"/>
                </a:lnTo>
                <a:lnTo>
                  <a:pt x="64" y="3"/>
                </a:lnTo>
                <a:lnTo>
                  <a:pt x="56" y="6"/>
                </a:lnTo>
                <a:lnTo>
                  <a:pt x="48" y="10"/>
                </a:lnTo>
                <a:lnTo>
                  <a:pt x="41" y="15"/>
                </a:lnTo>
                <a:lnTo>
                  <a:pt x="33" y="19"/>
                </a:lnTo>
                <a:lnTo>
                  <a:pt x="27" y="25"/>
                </a:lnTo>
                <a:lnTo>
                  <a:pt x="21" y="31"/>
                </a:lnTo>
                <a:lnTo>
                  <a:pt x="16" y="38"/>
                </a:lnTo>
                <a:lnTo>
                  <a:pt x="12" y="45"/>
                </a:lnTo>
                <a:lnTo>
                  <a:pt x="7" y="53"/>
                </a:lnTo>
                <a:lnTo>
                  <a:pt x="4" y="61"/>
                </a:lnTo>
                <a:lnTo>
                  <a:pt x="2" y="69"/>
                </a:lnTo>
                <a:lnTo>
                  <a:pt x="1" y="78"/>
                </a:lnTo>
                <a:lnTo>
                  <a:pt x="0" y="86"/>
                </a:lnTo>
                <a:lnTo>
                  <a:pt x="0" y="698"/>
                </a:lnTo>
                <a:lnTo>
                  <a:pt x="0" y="698"/>
                </a:lnTo>
                <a:lnTo>
                  <a:pt x="1" y="708"/>
                </a:lnTo>
                <a:lnTo>
                  <a:pt x="2" y="716"/>
                </a:lnTo>
                <a:lnTo>
                  <a:pt x="4" y="726"/>
                </a:lnTo>
                <a:lnTo>
                  <a:pt x="7" y="735"/>
                </a:lnTo>
                <a:lnTo>
                  <a:pt x="12" y="743"/>
                </a:lnTo>
                <a:lnTo>
                  <a:pt x="16" y="751"/>
                </a:lnTo>
                <a:lnTo>
                  <a:pt x="21" y="758"/>
                </a:lnTo>
                <a:lnTo>
                  <a:pt x="28" y="766"/>
                </a:lnTo>
                <a:lnTo>
                  <a:pt x="28" y="766"/>
                </a:lnTo>
                <a:lnTo>
                  <a:pt x="35" y="772"/>
                </a:lnTo>
                <a:lnTo>
                  <a:pt x="43" y="777"/>
                </a:lnTo>
                <a:lnTo>
                  <a:pt x="51" y="782"/>
                </a:lnTo>
                <a:lnTo>
                  <a:pt x="59" y="786"/>
                </a:lnTo>
                <a:lnTo>
                  <a:pt x="67" y="789"/>
                </a:lnTo>
                <a:lnTo>
                  <a:pt x="77" y="791"/>
                </a:lnTo>
                <a:lnTo>
                  <a:pt x="87" y="792"/>
                </a:lnTo>
                <a:lnTo>
                  <a:pt x="95" y="794"/>
                </a:lnTo>
                <a:lnTo>
                  <a:pt x="95" y="794"/>
                </a:lnTo>
                <a:lnTo>
                  <a:pt x="105" y="792"/>
                </a:lnTo>
                <a:lnTo>
                  <a:pt x="115" y="791"/>
                </a:lnTo>
                <a:lnTo>
                  <a:pt x="123" y="789"/>
                </a:lnTo>
                <a:lnTo>
                  <a:pt x="132" y="786"/>
                </a:lnTo>
                <a:lnTo>
                  <a:pt x="140" y="783"/>
                </a:lnTo>
                <a:lnTo>
                  <a:pt x="148" y="777"/>
                </a:lnTo>
                <a:lnTo>
                  <a:pt x="155" y="772"/>
                </a:lnTo>
                <a:lnTo>
                  <a:pt x="163" y="766"/>
                </a:lnTo>
                <a:lnTo>
                  <a:pt x="230" y="700"/>
                </a:lnTo>
                <a:lnTo>
                  <a:pt x="230" y="700"/>
                </a:lnTo>
                <a:lnTo>
                  <a:pt x="236" y="713"/>
                </a:lnTo>
                <a:lnTo>
                  <a:pt x="243" y="726"/>
                </a:lnTo>
                <a:lnTo>
                  <a:pt x="252" y="737"/>
                </a:lnTo>
                <a:lnTo>
                  <a:pt x="263" y="745"/>
                </a:lnTo>
                <a:lnTo>
                  <a:pt x="276" y="753"/>
                </a:lnTo>
                <a:lnTo>
                  <a:pt x="288" y="759"/>
                </a:lnTo>
                <a:lnTo>
                  <a:pt x="303" y="762"/>
                </a:lnTo>
                <a:lnTo>
                  <a:pt x="318" y="763"/>
                </a:lnTo>
                <a:lnTo>
                  <a:pt x="589" y="763"/>
                </a:lnTo>
                <a:lnTo>
                  <a:pt x="589" y="763"/>
                </a:lnTo>
                <a:lnTo>
                  <a:pt x="597" y="763"/>
                </a:lnTo>
                <a:lnTo>
                  <a:pt x="605" y="765"/>
                </a:lnTo>
                <a:lnTo>
                  <a:pt x="612" y="767"/>
                </a:lnTo>
                <a:lnTo>
                  <a:pt x="620" y="770"/>
                </a:lnTo>
                <a:lnTo>
                  <a:pt x="626" y="773"/>
                </a:lnTo>
                <a:lnTo>
                  <a:pt x="634" y="777"/>
                </a:lnTo>
                <a:lnTo>
                  <a:pt x="640" y="782"/>
                </a:lnTo>
                <a:lnTo>
                  <a:pt x="646" y="787"/>
                </a:lnTo>
                <a:lnTo>
                  <a:pt x="855" y="989"/>
                </a:lnTo>
                <a:lnTo>
                  <a:pt x="855" y="989"/>
                </a:lnTo>
                <a:lnTo>
                  <a:pt x="862" y="995"/>
                </a:lnTo>
                <a:lnTo>
                  <a:pt x="870" y="1001"/>
                </a:lnTo>
                <a:lnTo>
                  <a:pt x="877" y="1006"/>
                </a:lnTo>
                <a:lnTo>
                  <a:pt x="886" y="1010"/>
                </a:lnTo>
                <a:lnTo>
                  <a:pt x="895" y="1012"/>
                </a:lnTo>
                <a:lnTo>
                  <a:pt x="903" y="1016"/>
                </a:lnTo>
                <a:lnTo>
                  <a:pt x="913" y="1017"/>
                </a:lnTo>
                <a:lnTo>
                  <a:pt x="923" y="1017"/>
                </a:lnTo>
                <a:lnTo>
                  <a:pt x="923" y="1017"/>
                </a:lnTo>
                <a:lnTo>
                  <a:pt x="932" y="1017"/>
                </a:lnTo>
                <a:lnTo>
                  <a:pt x="941" y="1016"/>
                </a:lnTo>
                <a:lnTo>
                  <a:pt x="950" y="1012"/>
                </a:lnTo>
                <a:lnTo>
                  <a:pt x="959" y="1010"/>
                </a:lnTo>
                <a:lnTo>
                  <a:pt x="968" y="1006"/>
                </a:lnTo>
                <a:lnTo>
                  <a:pt x="975" y="1001"/>
                </a:lnTo>
                <a:lnTo>
                  <a:pt x="983" y="995"/>
                </a:lnTo>
                <a:lnTo>
                  <a:pt x="990" y="989"/>
                </a:lnTo>
                <a:lnTo>
                  <a:pt x="990" y="989"/>
                </a:lnTo>
                <a:lnTo>
                  <a:pt x="997" y="982"/>
                </a:lnTo>
                <a:lnTo>
                  <a:pt x="1002" y="975"/>
                </a:lnTo>
                <a:lnTo>
                  <a:pt x="1006" y="966"/>
                </a:lnTo>
                <a:lnTo>
                  <a:pt x="1011" y="958"/>
                </a:lnTo>
                <a:lnTo>
                  <a:pt x="1014" y="949"/>
                </a:lnTo>
                <a:lnTo>
                  <a:pt x="1016" y="941"/>
                </a:lnTo>
                <a:lnTo>
                  <a:pt x="1017" y="931"/>
                </a:lnTo>
                <a:lnTo>
                  <a:pt x="1018" y="921"/>
                </a:lnTo>
                <a:lnTo>
                  <a:pt x="1018" y="311"/>
                </a:lnTo>
                <a:lnTo>
                  <a:pt x="1018" y="311"/>
                </a:lnTo>
                <a:lnTo>
                  <a:pt x="1017" y="301"/>
                </a:lnTo>
                <a:lnTo>
                  <a:pt x="1016" y="292"/>
                </a:lnTo>
                <a:lnTo>
                  <a:pt x="1014" y="284"/>
                </a:lnTo>
                <a:lnTo>
                  <a:pt x="1011" y="276"/>
                </a:lnTo>
                <a:lnTo>
                  <a:pt x="1007" y="269"/>
                </a:lnTo>
                <a:lnTo>
                  <a:pt x="1002" y="261"/>
                </a:lnTo>
                <a:lnTo>
                  <a:pt x="997" y="255"/>
                </a:lnTo>
                <a:lnTo>
                  <a:pt x="991" y="248"/>
                </a:lnTo>
                <a:lnTo>
                  <a:pt x="985" y="243"/>
                </a:lnTo>
                <a:lnTo>
                  <a:pt x="977" y="238"/>
                </a:lnTo>
                <a:lnTo>
                  <a:pt x="970" y="233"/>
                </a:lnTo>
                <a:lnTo>
                  <a:pt x="962" y="230"/>
                </a:lnTo>
                <a:lnTo>
                  <a:pt x="954" y="227"/>
                </a:lnTo>
                <a:lnTo>
                  <a:pt x="945" y="225"/>
                </a:lnTo>
                <a:lnTo>
                  <a:pt x="935" y="224"/>
                </a:lnTo>
                <a:lnTo>
                  <a:pt x="927" y="223"/>
                </a:lnTo>
                <a:lnTo>
                  <a:pt x="927" y="223"/>
                </a:lnTo>
                <a:close/>
                <a:moveTo>
                  <a:pt x="118" y="721"/>
                </a:moveTo>
                <a:lnTo>
                  <a:pt x="118" y="721"/>
                </a:lnTo>
                <a:lnTo>
                  <a:pt x="114" y="725"/>
                </a:lnTo>
                <a:lnTo>
                  <a:pt x="108" y="727"/>
                </a:lnTo>
                <a:lnTo>
                  <a:pt x="102" y="729"/>
                </a:lnTo>
                <a:lnTo>
                  <a:pt x="95" y="729"/>
                </a:lnTo>
                <a:lnTo>
                  <a:pt x="90" y="729"/>
                </a:lnTo>
                <a:lnTo>
                  <a:pt x="83" y="727"/>
                </a:lnTo>
                <a:lnTo>
                  <a:pt x="78" y="725"/>
                </a:lnTo>
                <a:lnTo>
                  <a:pt x="73" y="721"/>
                </a:lnTo>
                <a:lnTo>
                  <a:pt x="73" y="721"/>
                </a:lnTo>
                <a:lnTo>
                  <a:pt x="70" y="715"/>
                </a:lnTo>
                <a:lnTo>
                  <a:pt x="66" y="710"/>
                </a:lnTo>
                <a:lnTo>
                  <a:pt x="64" y="704"/>
                </a:lnTo>
                <a:lnTo>
                  <a:pt x="64" y="698"/>
                </a:lnTo>
                <a:lnTo>
                  <a:pt x="64" y="86"/>
                </a:lnTo>
                <a:lnTo>
                  <a:pt x="64" y="86"/>
                </a:lnTo>
                <a:lnTo>
                  <a:pt x="64" y="82"/>
                </a:lnTo>
                <a:lnTo>
                  <a:pt x="66" y="78"/>
                </a:lnTo>
                <a:lnTo>
                  <a:pt x="68" y="74"/>
                </a:lnTo>
                <a:lnTo>
                  <a:pt x="72" y="70"/>
                </a:lnTo>
                <a:lnTo>
                  <a:pt x="76" y="67"/>
                </a:lnTo>
                <a:lnTo>
                  <a:pt x="80" y="65"/>
                </a:lnTo>
                <a:lnTo>
                  <a:pt x="86" y="63"/>
                </a:lnTo>
                <a:lnTo>
                  <a:pt x="92" y="63"/>
                </a:lnTo>
                <a:lnTo>
                  <a:pt x="699" y="63"/>
                </a:lnTo>
                <a:lnTo>
                  <a:pt x="699" y="63"/>
                </a:lnTo>
                <a:lnTo>
                  <a:pt x="706" y="63"/>
                </a:lnTo>
                <a:lnTo>
                  <a:pt x="711" y="65"/>
                </a:lnTo>
                <a:lnTo>
                  <a:pt x="715" y="67"/>
                </a:lnTo>
                <a:lnTo>
                  <a:pt x="720" y="70"/>
                </a:lnTo>
                <a:lnTo>
                  <a:pt x="723" y="74"/>
                </a:lnTo>
                <a:lnTo>
                  <a:pt x="725" y="78"/>
                </a:lnTo>
                <a:lnTo>
                  <a:pt x="727" y="82"/>
                </a:lnTo>
                <a:lnTo>
                  <a:pt x="727" y="86"/>
                </a:lnTo>
                <a:lnTo>
                  <a:pt x="727" y="452"/>
                </a:lnTo>
                <a:lnTo>
                  <a:pt x="727" y="452"/>
                </a:lnTo>
                <a:lnTo>
                  <a:pt x="727" y="458"/>
                </a:lnTo>
                <a:lnTo>
                  <a:pt x="725" y="462"/>
                </a:lnTo>
                <a:lnTo>
                  <a:pt x="723" y="466"/>
                </a:lnTo>
                <a:lnTo>
                  <a:pt x="720" y="470"/>
                </a:lnTo>
                <a:lnTo>
                  <a:pt x="715" y="473"/>
                </a:lnTo>
                <a:lnTo>
                  <a:pt x="711" y="475"/>
                </a:lnTo>
                <a:lnTo>
                  <a:pt x="706" y="476"/>
                </a:lnTo>
                <a:lnTo>
                  <a:pt x="699" y="476"/>
                </a:lnTo>
                <a:lnTo>
                  <a:pt x="429" y="476"/>
                </a:lnTo>
                <a:lnTo>
                  <a:pt x="429" y="476"/>
                </a:lnTo>
                <a:lnTo>
                  <a:pt x="415" y="477"/>
                </a:lnTo>
                <a:lnTo>
                  <a:pt x="401" y="479"/>
                </a:lnTo>
                <a:lnTo>
                  <a:pt x="387" y="482"/>
                </a:lnTo>
                <a:lnTo>
                  <a:pt x="374" y="487"/>
                </a:lnTo>
                <a:lnTo>
                  <a:pt x="361" y="493"/>
                </a:lnTo>
                <a:lnTo>
                  <a:pt x="350" y="501"/>
                </a:lnTo>
                <a:lnTo>
                  <a:pt x="339" y="508"/>
                </a:lnTo>
                <a:lnTo>
                  <a:pt x="328" y="518"/>
                </a:lnTo>
                <a:lnTo>
                  <a:pt x="118" y="721"/>
                </a:lnTo>
                <a:close/>
                <a:moveTo>
                  <a:pt x="955" y="921"/>
                </a:moveTo>
                <a:lnTo>
                  <a:pt x="955" y="921"/>
                </a:lnTo>
                <a:lnTo>
                  <a:pt x="954" y="928"/>
                </a:lnTo>
                <a:lnTo>
                  <a:pt x="951" y="934"/>
                </a:lnTo>
                <a:lnTo>
                  <a:pt x="949" y="939"/>
                </a:lnTo>
                <a:lnTo>
                  <a:pt x="945" y="944"/>
                </a:lnTo>
                <a:lnTo>
                  <a:pt x="945" y="944"/>
                </a:lnTo>
                <a:lnTo>
                  <a:pt x="940" y="948"/>
                </a:lnTo>
                <a:lnTo>
                  <a:pt x="934" y="951"/>
                </a:lnTo>
                <a:lnTo>
                  <a:pt x="929" y="952"/>
                </a:lnTo>
                <a:lnTo>
                  <a:pt x="923" y="953"/>
                </a:lnTo>
                <a:lnTo>
                  <a:pt x="916" y="952"/>
                </a:lnTo>
                <a:lnTo>
                  <a:pt x="911" y="951"/>
                </a:lnTo>
                <a:lnTo>
                  <a:pt x="904" y="948"/>
                </a:lnTo>
                <a:lnTo>
                  <a:pt x="900" y="944"/>
                </a:lnTo>
                <a:lnTo>
                  <a:pt x="691" y="742"/>
                </a:lnTo>
                <a:lnTo>
                  <a:pt x="691" y="742"/>
                </a:lnTo>
                <a:lnTo>
                  <a:pt x="680" y="732"/>
                </a:lnTo>
                <a:lnTo>
                  <a:pt x="668" y="724"/>
                </a:lnTo>
                <a:lnTo>
                  <a:pt x="656" y="716"/>
                </a:lnTo>
                <a:lnTo>
                  <a:pt x="645" y="711"/>
                </a:lnTo>
                <a:lnTo>
                  <a:pt x="631" y="706"/>
                </a:lnTo>
                <a:lnTo>
                  <a:pt x="618" y="702"/>
                </a:lnTo>
                <a:lnTo>
                  <a:pt x="604" y="700"/>
                </a:lnTo>
                <a:lnTo>
                  <a:pt x="589" y="700"/>
                </a:lnTo>
                <a:lnTo>
                  <a:pt x="318" y="700"/>
                </a:lnTo>
                <a:lnTo>
                  <a:pt x="318" y="700"/>
                </a:lnTo>
                <a:lnTo>
                  <a:pt x="313" y="699"/>
                </a:lnTo>
                <a:lnTo>
                  <a:pt x="308" y="698"/>
                </a:lnTo>
                <a:lnTo>
                  <a:pt x="302" y="696"/>
                </a:lnTo>
                <a:lnTo>
                  <a:pt x="298" y="693"/>
                </a:lnTo>
                <a:lnTo>
                  <a:pt x="295" y="689"/>
                </a:lnTo>
                <a:lnTo>
                  <a:pt x="293" y="685"/>
                </a:lnTo>
                <a:lnTo>
                  <a:pt x="291" y="681"/>
                </a:lnTo>
                <a:lnTo>
                  <a:pt x="291" y="677"/>
                </a:lnTo>
                <a:lnTo>
                  <a:pt x="291" y="642"/>
                </a:lnTo>
                <a:lnTo>
                  <a:pt x="372" y="563"/>
                </a:lnTo>
                <a:lnTo>
                  <a:pt x="372" y="563"/>
                </a:lnTo>
                <a:lnTo>
                  <a:pt x="379" y="557"/>
                </a:lnTo>
                <a:lnTo>
                  <a:pt x="385" y="553"/>
                </a:lnTo>
                <a:lnTo>
                  <a:pt x="391" y="549"/>
                </a:lnTo>
                <a:lnTo>
                  <a:pt x="398" y="546"/>
                </a:lnTo>
                <a:lnTo>
                  <a:pt x="405" y="544"/>
                </a:lnTo>
                <a:lnTo>
                  <a:pt x="413" y="541"/>
                </a:lnTo>
                <a:lnTo>
                  <a:pt x="420" y="540"/>
                </a:lnTo>
                <a:lnTo>
                  <a:pt x="429" y="540"/>
                </a:lnTo>
                <a:lnTo>
                  <a:pt x="699" y="540"/>
                </a:lnTo>
                <a:lnTo>
                  <a:pt x="699" y="540"/>
                </a:lnTo>
                <a:lnTo>
                  <a:pt x="709" y="539"/>
                </a:lnTo>
                <a:lnTo>
                  <a:pt x="719" y="538"/>
                </a:lnTo>
                <a:lnTo>
                  <a:pt x="727" y="536"/>
                </a:lnTo>
                <a:lnTo>
                  <a:pt x="736" y="533"/>
                </a:lnTo>
                <a:lnTo>
                  <a:pt x="743" y="530"/>
                </a:lnTo>
                <a:lnTo>
                  <a:pt x="751" y="525"/>
                </a:lnTo>
                <a:lnTo>
                  <a:pt x="758" y="520"/>
                </a:lnTo>
                <a:lnTo>
                  <a:pt x="765" y="515"/>
                </a:lnTo>
                <a:lnTo>
                  <a:pt x="770" y="508"/>
                </a:lnTo>
                <a:lnTo>
                  <a:pt x="776" y="502"/>
                </a:lnTo>
                <a:lnTo>
                  <a:pt x="780" y="494"/>
                </a:lnTo>
                <a:lnTo>
                  <a:pt x="784" y="487"/>
                </a:lnTo>
                <a:lnTo>
                  <a:pt x="787" y="478"/>
                </a:lnTo>
                <a:lnTo>
                  <a:pt x="789" y="471"/>
                </a:lnTo>
                <a:lnTo>
                  <a:pt x="791" y="461"/>
                </a:lnTo>
                <a:lnTo>
                  <a:pt x="792" y="452"/>
                </a:lnTo>
                <a:lnTo>
                  <a:pt x="792" y="286"/>
                </a:lnTo>
                <a:lnTo>
                  <a:pt x="927" y="286"/>
                </a:lnTo>
                <a:lnTo>
                  <a:pt x="927" y="286"/>
                </a:lnTo>
                <a:lnTo>
                  <a:pt x="932" y="287"/>
                </a:lnTo>
                <a:lnTo>
                  <a:pt x="938" y="288"/>
                </a:lnTo>
                <a:lnTo>
                  <a:pt x="942" y="290"/>
                </a:lnTo>
                <a:lnTo>
                  <a:pt x="946" y="294"/>
                </a:lnTo>
                <a:lnTo>
                  <a:pt x="949" y="297"/>
                </a:lnTo>
                <a:lnTo>
                  <a:pt x="953" y="301"/>
                </a:lnTo>
                <a:lnTo>
                  <a:pt x="954" y="305"/>
                </a:lnTo>
                <a:lnTo>
                  <a:pt x="955" y="311"/>
                </a:lnTo>
                <a:lnTo>
                  <a:pt x="955" y="921"/>
                </a:lnTo>
                <a:close/>
                <a:moveTo>
                  <a:pt x="398" y="380"/>
                </a:moveTo>
                <a:lnTo>
                  <a:pt x="398" y="380"/>
                </a:lnTo>
                <a:lnTo>
                  <a:pt x="408" y="380"/>
                </a:lnTo>
                <a:lnTo>
                  <a:pt x="416" y="377"/>
                </a:lnTo>
                <a:lnTo>
                  <a:pt x="425" y="373"/>
                </a:lnTo>
                <a:lnTo>
                  <a:pt x="431" y="367"/>
                </a:lnTo>
                <a:lnTo>
                  <a:pt x="438" y="360"/>
                </a:lnTo>
                <a:lnTo>
                  <a:pt x="442" y="351"/>
                </a:lnTo>
                <a:lnTo>
                  <a:pt x="444" y="343"/>
                </a:lnTo>
                <a:lnTo>
                  <a:pt x="445" y="333"/>
                </a:lnTo>
                <a:lnTo>
                  <a:pt x="445" y="333"/>
                </a:lnTo>
                <a:lnTo>
                  <a:pt x="444" y="324"/>
                </a:lnTo>
                <a:lnTo>
                  <a:pt x="442" y="315"/>
                </a:lnTo>
                <a:lnTo>
                  <a:pt x="438" y="306"/>
                </a:lnTo>
                <a:lnTo>
                  <a:pt x="431" y="300"/>
                </a:lnTo>
                <a:lnTo>
                  <a:pt x="425" y="294"/>
                </a:lnTo>
                <a:lnTo>
                  <a:pt x="416" y="289"/>
                </a:lnTo>
                <a:lnTo>
                  <a:pt x="408" y="286"/>
                </a:lnTo>
                <a:lnTo>
                  <a:pt x="398" y="286"/>
                </a:lnTo>
                <a:lnTo>
                  <a:pt x="398" y="286"/>
                </a:lnTo>
                <a:lnTo>
                  <a:pt x="388" y="286"/>
                </a:lnTo>
                <a:lnTo>
                  <a:pt x="380" y="289"/>
                </a:lnTo>
                <a:lnTo>
                  <a:pt x="371" y="294"/>
                </a:lnTo>
                <a:lnTo>
                  <a:pt x="364" y="300"/>
                </a:lnTo>
                <a:lnTo>
                  <a:pt x="358" y="306"/>
                </a:lnTo>
                <a:lnTo>
                  <a:pt x="354" y="315"/>
                </a:lnTo>
                <a:lnTo>
                  <a:pt x="351" y="324"/>
                </a:lnTo>
                <a:lnTo>
                  <a:pt x="350" y="333"/>
                </a:lnTo>
                <a:lnTo>
                  <a:pt x="350" y="333"/>
                </a:lnTo>
                <a:lnTo>
                  <a:pt x="351" y="343"/>
                </a:lnTo>
                <a:lnTo>
                  <a:pt x="354" y="351"/>
                </a:lnTo>
                <a:lnTo>
                  <a:pt x="358" y="360"/>
                </a:lnTo>
                <a:lnTo>
                  <a:pt x="364" y="367"/>
                </a:lnTo>
                <a:lnTo>
                  <a:pt x="371" y="373"/>
                </a:lnTo>
                <a:lnTo>
                  <a:pt x="380" y="377"/>
                </a:lnTo>
                <a:lnTo>
                  <a:pt x="388" y="380"/>
                </a:lnTo>
                <a:lnTo>
                  <a:pt x="398" y="380"/>
                </a:lnTo>
                <a:lnTo>
                  <a:pt x="398" y="380"/>
                </a:lnTo>
                <a:close/>
                <a:moveTo>
                  <a:pt x="207" y="286"/>
                </a:moveTo>
                <a:lnTo>
                  <a:pt x="207" y="286"/>
                </a:lnTo>
                <a:lnTo>
                  <a:pt x="197" y="286"/>
                </a:lnTo>
                <a:lnTo>
                  <a:pt x="189" y="289"/>
                </a:lnTo>
                <a:lnTo>
                  <a:pt x="180" y="294"/>
                </a:lnTo>
                <a:lnTo>
                  <a:pt x="174" y="300"/>
                </a:lnTo>
                <a:lnTo>
                  <a:pt x="167" y="306"/>
                </a:lnTo>
                <a:lnTo>
                  <a:pt x="163" y="315"/>
                </a:lnTo>
                <a:lnTo>
                  <a:pt x="160" y="324"/>
                </a:lnTo>
                <a:lnTo>
                  <a:pt x="160" y="333"/>
                </a:lnTo>
                <a:lnTo>
                  <a:pt x="160" y="333"/>
                </a:lnTo>
                <a:lnTo>
                  <a:pt x="160" y="343"/>
                </a:lnTo>
                <a:lnTo>
                  <a:pt x="163" y="351"/>
                </a:lnTo>
                <a:lnTo>
                  <a:pt x="167" y="360"/>
                </a:lnTo>
                <a:lnTo>
                  <a:pt x="174" y="367"/>
                </a:lnTo>
                <a:lnTo>
                  <a:pt x="180" y="373"/>
                </a:lnTo>
                <a:lnTo>
                  <a:pt x="189" y="377"/>
                </a:lnTo>
                <a:lnTo>
                  <a:pt x="197" y="380"/>
                </a:lnTo>
                <a:lnTo>
                  <a:pt x="207" y="380"/>
                </a:lnTo>
                <a:lnTo>
                  <a:pt x="207" y="380"/>
                </a:lnTo>
                <a:lnTo>
                  <a:pt x="217" y="380"/>
                </a:lnTo>
                <a:lnTo>
                  <a:pt x="225" y="377"/>
                </a:lnTo>
                <a:lnTo>
                  <a:pt x="234" y="373"/>
                </a:lnTo>
                <a:lnTo>
                  <a:pt x="240" y="367"/>
                </a:lnTo>
                <a:lnTo>
                  <a:pt x="247" y="360"/>
                </a:lnTo>
                <a:lnTo>
                  <a:pt x="251" y="351"/>
                </a:lnTo>
                <a:lnTo>
                  <a:pt x="254" y="343"/>
                </a:lnTo>
                <a:lnTo>
                  <a:pt x="254" y="333"/>
                </a:lnTo>
                <a:lnTo>
                  <a:pt x="254" y="333"/>
                </a:lnTo>
                <a:lnTo>
                  <a:pt x="254" y="324"/>
                </a:lnTo>
                <a:lnTo>
                  <a:pt x="251" y="315"/>
                </a:lnTo>
                <a:lnTo>
                  <a:pt x="247" y="306"/>
                </a:lnTo>
                <a:lnTo>
                  <a:pt x="240" y="300"/>
                </a:lnTo>
                <a:lnTo>
                  <a:pt x="234" y="294"/>
                </a:lnTo>
                <a:lnTo>
                  <a:pt x="225" y="289"/>
                </a:lnTo>
                <a:lnTo>
                  <a:pt x="217" y="286"/>
                </a:lnTo>
                <a:lnTo>
                  <a:pt x="207" y="286"/>
                </a:lnTo>
                <a:lnTo>
                  <a:pt x="207" y="286"/>
                </a:lnTo>
                <a:close/>
                <a:moveTo>
                  <a:pt x="589" y="380"/>
                </a:moveTo>
                <a:lnTo>
                  <a:pt x="589" y="380"/>
                </a:lnTo>
                <a:lnTo>
                  <a:pt x="598" y="380"/>
                </a:lnTo>
                <a:lnTo>
                  <a:pt x="607" y="377"/>
                </a:lnTo>
                <a:lnTo>
                  <a:pt x="616" y="373"/>
                </a:lnTo>
                <a:lnTo>
                  <a:pt x="622" y="367"/>
                </a:lnTo>
                <a:lnTo>
                  <a:pt x="629" y="360"/>
                </a:lnTo>
                <a:lnTo>
                  <a:pt x="633" y="351"/>
                </a:lnTo>
                <a:lnTo>
                  <a:pt x="635" y="343"/>
                </a:lnTo>
                <a:lnTo>
                  <a:pt x="636" y="333"/>
                </a:lnTo>
                <a:lnTo>
                  <a:pt x="636" y="333"/>
                </a:lnTo>
                <a:lnTo>
                  <a:pt x="635" y="324"/>
                </a:lnTo>
                <a:lnTo>
                  <a:pt x="633" y="315"/>
                </a:lnTo>
                <a:lnTo>
                  <a:pt x="629" y="306"/>
                </a:lnTo>
                <a:lnTo>
                  <a:pt x="622" y="300"/>
                </a:lnTo>
                <a:lnTo>
                  <a:pt x="616" y="294"/>
                </a:lnTo>
                <a:lnTo>
                  <a:pt x="607" y="289"/>
                </a:lnTo>
                <a:lnTo>
                  <a:pt x="598" y="286"/>
                </a:lnTo>
                <a:lnTo>
                  <a:pt x="589" y="286"/>
                </a:lnTo>
                <a:lnTo>
                  <a:pt x="589" y="286"/>
                </a:lnTo>
                <a:lnTo>
                  <a:pt x="579" y="286"/>
                </a:lnTo>
                <a:lnTo>
                  <a:pt x="570" y="289"/>
                </a:lnTo>
                <a:lnTo>
                  <a:pt x="562" y="294"/>
                </a:lnTo>
                <a:lnTo>
                  <a:pt x="554" y="300"/>
                </a:lnTo>
                <a:lnTo>
                  <a:pt x="549" y="306"/>
                </a:lnTo>
                <a:lnTo>
                  <a:pt x="545" y="315"/>
                </a:lnTo>
                <a:lnTo>
                  <a:pt x="542" y="324"/>
                </a:lnTo>
                <a:lnTo>
                  <a:pt x="541" y="333"/>
                </a:lnTo>
                <a:lnTo>
                  <a:pt x="541" y="333"/>
                </a:lnTo>
                <a:lnTo>
                  <a:pt x="542" y="343"/>
                </a:lnTo>
                <a:lnTo>
                  <a:pt x="545" y="351"/>
                </a:lnTo>
                <a:lnTo>
                  <a:pt x="549" y="360"/>
                </a:lnTo>
                <a:lnTo>
                  <a:pt x="554" y="367"/>
                </a:lnTo>
                <a:lnTo>
                  <a:pt x="562" y="373"/>
                </a:lnTo>
                <a:lnTo>
                  <a:pt x="570" y="377"/>
                </a:lnTo>
                <a:lnTo>
                  <a:pt x="579" y="380"/>
                </a:lnTo>
                <a:lnTo>
                  <a:pt x="589" y="380"/>
                </a:lnTo>
                <a:lnTo>
                  <a:pt x="589" y="380"/>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2"/>
              </a:solidFill>
            </a:endParaRPr>
          </a:p>
        </p:txBody>
      </p:sp>
      <p:sp>
        <p:nvSpPr>
          <p:cNvPr id="21" name="矩形 20"/>
          <p:cNvSpPr/>
          <p:nvPr/>
        </p:nvSpPr>
        <p:spPr>
          <a:xfrm>
            <a:off x="6506333" y="4535091"/>
            <a:ext cx="2177308" cy="502573"/>
          </a:xfrm>
          <a:prstGeom prst="rect">
            <a:avLst/>
          </a:prstGeom>
        </p:spPr>
        <p:txBody>
          <a:bodyPr wrap="square">
            <a:spAutoFit/>
          </a:bodyPr>
          <a:lstStyle/>
          <a:p>
            <a:pPr>
              <a:lnSpc>
                <a:spcPct val="150000"/>
              </a:lnSpc>
              <a:spcAft>
                <a:spcPts val="600"/>
              </a:spcAft>
            </a:pPr>
            <a:r>
              <a:rPr lang="zh-CN" altLang="en-US" sz="2000" dirty="0">
                <a:solidFill>
                  <a:schemeClr val="bg1"/>
                </a:solidFill>
                <a:latin typeface="方正清刻本悦宋简体" panose="02000000000000000000" pitchFamily="2" charset="-122"/>
                <a:ea typeface="方正清刻本悦宋简体" panose="02000000000000000000" pitchFamily="2" charset="-122"/>
              </a:rPr>
              <a:t>输入标题内容 </a:t>
            </a:r>
            <a:endParaRPr lang="en-US" altLang="zh-CN" sz="2000" dirty="0">
              <a:solidFill>
                <a:schemeClr val="bg1"/>
              </a:solidFill>
              <a:latin typeface="方正清刻本悦宋简体" panose="02000000000000000000" pitchFamily="2" charset="-122"/>
              <a:ea typeface="方正清刻本悦宋简体" panose="02000000000000000000" pitchFamily="2" charset="-122"/>
            </a:endParaRPr>
          </a:p>
        </p:txBody>
      </p:sp>
      <p:cxnSp>
        <p:nvCxnSpPr>
          <p:cNvPr id="22" name="直接连接符 21"/>
          <p:cNvCxnSpPr/>
          <p:nvPr/>
        </p:nvCxnSpPr>
        <p:spPr>
          <a:xfrm>
            <a:off x="6612486" y="5200228"/>
            <a:ext cx="479369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612486" y="5154509"/>
            <a:ext cx="65409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490005" y="5370960"/>
            <a:ext cx="5049991" cy="992195"/>
          </a:xfrm>
          <a:prstGeom prst="rect">
            <a:avLst/>
          </a:prstGeom>
        </p:spPr>
        <p:txBody>
          <a:bodyPr wrap="square">
            <a:spAutoFit/>
          </a:bodyPr>
          <a:lstStyle/>
          <a:p>
            <a:pPr algn="just">
              <a:lnSpc>
                <a:spcPct val="150000"/>
              </a:lnSpc>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我们因梦想而伟大，所有的成功是在冬夜的火堆旁，在阴天的雨雾中。</a:t>
            </a: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5" name="矩形 24"/>
          <p:cNvSpPr/>
          <p:nvPr/>
        </p:nvSpPr>
        <p:spPr>
          <a:xfrm>
            <a:off x="303122" y="2361744"/>
            <a:ext cx="2461461" cy="971484"/>
          </a:xfrm>
          <a:prstGeom prst="rect">
            <a:avLst/>
          </a:prstGeom>
        </p:spPr>
        <p:txBody>
          <a:bodyPr wrap="square">
            <a:spAutoFit/>
          </a:bodyPr>
          <a:lstStyle/>
          <a:p>
            <a:pPr algn="ctr">
              <a:lnSpc>
                <a:spcPct val="150000"/>
              </a:lnSpc>
            </a:pPr>
            <a:r>
              <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INPUT HEADER</a:t>
            </a:r>
            <a:endPar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ctr">
              <a:lnSpc>
                <a:spcPct val="150000"/>
              </a:lnSpc>
              <a:spcAft>
                <a:spcPts val="600"/>
              </a:spcAft>
            </a:pPr>
            <a:r>
              <a:rPr lang="zh-CN" altLang="en-US" sz="9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我们因梦想而伟大，所有的成功者都是大梦想家：在冬夜的火堆旁，在阴天的雨雾中，梦想着未来有些人悄然绝灭。</a:t>
            </a:r>
            <a:endParaRPr lang="zh-CN" altLang="en-US" sz="3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6" name="矩形 25"/>
          <p:cNvSpPr/>
          <p:nvPr/>
        </p:nvSpPr>
        <p:spPr>
          <a:xfrm>
            <a:off x="3372848" y="2361744"/>
            <a:ext cx="2461461" cy="971484"/>
          </a:xfrm>
          <a:prstGeom prst="rect">
            <a:avLst/>
          </a:prstGeom>
        </p:spPr>
        <p:txBody>
          <a:bodyPr wrap="square">
            <a:spAutoFit/>
          </a:bodyPr>
          <a:lstStyle/>
          <a:p>
            <a:pPr algn="ctr">
              <a:lnSpc>
                <a:spcPct val="150000"/>
              </a:lnSpc>
            </a:pPr>
            <a:r>
              <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INPUT HEADER</a:t>
            </a:r>
            <a:endPar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ctr">
              <a:lnSpc>
                <a:spcPct val="150000"/>
              </a:lnSpc>
              <a:spcAft>
                <a:spcPts val="600"/>
              </a:spcAft>
            </a:pPr>
            <a:r>
              <a:rPr lang="zh-CN" altLang="en-US" sz="9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我们因梦想而伟大，所有的成功者都是大梦想家：在冬夜的火堆旁，在阴天的雨雾中，梦想着未来有些人悄然绝灭。</a:t>
            </a:r>
            <a:endParaRPr lang="zh-CN" altLang="en-US" sz="3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7" name="矩形 26"/>
          <p:cNvSpPr/>
          <p:nvPr/>
        </p:nvSpPr>
        <p:spPr>
          <a:xfrm>
            <a:off x="9512300" y="2361744"/>
            <a:ext cx="2461461" cy="971484"/>
          </a:xfrm>
          <a:prstGeom prst="rect">
            <a:avLst/>
          </a:prstGeom>
        </p:spPr>
        <p:txBody>
          <a:bodyPr wrap="square">
            <a:spAutoFit/>
          </a:bodyPr>
          <a:lstStyle/>
          <a:p>
            <a:pPr algn="ctr">
              <a:lnSpc>
                <a:spcPct val="150000"/>
              </a:lnSpc>
            </a:pPr>
            <a:r>
              <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INPUT HEADER</a:t>
            </a:r>
            <a:endPar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ctr">
              <a:lnSpc>
                <a:spcPct val="150000"/>
              </a:lnSpc>
              <a:spcAft>
                <a:spcPts val="600"/>
              </a:spcAft>
            </a:pPr>
            <a:r>
              <a:rPr lang="zh-CN" altLang="en-US" sz="9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我们因梦想而伟大，所有的成功者都是大梦想家：在冬夜的火堆旁，在阴天的雨雾中，梦想着未来有些人悄然绝灭。</a:t>
            </a:r>
            <a:endParaRPr lang="zh-CN" altLang="en-US" sz="3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28" name="矩形 27"/>
          <p:cNvSpPr/>
          <p:nvPr/>
        </p:nvSpPr>
        <p:spPr>
          <a:xfrm>
            <a:off x="6442574" y="2361744"/>
            <a:ext cx="2461461" cy="971484"/>
          </a:xfrm>
          <a:prstGeom prst="rect">
            <a:avLst/>
          </a:prstGeom>
        </p:spPr>
        <p:txBody>
          <a:bodyPr wrap="square">
            <a:spAutoFit/>
          </a:bodyPr>
          <a:lstStyle/>
          <a:p>
            <a:pPr algn="ctr">
              <a:lnSpc>
                <a:spcPct val="150000"/>
              </a:lnSpc>
            </a:pPr>
            <a:r>
              <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INPUT HEADER</a:t>
            </a:r>
            <a:endParaRPr lang="en-US" altLang="zh-CN" sz="12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ctr">
              <a:lnSpc>
                <a:spcPct val="150000"/>
              </a:lnSpc>
              <a:spcAft>
                <a:spcPts val="600"/>
              </a:spcAft>
            </a:pPr>
            <a:r>
              <a:rPr lang="zh-CN" altLang="en-US" sz="9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我们因梦想而伟大，所有的成功者都是大梦想家：在冬夜的火堆旁，在阴天的雨雾中，梦想着未来有些人悄然绝灭。</a:t>
            </a:r>
            <a:endParaRPr lang="zh-CN" altLang="en-US" sz="3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1000"/>
                                        <p:tgtEl>
                                          <p:spTgt spid="27"/>
                                        </p:tgtEl>
                                      </p:cBhvr>
                                    </p:animEffect>
                                    <p:anim calcmode="lin" valueType="num">
                                      <p:cBhvr>
                                        <p:cTn id="29" dur="1000" fill="hold"/>
                                        <p:tgtEl>
                                          <p:spTgt spid="27"/>
                                        </p:tgtEl>
                                        <p:attrNameLst>
                                          <p:attrName>ppt_x</p:attrName>
                                        </p:attrNameLst>
                                      </p:cBhvr>
                                      <p:tavLst>
                                        <p:tav tm="0">
                                          <p:val>
                                            <p:strVal val="#ppt_x"/>
                                          </p:val>
                                        </p:tav>
                                        <p:tav tm="100000">
                                          <p:val>
                                            <p:strVal val="#ppt_x"/>
                                          </p:val>
                                        </p:tav>
                                      </p:tavLst>
                                    </p:anim>
                                    <p:anim calcmode="lin" valueType="num">
                                      <p:cBhvr>
                                        <p:cTn id="3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Square"/>
          <p:cNvSpPr/>
          <p:nvPr/>
        </p:nvSpPr>
        <p:spPr>
          <a:xfrm>
            <a:off x="4133830" y="3203162"/>
            <a:ext cx="2530108" cy="2530108"/>
          </a:xfrm>
          <a:prstGeom prst="rect">
            <a:avLst/>
          </a:prstGeom>
          <a:solidFill>
            <a:srgbClr val="55739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5" name="Square"/>
          <p:cNvSpPr/>
          <p:nvPr/>
        </p:nvSpPr>
        <p:spPr>
          <a:xfrm>
            <a:off x="5539446" y="1797546"/>
            <a:ext cx="2530108" cy="2530108"/>
          </a:xfrm>
          <a:prstGeom prst="rect">
            <a:avLst/>
          </a:prstGeom>
          <a:solidFill>
            <a:srgbClr val="55739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6" name="Square"/>
          <p:cNvSpPr/>
          <p:nvPr/>
        </p:nvSpPr>
        <p:spPr>
          <a:xfrm>
            <a:off x="5539446" y="3203162"/>
            <a:ext cx="1124493" cy="1124492"/>
          </a:xfrm>
          <a:prstGeom prst="rect">
            <a:avLst/>
          </a:prstGeom>
          <a:solidFill>
            <a:schemeClr val="bg1">
              <a:lumMod val="95000"/>
            </a:schemeClr>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7" name="Line"/>
          <p:cNvSpPr/>
          <p:nvPr/>
        </p:nvSpPr>
        <p:spPr>
          <a:xfrm>
            <a:off x="8069554" y="1801060"/>
            <a:ext cx="1359274" cy="0"/>
          </a:xfrm>
          <a:prstGeom prst="line">
            <a:avLst/>
          </a:prstGeom>
          <a:ln w="12700">
            <a:solidFill>
              <a:srgbClr val="C8CBD1"/>
            </a:solidFill>
            <a:miter lim="400000"/>
            <a:tailEnd type="oval"/>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10" name="Line"/>
          <p:cNvSpPr/>
          <p:nvPr/>
        </p:nvSpPr>
        <p:spPr>
          <a:xfrm>
            <a:off x="2774556" y="3206676"/>
            <a:ext cx="1359274" cy="0"/>
          </a:xfrm>
          <a:prstGeom prst="line">
            <a:avLst/>
          </a:prstGeom>
          <a:ln w="12700">
            <a:solidFill>
              <a:srgbClr val="C8CBD1"/>
            </a:solidFill>
            <a:miter lim="400000"/>
            <a:headEnd type="oval"/>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11" name="Shape"/>
          <p:cNvSpPr/>
          <p:nvPr/>
        </p:nvSpPr>
        <p:spPr>
          <a:xfrm>
            <a:off x="5925990" y="3589720"/>
            <a:ext cx="351404" cy="351377"/>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557392"/>
          </a:solidFill>
          <a:ln w="12700">
            <a:miter lim="400000"/>
          </a:ln>
        </p:spPr>
        <p:txBody>
          <a:bodyPr lIns="45719" rIns="45719" anchor="ctr"/>
          <a:lstStyle/>
          <a:p>
            <a:pPr defTabSz="438785">
              <a:defRPr b="0">
                <a:solidFill>
                  <a:srgbClr val="FFFFFF"/>
                </a:solidFill>
                <a:effectLst>
                  <a:outerShdw blurRad="38100" dist="12700" dir="5400000" rotWithShape="0">
                    <a:srgbClr val="000000">
                      <a:alpha val="50000"/>
                    </a:srgbClr>
                  </a:outerShdw>
                </a:effectLst>
                <a:latin typeface="Arial" panose="020B0604020202020204"/>
                <a:ea typeface="Arial" panose="020B0604020202020204"/>
                <a:cs typeface="Arial" panose="020B0604020202020204"/>
                <a:sym typeface="Arial" panose="020B0604020202020204"/>
              </a:defRPr>
            </a:pPr>
            <a:endParaRPr sz="900"/>
          </a:p>
        </p:txBody>
      </p:sp>
      <p:sp>
        <p:nvSpPr>
          <p:cNvPr id="12" name="80%"/>
          <p:cNvSpPr txBox="1"/>
          <p:nvPr/>
        </p:nvSpPr>
        <p:spPr>
          <a:xfrm>
            <a:off x="6592462" y="2880659"/>
            <a:ext cx="439223" cy="363882"/>
          </a:xfrm>
          <a:prstGeom prst="rect">
            <a:avLst/>
          </a:prstGeom>
          <a:ln w="12700">
            <a:miter lim="400000"/>
          </a:ln>
        </p:spPr>
        <p:txBody>
          <a:bodyPr wrap="none" lIns="0" tIns="0" rIns="0" bIns="0" anchor="ctr">
            <a:spAutoFit/>
          </a:bodyPr>
          <a:lstStyle>
            <a:lvl1pPr>
              <a:lnSpc>
                <a:spcPct val="150000"/>
              </a:lnSpc>
              <a:defRPr b="0">
                <a:solidFill>
                  <a:srgbClr val="F7F9FF"/>
                </a:solidFill>
                <a:latin typeface="Lato Black"/>
                <a:ea typeface="Lato Black"/>
                <a:cs typeface="Lato Black"/>
                <a:sym typeface="Lato Black"/>
              </a:defRPr>
            </a:lvl1pPr>
          </a:lstStyle>
          <a:p>
            <a:r>
              <a:t>80%</a:t>
            </a:r>
          </a:p>
        </p:txBody>
      </p:sp>
      <p:sp>
        <p:nvSpPr>
          <p:cNvPr id="13" name="70%"/>
          <p:cNvSpPr txBox="1"/>
          <p:nvPr/>
        </p:nvSpPr>
        <p:spPr>
          <a:xfrm>
            <a:off x="5171697" y="4286275"/>
            <a:ext cx="439224" cy="363882"/>
          </a:xfrm>
          <a:prstGeom prst="rect">
            <a:avLst/>
          </a:prstGeom>
          <a:ln w="12700">
            <a:miter lim="400000"/>
          </a:ln>
        </p:spPr>
        <p:txBody>
          <a:bodyPr wrap="none" lIns="0" tIns="0" rIns="0" bIns="0" anchor="ctr">
            <a:spAutoFit/>
          </a:bodyPr>
          <a:lstStyle>
            <a:lvl1pPr algn="r">
              <a:lnSpc>
                <a:spcPct val="150000"/>
              </a:lnSpc>
              <a:defRPr b="0">
                <a:solidFill>
                  <a:srgbClr val="F7F9FF"/>
                </a:solidFill>
                <a:latin typeface="Lato Black"/>
                <a:ea typeface="Lato Black"/>
                <a:cs typeface="Lato Black"/>
                <a:sym typeface="Lato Black"/>
              </a:defRPr>
            </a:lvl1pPr>
          </a:lstStyle>
          <a:p>
            <a:r>
              <a:rPr dirty="0"/>
              <a:t>70%</a:t>
            </a:r>
            <a:endParaRPr dirty="0"/>
          </a:p>
        </p:txBody>
      </p:sp>
      <p:sp>
        <p:nvSpPr>
          <p:cNvPr id="14" name="Line"/>
          <p:cNvSpPr/>
          <p:nvPr/>
        </p:nvSpPr>
        <p:spPr>
          <a:xfrm>
            <a:off x="8069554" y="4300288"/>
            <a:ext cx="1359274" cy="0"/>
          </a:xfrm>
          <a:prstGeom prst="line">
            <a:avLst/>
          </a:prstGeom>
          <a:ln w="12700">
            <a:solidFill>
              <a:srgbClr val="C8CBD1"/>
            </a:solidFill>
            <a:miter lim="400000"/>
            <a:tailEnd type="oval"/>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15" name="Line"/>
          <p:cNvSpPr/>
          <p:nvPr/>
        </p:nvSpPr>
        <p:spPr>
          <a:xfrm>
            <a:off x="2774555" y="5718973"/>
            <a:ext cx="1359274" cy="0"/>
          </a:xfrm>
          <a:prstGeom prst="line">
            <a:avLst/>
          </a:prstGeom>
          <a:ln w="12700">
            <a:solidFill>
              <a:srgbClr val="C8CBD1"/>
            </a:solidFill>
            <a:miter lim="400000"/>
            <a:headEnd type="oval"/>
          </a:ln>
        </p:spPr>
        <p:txBody>
          <a:bodyPr lIns="0" tIns="0" rIns="0" bIns="0" anchor="ctr"/>
          <a:lstStyle/>
          <a:p>
            <a:pPr>
              <a:defRPr sz="3200" b="0">
                <a:solidFill>
                  <a:srgbClr val="FFFFFF"/>
                </a:solidFill>
                <a:latin typeface="+mn-lt"/>
                <a:ea typeface="+mn-ea"/>
                <a:cs typeface="+mn-cs"/>
                <a:sym typeface="Helvetica Neue Medium"/>
              </a:defRPr>
            </a:pPr>
            <a:endParaRPr sz="2000"/>
          </a:p>
        </p:txBody>
      </p:sp>
      <p:sp>
        <p:nvSpPr>
          <p:cNvPr id="16" name="矩形 15"/>
          <p:cNvSpPr/>
          <p:nvPr/>
        </p:nvSpPr>
        <p:spPr>
          <a:xfrm>
            <a:off x="8471707" y="1923753"/>
            <a:ext cx="3445170" cy="1085618"/>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02.INPUT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7" name="矩形 16"/>
          <p:cNvSpPr/>
          <p:nvPr/>
        </p:nvSpPr>
        <p:spPr>
          <a:xfrm>
            <a:off x="8471707" y="4625183"/>
            <a:ext cx="3445170" cy="1085618"/>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04.INPUT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8" name="矩形 17"/>
          <p:cNvSpPr/>
          <p:nvPr/>
        </p:nvSpPr>
        <p:spPr>
          <a:xfrm>
            <a:off x="253335" y="4327654"/>
            <a:ext cx="3445170" cy="1085618"/>
          </a:xfrm>
          <a:prstGeom prst="rect">
            <a:avLst/>
          </a:prstGeom>
        </p:spPr>
        <p:txBody>
          <a:bodyPr wrap="square">
            <a:spAutoFit/>
          </a:bodyPr>
          <a:lstStyle/>
          <a:p>
            <a:pPr algn="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03.INPUT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r">
              <a:lnSpc>
                <a:spcPct val="150000"/>
              </a:lnSpc>
              <a:spcAft>
                <a:spcPts val="600"/>
              </a:spcAft>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4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9" name="矩形 18"/>
          <p:cNvSpPr/>
          <p:nvPr/>
        </p:nvSpPr>
        <p:spPr>
          <a:xfrm>
            <a:off x="270392" y="1913760"/>
            <a:ext cx="3445170" cy="1085618"/>
          </a:xfrm>
          <a:prstGeom prst="rect">
            <a:avLst/>
          </a:prstGeom>
        </p:spPr>
        <p:txBody>
          <a:bodyPr wrap="square">
            <a:spAutoFit/>
          </a:bodyPr>
          <a:lstStyle/>
          <a:p>
            <a:pPr algn="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01.INPUT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gn="r">
              <a:lnSpc>
                <a:spcPct val="150000"/>
              </a:lnSpc>
              <a:spcAft>
                <a:spcPts val="600"/>
              </a:spcAft>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4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16" grpId="0"/>
      <p:bldP spid="16" grpId="1"/>
      <p:bldP spid="18" grpId="0"/>
      <p:bldP spid="18" grpId="1"/>
      <p:bldP spid="17" grpId="0"/>
      <p:bldP spid="17"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cstate="email"/>
          <a:srcRect l="8839" t="8289" r="7208" b="64029"/>
          <a:stretch>
            <a:fillRect/>
          </a:stretch>
        </p:blipFill>
        <p:spPr>
          <a:xfrm rot="10800000">
            <a:off x="-1" y="0"/>
            <a:ext cx="12192000" cy="1916174"/>
          </a:xfrm>
          <a:prstGeom prst="rect">
            <a:avLst/>
          </a:prstGeom>
        </p:spPr>
      </p:pic>
      <p:pic>
        <p:nvPicPr>
          <p:cNvPr id="16" name="图片 15"/>
          <p:cNvPicPr>
            <a:picLocks noChangeAspect="1"/>
          </p:cNvPicPr>
          <p:nvPr/>
        </p:nvPicPr>
        <p:blipFill rotWithShape="1">
          <a:blip r:embed="rId1" cstate="email"/>
          <a:srcRect l="8839" t="8289" r="7208" b="64029"/>
          <a:stretch>
            <a:fillRect/>
          </a:stretch>
        </p:blipFill>
        <p:spPr>
          <a:xfrm>
            <a:off x="-1667" y="4941826"/>
            <a:ext cx="12192000" cy="1916174"/>
          </a:xfrm>
          <a:prstGeom prst="rect">
            <a:avLst/>
          </a:prstGeom>
        </p:spPr>
      </p:pic>
      <p:sp>
        <p:nvSpPr>
          <p:cNvPr id="4" name="文本框 3"/>
          <p:cNvSpPr txBox="1"/>
          <p:nvPr/>
        </p:nvSpPr>
        <p:spPr>
          <a:xfrm>
            <a:off x="3100701" y="2107950"/>
            <a:ext cx="6022345" cy="1015663"/>
          </a:xfrm>
          <a:prstGeom prst="rect">
            <a:avLst/>
          </a:prstGeom>
          <a:noFill/>
        </p:spPr>
        <p:txBody>
          <a:bodyPr wrap="square" rtlCol="0">
            <a:spAutoFit/>
          </a:bodyPr>
          <a:lstStyle/>
          <a:p>
            <a:pPr algn="ctr"/>
            <a:r>
              <a:rPr lang="zh-CN" altLang="en-US" sz="6000" dirty="0">
                <a:solidFill>
                  <a:srgbClr val="3E5879"/>
                </a:solidFill>
                <a:latin typeface="方正清刻本悦宋简体" panose="02000000000000000000" pitchFamily="2" charset="-122"/>
                <a:ea typeface="方正清刻本悦宋简体" panose="02000000000000000000" pitchFamily="2" charset="-122"/>
              </a:rPr>
              <a:t>输入标题内容</a:t>
            </a:r>
            <a:endParaRPr lang="zh-CN" altLang="en-US" sz="60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5" name="文本框 4"/>
          <p:cNvSpPr txBox="1"/>
          <p:nvPr/>
        </p:nvSpPr>
        <p:spPr>
          <a:xfrm>
            <a:off x="3286539" y="3123613"/>
            <a:ext cx="5632174" cy="338554"/>
          </a:xfrm>
          <a:prstGeom prst="rect">
            <a:avLst/>
          </a:prstGeom>
          <a:noFill/>
        </p:spPr>
        <p:txBody>
          <a:bodyPr wrap="square" rtlCol="0">
            <a:spAutoFit/>
          </a:bodyPr>
          <a:lstStyle/>
          <a:p>
            <a:pPr algn="dist"/>
            <a:r>
              <a:rPr lang="zh-CN" altLang="en-US" sz="16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6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6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6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6" name="矩形: 圆角 5"/>
          <p:cNvSpPr/>
          <p:nvPr/>
        </p:nvSpPr>
        <p:spPr>
          <a:xfrm>
            <a:off x="3176080" y="3078742"/>
            <a:ext cx="5836507" cy="406286"/>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308140" y="3658793"/>
            <a:ext cx="3578865" cy="993285"/>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4037377"/>
            <a:ext cx="6096000" cy="2307861"/>
          </a:xfrm>
          <a:prstGeom prst="rect">
            <a:avLst/>
          </a:prstGeom>
          <a:blipFill dpi="0" rotWithShape="1">
            <a:blip r:embed="rId1"/>
            <a:srcRect/>
            <a:stretch>
              <a:fillRect t="-54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Shape"/>
          <p:cNvSpPr/>
          <p:nvPr/>
        </p:nvSpPr>
        <p:spPr>
          <a:xfrm>
            <a:off x="430827" y="2083391"/>
            <a:ext cx="370159" cy="3701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rgbClr val="505863"/>
          </a:solidFill>
          <a:ln w="12700">
            <a:miter lim="400000"/>
          </a:ln>
        </p:spPr>
        <p:txBody>
          <a:bodyPr lIns="38100" tIns="38100" rIns="38100" bIns="38100" anchor="ctr"/>
          <a:lstStyle/>
          <a:p>
            <a:pPr defTabSz="4572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a:p>
        </p:txBody>
      </p:sp>
      <p:sp>
        <p:nvSpPr>
          <p:cNvPr id="6" name="矩形 5"/>
          <p:cNvSpPr/>
          <p:nvPr/>
        </p:nvSpPr>
        <p:spPr>
          <a:xfrm>
            <a:off x="5437632" y="1744167"/>
            <a:ext cx="6754368" cy="2307861"/>
          </a:xfrm>
          <a:prstGeom prst="rect">
            <a:avLst/>
          </a:prstGeom>
          <a:blipFill dpi="0" rotWithShape="1">
            <a:blip r:embed="rId2"/>
            <a:srcRect/>
            <a:stretch>
              <a:fillRect t="-13000" b="-7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971074" y="1740804"/>
            <a:ext cx="3335850" cy="2307861"/>
          </a:xfrm>
          <a:prstGeom prst="rect">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25926" y="2631419"/>
            <a:ext cx="4540908" cy="853695"/>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01.INPUT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1" name="矩形 10"/>
          <p:cNvSpPr/>
          <p:nvPr/>
        </p:nvSpPr>
        <p:spPr>
          <a:xfrm>
            <a:off x="6873546" y="4978782"/>
            <a:ext cx="4540908" cy="853695"/>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02.INPUT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a:t>
            </a:r>
            <a:endParaRPr lang="zh-CN" altLang="en-US" sz="1000" dirty="0">
              <a:solidFill>
                <a:schemeClr val="tx1">
                  <a:lumMod val="85000"/>
                  <a:lumOff val="1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2" name="Shape"/>
          <p:cNvSpPr/>
          <p:nvPr/>
        </p:nvSpPr>
        <p:spPr>
          <a:xfrm>
            <a:off x="6896992" y="4509488"/>
            <a:ext cx="370159" cy="3701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8280" y="18579"/>
                </a:moveTo>
                <a:cubicBezTo>
                  <a:pt x="20323" y="16614"/>
                  <a:pt x="21600" y="13859"/>
                  <a:pt x="21600" y="10800"/>
                </a:cubicBezTo>
                <a:cubicBezTo>
                  <a:pt x="21600" y="4835"/>
                  <a:pt x="16764" y="0"/>
                  <a:pt x="10800" y="0"/>
                </a:cubicBezTo>
                <a:cubicBezTo>
                  <a:pt x="4836" y="0"/>
                  <a:pt x="0" y="4835"/>
                  <a:pt x="0" y="10800"/>
                </a:cubicBezTo>
                <a:cubicBezTo>
                  <a:pt x="0" y="13859"/>
                  <a:pt x="1277" y="16614"/>
                  <a:pt x="3320" y="18579"/>
                </a:cubicBezTo>
                <a:lnTo>
                  <a:pt x="2107" y="20762"/>
                </a:lnTo>
                <a:cubicBezTo>
                  <a:pt x="2019" y="20851"/>
                  <a:pt x="1964" y="20974"/>
                  <a:pt x="1964" y="21109"/>
                </a:cubicBezTo>
                <a:cubicBezTo>
                  <a:pt x="1964" y="21380"/>
                  <a:pt x="2184" y="21600"/>
                  <a:pt x="2455" y="21600"/>
                </a:cubicBezTo>
                <a:cubicBezTo>
                  <a:pt x="2590" y="21600"/>
                  <a:pt x="2713" y="21545"/>
                  <a:pt x="2802" y="21456"/>
                </a:cubicBezTo>
                <a:cubicBezTo>
                  <a:pt x="2858" y="21400"/>
                  <a:pt x="2894" y="21327"/>
                  <a:pt x="2917" y="21248"/>
                </a:cubicBezTo>
                <a:lnTo>
                  <a:pt x="4044" y="19219"/>
                </a:lnTo>
                <a:cubicBezTo>
                  <a:pt x="5895" y="20706"/>
                  <a:pt x="8242" y="21600"/>
                  <a:pt x="10800" y="21600"/>
                </a:cubicBezTo>
                <a:cubicBezTo>
                  <a:pt x="13358" y="21600"/>
                  <a:pt x="15705" y="20706"/>
                  <a:pt x="17555" y="19219"/>
                </a:cubicBezTo>
                <a:lnTo>
                  <a:pt x="18683" y="21248"/>
                </a:lnTo>
                <a:cubicBezTo>
                  <a:pt x="18743" y="21450"/>
                  <a:pt x="18923" y="21600"/>
                  <a:pt x="19145" y="21600"/>
                </a:cubicBezTo>
                <a:cubicBezTo>
                  <a:pt x="19416" y="21600"/>
                  <a:pt x="19636" y="21380"/>
                  <a:pt x="19636" y="21109"/>
                </a:cubicBezTo>
                <a:cubicBezTo>
                  <a:pt x="19636" y="20974"/>
                  <a:pt x="19581" y="20851"/>
                  <a:pt x="19493" y="20762"/>
                </a:cubicBezTo>
                <a:cubicBezTo>
                  <a:pt x="19493" y="20762"/>
                  <a:pt x="18280" y="18579"/>
                  <a:pt x="18280" y="18579"/>
                </a:cubicBezTo>
                <a:close/>
                <a:moveTo>
                  <a:pt x="10800" y="16691"/>
                </a:moveTo>
                <a:cubicBezTo>
                  <a:pt x="7547" y="16691"/>
                  <a:pt x="4909" y="14053"/>
                  <a:pt x="4909" y="10800"/>
                </a:cubicBezTo>
                <a:cubicBezTo>
                  <a:pt x="4909" y="7547"/>
                  <a:pt x="7547" y="4909"/>
                  <a:pt x="10800" y="4909"/>
                </a:cubicBezTo>
                <a:cubicBezTo>
                  <a:pt x="14053" y="4909"/>
                  <a:pt x="16691" y="7547"/>
                  <a:pt x="16691" y="10800"/>
                </a:cubicBezTo>
                <a:cubicBezTo>
                  <a:pt x="16691" y="14053"/>
                  <a:pt x="14053" y="16691"/>
                  <a:pt x="10800" y="16691"/>
                </a:cubicBezTo>
                <a:moveTo>
                  <a:pt x="10800" y="3927"/>
                </a:moveTo>
                <a:cubicBezTo>
                  <a:pt x="7004" y="3927"/>
                  <a:pt x="3927" y="7004"/>
                  <a:pt x="3927" y="10800"/>
                </a:cubicBezTo>
                <a:cubicBezTo>
                  <a:pt x="3927" y="14596"/>
                  <a:pt x="7004" y="17673"/>
                  <a:pt x="10800" y="17673"/>
                </a:cubicBezTo>
                <a:cubicBezTo>
                  <a:pt x="14596" y="17673"/>
                  <a:pt x="17673" y="14596"/>
                  <a:pt x="17673" y="10800"/>
                </a:cubicBezTo>
                <a:cubicBezTo>
                  <a:pt x="17673" y="7004"/>
                  <a:pt x="14596" y="3927"/>
                  <a:pt x="10800" y="3927"/>
                </a:cubicBezTo>
                <a:moveTo>
                  <a:pt x="10800" y="12764"/>
                </a:moveTo>
                <a:cubicBezTo>
                  <a:pt x="9716" y="12764"/>
                  <a:pt x="8836" y="11884"/>
                  <a:pt x="8836" y="10800"/>
                </a:cubicBezTo>
                <a:cubicBezTo>
                  <a:pt x="8836" y="9716"/>
                  <a:pt x="9716" y="8836"/>
                  <a:pt x="10800" y="8836"/>
                </a:cubicBezTo>
                <a:cubicBezTo>
                  <a:pt x="11884" y="8836"/>
                  <a:pt x="12764" y="9716"/>
                  <a:pt x="12764" y="10800"/>
                </a:cubicBezTo>
                <a:cubicBezTo>
                  <a:pt x="12764" y="11884"/>
                  <a:pt x="11884" y="12764"/>
                  <a:pt x="10800" y="12764"/>
                </a:cubicBezTo>
                <a:moveTo>
                  <a:pt x="10800" y="7855"/>
                </a:moveTo>
                <a:cubicBezTo>
                  <a:pt x="9173" y="7855"/>
                  <a:pt x="7855" y="9173"/>
                  <a:pt x="7855" y="10800"/>
                </a:cubicBezTo>
                <a:cubicBezTo>
                  <a:pt x="7855" y="12427"/>
                  <a:pt x="9173" y="13745"/>
                  <a:pt x="10800" y="13745"/>
                </a:cubicBezTo>
                <a:cubicBezTo>
                  <a:pt x="12427" y="13745"/>
                  <a:pt x="13745" y="12427"/>
                  <a:pt x="13745" y="10800"/>
                </a:cubicBezTo>
                <a:cubicBezTo>
                  <a:pt x="13745" y="9173"/>
                  <a:pt x="12427" y="7855"/>
                  <a:pt x="10800" y="7855"/>
                </a:cubicBezTo>
              </a:path>
            </a:pathLst>
          </a:custGeom>
          <a:solidFill>
            <a:srgbClr val="505863"/>
          </a:solidFill>
          <a:ln w="12700">
            <a:miter lim="400000"/>
          </a:ln>
        </p:spPr>
        <p:txBody>
          <a:bodyPr lIns="38100" tIns="38100" rIns="38100" bIns="38100" anchor="ctr"/>
          <a:lstStyle/>
          <a:p>
            <a:pPr defTabSz="457200">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900"/>
          </a:p>
        </p:txBody>
      </p:sp>
      <p:sp>
        <p:nvSpPr>
          <p:cNvPr id="13" name="Rectangle 51"/>
          <p:cNvSpPr/>
          <p:nvPr/>
        </p:nvSpPr>
        <p:spPr bwMode="auto">
          <a:xfrm>
            <a:off x="5119145" y="2023506"/>
            <a:ext cx="3028393" cy="984885"/>
          </a:xfrm>
          <a:prstGeom prst="rect">
            <a:avLst/>
          </a:prstGeom>
          <a:noFill/>
          <a:ln>
            <a:noFill/>
          </a:ln>
        </p:spPr>
        <p:txBody>
          <a:bodyPr vert="horz" wrap="square" lIns="0" tIns="0" rIns="0" bIns="0" anchor="t" anchorCtr="0">
            <a:spAutoFit/>
          </a:bodyPr>
          <a:lstStyle/>
          <a:p>
            <a:pPr algn="ctr"/>
            <a:r>
              <a:rPr lang="en-US" altLang="zh-CN" sz="2400" spc="600" dirty="0">
                <a:solidFill>
                  <a:schemeClr val="bg1"/>
                </a:solidFill>
                <a:latin typeface="Arial Black" panose="020B0A04020102020204" pitchFamily="34" charset="0"/>
                <a:ea typeface="Gen Jyuu Gothic P Normal" panose="020B0202020203020207" pitchFamily="34" charset="-128"/>
                <a:cs typeface="Gen Jyuu Gothic P Normal" panose="020B0202020203020207" pitchFamily="34" charset="-128"/>
              </a:rPr>
              <a:t>20% DATA</a:t>
            </a:r>
            <a:r>
              <a:rPr lang="en-US" altLang="zh-CN" sz="2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 </a:t>
            </a:r>
            <a:endParaRPr lang="en-US" altLang="zh-CN" sz="2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gn="ctr"/>
            <a:r>
              <a:rPr lang="en-US" altLang="zh-CN" sz="20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SOMETHING HERE</a:t>
            </a:r>
            <a:endParaRPr lang="en-US" altLang="zh-CN" sz="2400" spc="6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4" name="文本框 13"/>
          <p:cNvSpPr txBox="1"/>
          <p:nvPr/>
        </p:nvSpPr>
        <p:spPr>
          <a:xfrm>
            <a:off x="4971075" y="2927848"/>
            <a:ext cx="3335850" cy="761362"/>
          </a:xfrm>
          <a:prstGeom prst="rect">
            <a:avLst/>
          </a:prstGeom>
          <a:noFill/>
        </p:spPr>
        <p:txBody>
          <a:bodyPr wrap="square" rtlCol="0">
            <a:spAutoFit/>
          </a:bodyPr>
          <a:lstStyle/>
          <a:p>
            <a:pPr algn="ctr">
              <a:lnSpc>
                <a:spcPct val="150000"/>
              </a:lnSpc>
              <a:spcAft>
                <a:spcPts val="600"/>
              </a:spcAft>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我们因梦想而伟大，所有的成功者都是大梦想家：在冬夜的火堆旁，在阴天的雨雾中，梦想着未来。有些人让梦想悄然绝灭，有些人则细心。</a:t>
            </a:r>
            <a:endParaRPr lang="zh-CN" altLang="en-US" sz="4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2" grpId="0" animBg="1"/>
      <p:bldP spid="13" grpId="0"/>
      <p:bldP spid="14" grpId="0"/>
      <p:bldP spid="10" grpId="0"/>
      <p:bldP spid="10" grpId="1"/>
      <p:bldP spid="11" grpId="0"/>
      <p:bldP spid="11"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8" name="文本框 7"/>
          <p:cNvSpPr txBox="1"/>
          <p:nvPr/>
        </p:nvSpPr>
        <p:spPr>
          <a:xfrm>
            <a:off x="4380783" y="208075"/>
            <a:ext cx="3427099" cy="400110"/>
          </a:xfrm>
          <a:prstGeom prst="rect">
            <a:avLst/>
          </a:prstGeom>
          <a:noFill/>
        </p:spPr>
        <p:txBody>
          <a:bodyPr wrap="square" rtlCol="0">
            <a:spAutoFit/>
          </a:bodyPr>
          <a:lstStyle/>
          <a:p>
            <a:pPr algn="ctr"/>
            <a:r>
              <a:rPr lang="zh-CN" altLang="en-US" sz="2000" dirty="0">
                <a:solidFill>
                  <a:srgbClr val="5F6F7E"/>
                </a:solidFill>
                <a:latin typeface="方正清刻本悦宋简体" panose="02000000000000000000" pitchFamily="2" charset="-122"/>
                <a:ea typeface="方正清刻本悦宋简体" panose="02000000000000000000" pitchFamily="2" charset="-122"/>
              </a:rPr>
              <a:t>输</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入</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标</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题</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内</a:t>
            </a:r>
            <a:r>
              <a:rPr lang="en-US" altLang="zh-CN" sz="2000" dirty="0">
                <a:solidFill>
                  <a:srgbClr val="5F6F7E"/>
                </a:solidFill>
                <a:latin typeface="方正清刻本悦宋简体" panose="02000000000000000000" pitchFamily="2" charset="-122"/>
                <a:ea typeface="方正清刻本悦宋简体" panose="02000000000000000000" pitchFamily="2" charset="-122"/>
              </a:rPr>
              <a:t>/</a:t>
            </a:r>
            <a:r>
              <a:rPr lang="zh-CN" altLang="en-US" sz="2000" dirty="0">
                <a:solidFill>
                  <a:srgbClr val="5F6F7E"/>
                </a:solidFill>
                <a:latin typeface="方正清刻本悦宋简体" panose="02000000000000000000" pitchFamily="2" charset="-122"/>
                <a:ea typeface="方正清刻本悦宋简体" panose="02000000000000000000" pitchFamily="2" charset="-122"/>
              </a:rPr>
              <a:t>容</a:t>
            </a:r>
            <a:endParaRPr lang="zh-CN" altLang="en-US" sz="2000" dirty="0">
              <a:solidFill>
                <a:srgbClr val="5F6F7E"/>
              </a:solidFill>
              <a:latin typeface="方正清刻本悦宋简体" panose="02000000000000000000" pitchFamily="2" charset="-122"/>
              <a:ea typeface="方正清刻本悦宋简体" panose="02000000000000000000" pitchFamily="2" charset="-122"/>
            </a:endParaRPr>
          </a:p>
        </p:txBody>
      </p:sp>
      <p:sp>
        <p:nvSpPr>
          <p:cNvPr id="9" name="矩形: 圆角 8"/>
          <p:cNvSpPr/>
          <p:nvPr/>
        </p:nvSpPr>
        <p:spPr>
          <a:xfrm>
            <a:off x="4855896" y="236648"/>
            <a:ext cx="2480208" cy="338555"/>
          </a:xfrm>
          <a:prstGeom prst="roundRect">
            <a:avLst>
              <a:gd name="adj" fmla="val 50000"/>
            </a:avLst>
          </a:prstGeom>
          <a:noFill/>
          <a:ln>
            <a:solidFill>
              <a:srgbClr val="7D86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87375" y="3901875"/>
            <a:ext cx="5408477" cy="2494126"/>
          </a:xfrm>
          <a:prstGeom prst="rect">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87374" y="1305446"/>
            <a:ext cx="5408477" cy="2494126"/>
          </a:xfrm>
          <a:prstGeom prst="rect">
            <a:avLst/>
          </a:prstGeom>
          <a:noFill/>
          <a:ln>
            <a:solidFill>
              <a:srgbClr val="5573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96151" y="1305446"/>
            <a:ext cx="5408477" cy="2494126"/>
          </a:xfrm>
          <a:prstGeom prst="rect">
            <a:avLst/>
          </a:prstGeom>
          <a:solidFill>
            <a:srgbClr val="5573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196150" y="3936561"/>
            <a:ext cx="5408477" cy="2494126"/>
          </a:xfrm>
          <a:prstGeom prst="rect">
            <a:avLst/>
          </a:prstGeom>
          <a:noFill/>
          <a:ln>
            <a:solidFill>
              <a:srgbClr val="5573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7561" y="1582609"/>
            <a:ext cx="5008102" cy="2007857"/>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01.INPUT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a:t>
            </a: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所有的成功者都是大梦想家：在冬夜的火堆旁，在阴天的雨雾中，梦想着未来。有些人让梦想悄然绝灭。我们因梦想而伟大，所有的成功者都是大梦想家：在冬夜的火堆旁，在阴天的雨雾中。</a:t>
            </a: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1" name="矩形 10"/>
          <p:cNvSpPr/>
          <p:nvPr/>
        </p:nvSpPr>
        <p:spPr>
          <a:xfrm>
            <a:off x="6424338" y="4238168"/>
            <a:ext cx="5008102" cy="2007857"/>
          </a:xfrm>
          <a:prstGeom prst="rect">
            <a:avLst/>
          </a:prstGeom>
        </p:spPr>
        <p:txBody>
          <a:bodyPr wrap="square">
            <a:spAutoFit/>
          </a:bodyPr>
          <a:lstStyle/>
          <a:p>
            <a:pPr>
              <a:lnSpc>
                <a:spcPct val="150000"/>
              </a:lnSpc>
            </a:pPr>
            <a:r>
              <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04.INPUT HEADER</a:t>
            </a:r>
            <a:endParaRPr lang="en-US" altLang="zh-CN" sz="1400" dirty="0">
              <a:solidFill>
                <a:schemeClr val="tx1">
                  <a:lumMod val="85000"/>
                  <a:lumOff val="15000"/>
                </a:schemeClr>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a:t>
            </a: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所有的成功者都是大梦想家：在冬夜的火堆旁，在阴天的雨雾中，梦想着未来。有些人让梦想悄然绝灭。我们因梦想而伟大，所有的成功者都是大梦想家：在冬夜的火堆旁，在阴天的雨雾中。</a:t>
            </a:r>
            <a:endParaRPr lang="en-US" altLang="zh-CN" sz="1000" dirty="0">
              <a:solidFill>
                <a:schemeClr val="bg1">
                  <a:lumMod val="6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2" name="矩形 11"/>
          <p:cNvSpPr/>
          <p:nvPr/>
        </p:nvSpPr>
        <p:spPr>
          <a:xfrm>
            <a:off x="808814" y="4176690"/>
            <a:ext cx="5008102" cy="2007857"/>
          </a:xfrm>
          <a:prstGeom prst="rect">
            <a:avLst/>
          </a:prstGeom>
        </p:spPr>
        <p:txBody>
          <a:bodyPr wrap="square">
            <a:spAutoFit/>
          </a:bodyPr>
          <a:lstStyle/>
          <a:p>
            <a:pPr>
              <a:lnSpc>
                <a:spcPct val="150000"/>
              </a:lnSpc>
            </a:pPr>
            <a:r>
              <a:rPr lang="en-US" altLang="zh-CN" sz="1400" dirty="0">
                <a:solidFill>
                  <a:schemeClr val="bg1"/>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03.INPUT HEADER</a:t>
            </a:r>
            <a:endParaRPr lang="en-US" altLang="zh-CN" sz="1400" dirty="0">
              <a:solidFill>
                <a:schemeClr val="bg1"/>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a:t>
            </a: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所有的成功者都是大梦想家：在冬夜的火堆旁，在阴天的雨雾中，梦想着未来。有些人让梦想悄然绝灭。我们因梦想而伟大，所有的成功者都是大梦想家：在冬夜的火堆旁，在阴天的雨雾中。</a:t>
            </a: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3" name="矩形 12"/>
          <p:cNvSpPr/>
          <p:nvPr/>
        </p:nvSpPr>
        <p:spPr>
          <a:xfrm>
            <a:off x="6415822" y="1542451"/>
            <a:ext cx="5008102" cy="2007857"/>
          </a:xfrm>
          <a:prstGeom prst="rect">
            <a:avLst/>
          </a:prstGeom>
        </p:spPr>
        <p:txBody>
          <a:bodyPr wrap="square">
            <a:spAutoFit/>
          </a:bodyPr>
          <a:lstStyle/>
          <a:p>
            <a:pPr>
              <a:lnSpc>
                <a:spcPct val="150000"/>
              </a:lnSpc>
            </a:pPr>
            <a:r>
              <a:rPr lang="en-US" altLang="zh-CN" sz="1400" dirty="0">
                <a:solidFill>
                  <a:schemeClr val="bg1"/>
                </a:solidFill>
                <a:latin typeface="Geometr212 BkCn BT" panose="020B0603020204020204" pitchFamily="34" charset="0"/>
                <a:ea typeface="Gen Jyuu Gothic P Normal" panose="020B0202020203020207" pitchFamily="34" charset="-128"/>
                <a:cs typeface="Gen Jyuu Gothic P Normal" panose="020B0202020203020207" pitchFamily="34" charset="-128"/>
              </a:rPr>
              <a:t>02.INPUT HEADER</a:t>
            </a:r>
            <a:endParaRPr lang="en-US" altLang="zh-CN" sz="1400" dirty="0">
              <a:solidFill>
                <a:schemeClr val="bg1"/>
              </a:solidFill>
              <a:latin typeface="Geometr212 BkCn BT" panose="020B0603020204020204" pitchFamily="34" charset="0"/>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我们因梦想而伟大，所有的成功者都是大梦想家：在冬夜的火堆旁，在阴天的雨雾中，梦想着未来。有些人让梦想悄然绝灭。我们因梦想而伟大，所有的成功者都是大梦想家：在冬夜的火堆旁，在阴天的雨雾中，梦想着未来。有些人让梦想悄然绝灭。</a:t>
            </a: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a:p>
            <a:pPr>
              <a:lnSpc>
                <a:spcPct val="150000"/>
              </a:lnSpc>
            </a:pPr>
            <a:r>
              <a:rPr lang="zh-CN" altLang="en-US"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所有的成功者都是大梦想家：在冬夜的火堆旁，在阴天的雨雾中，梦想着未来。有些人让梦想悄然绝灭。我们因梦想而伟大，所有的成功者都是大梦想家：在冬夜的火堆旁，在阴天的雨雾中。</a:t>
            </a:r>
            <a:endParaRPr lang="en-US" altLang="zh-CN" sz="1000" dirty="0">
              <a:solidFill>
                <a:schemeClr val="bg1"/>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0" grpId="0"/>
      <p:bldP spid="10" grpId="1"/>
      <p:bldP spid="13" grpId="0"/>
      <p:bldP spid="13" grpId="1"/>
      <p:bldP spid="12" grpId="0"/>
      <p:bldP spid="12" grpId="1"/>
      <p:bldP spid="11" grpId="0"/>
      <p:bldP spid="11"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cstate="email"/>
          <a:srcRect l="26007" t="8289" r="26769" b="53138"/>
          <a:stretch>
            <a:fillRect/>
          </a:stretch>
        </p:blipFill>
        <p:spPr>
          <a:xfrm rot="5400000">
            <a:off x="-1840961" y="1840962"/>
            <a:ext cx="6858002" cy="3176079"/>
          </a:xfrm>
          <a:prstGeom prst="rect">
            <a:avLst/>
          </a:prstGeom>
        </p:spPr>
      </p:pic>
      <p:pic>
        <p:nvPicPr>
          <p:cNvPr id="10" name="图片 9"/>
          <p:cNvPicPr>
            <a:picLocks noChangeAspect="1"/>
          </p:cNvPicPr>
          <p:nvPr/>
        </p:nvPicPr>
        <p:blipFill rotWithShape="1">
          <a:blip r:embed="rId1" cstate="email"/>
          <a:srcRect l="15658" t="11647" r="37118" b="52846"/>
          <a:stretch>
            <a:fillRect/>
          </a:stretch>
        </p:blipFill>
        <p:spPr>
          <a:xfrm rot="16200000">
            <a:off x="7348684" y="2023916"/>
            <a:ext cx="6858002" cy="2810170"/>
          </a:xfrm>
          <a:prstGeom prst="rect">
            <a:avLst/>
          </a:prstGeom>
        </p:spPr>
      </p:pic>
      <p:sp>
        <p:nvSpPr>
          <p:cNvPr id="11" name="文本框 10"/>
          <p:cNvSpPr txBox="1"/>
          <p:nvPr/>
        </p:nvSpPr>
        <p:spPr>
          <a:xfrm>
            <a:off x="3095254" y="2268079"/>
            <a:ext cx="6022345" cy="1107996"/>
          </a:xfrm>
          <a:prstGeom prst="rect">
            <a:avLst/>
          </a:prstGeom>
          <a:noFill/>
        </p:spPr>
        <p:txBody>
          <a:bodyPr wrap="square" rtlCol="0">
            <a:spAutoFit/>
          </a:bodyPr>
          <a:lstStyle/>
          <a:p>
            <a:pPr algn="ctr"/>
            <a:r>
              <a:rPr lang="zh-CN" altLang="en-US" sz="6600" dirty="0">
                <a:solidFill>
                  <a:srgbClr val="3E5879"/>
                </a:solidFill>
                <a:latin typeface="方正清刻本悦宋简体" panose="02000000000000000000" pitchFamily="2" charset="-122"/>
                <a:ea typeface="方正清刻本悦宋简体" panose="02000000000000000000" pitchFamily="2" charset="-122"/>
              </a:rPr>
              <a:t>谢谢大家观看</a:t>
            </a:r>
            <a:endParaRPr lang="zh-CN" altLang="en-US" sz="6600" dirty="0">
              <a:solidFill>
                <a:srgbClr val="3E5879"/>
              </a:solidFill>
              <a:latin typeface="方正清刻本悦宋简体" panose="02000000000000000000" pitchFamily="2" charset="-122"/>
              <a:ea typeface="方正清刻本悦宋简体" panose="02000000000000000000" pitchFamily="2" charset="-122"/>
            </a:endParaRPr>
          </a:p>
        </p:txBody>
      </p:sp>
      <p:sp>
        <p:nvSpPr>
          <p:cNvPr id="12" name="文本框 11"/>
          <p:cNvSpPr txBox="1"/>
          <p:nvPr/>
        </p:nvSpPr>
        <p:spPr>
          <a:xfrm>
            <a:off x="3806193" y="3267437"/>
            <a:ext cx="4600466" cy="276999"/>
          </a:xfrm>
          <a:prstGeom prst="rect">
            <a:avLst/>
          </a:prstGeom>
          <a:noFill/>
        </p:spPr>
        <p:txBody>
          <a:bodyPr wrap="square" rtlCol="0">
            <a:spAutoFit/>
          </a:bodyPr>
          <a:lstStyle/>
          <a:p>
            <a:pPr algn="dist"/>
            <a:r>
              <a:rPr lang="zh-CN" altLang="en-US" sz="1200" dirty="0">
                <a:solidFill>
                  <a:srgbClr val="7D868A"/>
                </a:solidFill>
                <a:latin typeface="方正清刻本悦宋简体" panose="02000000000000000000" pitchFamily="2" charset="-122"/>
                <a:ea typeface="方正清刻本悦宋简体" panose="02000000000000000000" pitchFamily="2" charset="-122"/>
              </a:rPr>
              <a:t>健康教育</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心理辅导</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重拾信心</a:t>
            </a:r>
            <a:r>
              <a:rPr lang="en-US" altLang="zh-CN" sz="1200" dirty="0">
                <a:solidFill>
                  <a:srgbClr val="7D868A"/>
                </a:solidFill>
                <a:latin typeface="方正清刻本悦宋简体" panose="02000000000000000000" pitchFamily="2" charset="-122"/>
                <a:ea typeface="方正清刻本悦宋简体" panose="02000000000000000000" pitchFamily="2" charset="-122"/>
              </a:rPr>
              <a:t>/</a:t>
            </a:r>
            <a:r>
              <a:rPr lang="zh-CN" altLang="en-US" sz="1200" dirty="0">
                <a:solidFill>
                  <a:srgbClr val="7D868A"/>
                </a:solidFill>
                <a:latin typeface="方正清刻本悦宋简体" panose="02000000000000000000" pitchFamily="2" charset="-122"/>
                <a:ea typeface="方正清刻本悦宋简体" panose="02000000000000000000" pitchFamily="2" charset="-122"/>
              </a:rPr>
              <a:t>心态管理</a:t>
            </a:r>
            <a:endParaRPr lang="zh-CN" altLang="en-US" sz="1200" dirty="0">
              <a:solidFill>
                <a:srgbClr val="7D868A"/>
              </a:solidFill>
              <a:latin typeface="方正清刻本悦宋简体" panose="02000000000000000000" pitchFamily="2" charset="-122"/>
              <a:ea typeface="方正清刻本悦宋简体" panose="02000000000000000000" pitchFamily="2" charset="-122"/>
            </a:endParaRPr>
          </a:p>
        </p:txBody>
      </p:sp>
      <p:sp>
        <p:nvSpPr>
          <p:cNvPr id="13" name="矩形 12"/>
          <p:cNvSpPr/>
          <p:nvPr/>
        </p:nvSpPr>
        <p:spPr>
          <a:xfrm>
            <a:off x="3574196" y="3684409"/>
            <a:ext cx="5064460" cy="762453"/>
          </a:xfrm>
          <a:prstGeom prst="rect">
            <a:avLst/>
          </a:prstGeom>
        </p:spPr>
        <p:txBody>
          <a:bodyPr wrap="square">
            <a:spAutoFit/>
          </a:bodyPr>
          <a:lstStyle/>
          <a:p>
            <a:pPr algn="ctr">
              <a:lnSpc>
                <a:spcPct val="150000"/>
              </a:lnSpc>
            </a:pPr>
            <a:r>
              <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rPr>
              <a:t>Because this text with “Ipsum Lorem” start, and often used in the title of the test, so generally referred to as Ipsum Lorem。 and often used in the title of the test, so generally referred to Lorem。</a:t>
            </a:r>
            <a:endParaRPr lang="zh-CN" altLang="en-US" sz="1000" dirty="0">
              <a:solidFill>
                <a:schemeClr val="tx1">
                  <a:lumMod val="75000"/>
                  <a:lumOff val="25000"/>
                </a:schemeClr>
              </a:solidFill>
              <a:latin typeface="Gen Jyuu Gothic P Normal" panose="020B0202020203020207" pitchFamily="34" charset="-128"/>
              <a:ea typeface="Gen Jyuu Gothic P Normal" panose="020B0202020203020207" pitchFamily="34" charset="-128"/>
              <a:cs typeface="Gen Jyuu Gothic P Normal" panose="020B0202020203020207" pitchFamily="34" charset="-128"/>
            </a:endParaRPr>
          </a:p>
        </p:txBody>
      </p:sp>
      <p:sp>
        <p:nvSpPr>
          <p:cNvPr id="14" name="文本框 13"/>
          <p:cNvSpPr txBox="1"/>
          <p:nvPr/>
        </p:nvSpPr>
        <p:spPr>
          <a:xfrm>
            <a:off x="4964329" y="4701551"/>
            <a:ext cx="2284195" cy="275590"/>
          </a:xfrm>
          <a:prstGeom prst="rect">
            <a:avLst/>
          </a:prstGeom>
          <a:solidFill>
            <a:srgbClr val="557392"/>
          </a:solidFill>
        </p:spPr>
        <p:txBody>
          <a:bodyPr wrap="square" rtlCol="0">
            <a:spAutoFit/>
          </a:bodyPr>
          <a:lstStyle/>
          <a:p>
            <a:pPr algn="ctr"/>
            <a:r>
              <a:rPr lang="zh-CN" altLang="en-US" sz="1200" dirty="0">
                <a:solidFill>
                  <a:schemeClr val="bg1"/>
                </a:solidFill>
                <a:latin typeface="方正清刻本悦宋简体" panose="02000000000000000000" pitchFamily="2" charset="-122"/>
                <a:ea typeface="方正清刻本悦宋简体" panose="02000000000000000000" pitchFamily="2" charset="-122"/>
              </a:rPr>
              <a:t>汇报：</a:t>
            </a:r>
            <a:r>
              <a:rPr lang="en-US" altLang="zh-CN" sz="1200" dirty="0">
                <a:solidFill>
                  <a:schemeClr val="bg1"/>
                </a:solidFill>
                <a:latin typeface="方正清刻本悦宋简体" panose="02000000000000000000" pitchFamily="2" charset="-122"/>
                <a:ea typeface="方正清刻本悦宋简体" panose="02000000000000000000" pitchFamily="2" charset="-122"/>
              </a:rPr>
              <a:t> </a:t>
            </a:r>
            <a:r>
              <a:rPr lang="zh-CN" altLang="en-US" sz="1200" dirty="0">
                <a:solidFill>
                  <a:schemeClr val="bg1"/>
                </a:solidFill>
                <a:latin typeface="方正清刻本悦宋简体" panose="02000000000000000000" pitchFamily="2" charset="-122"/>
                <a:ea typeface="方正清刻本悦宋简体" panose="02000000000000000000" pitchFamily="2" charset="-122"/>
              </a:rPr>
              <a:t>    班级：</a:t>
            </a:r>
            <a:r>
              <a:rPr lang="en-US" altLang="zh-CN" sz="1200" dirty="0">
                <a:solidFill>
                  <a:schemeClr val="bg1"/>
                </a:solidFill>
                <a:latin typeface="方正清刻本悦宋简体" panose="02000000000000000000" pitchFamily="2" charset="-122"/>
                <a:ea typeface="方正清刻本悦宋简体" panose="02000000000000000000" pitchFamily="2" charset="-122"/>
              </a:rPr>
              <a:t> </a:t>
            </a:r>
            <a:endParaRPr lang="en-US" altLang="zh-CN" sz="1200" dirty="0">
              <a:solidFill>
                <a:schemeClr val="bg1"/>
              </a:solidFill>
              <a:latin typeface="方正清刻本悦宋简体" panose="02000000000000000000" pitchFamily="2" charset="-122"/>
              <a:ea typeface="方正清刻本悦宋简体" panose="02000000000000000000" pitchFamily="2" charset="-122"/>
            </a:endParaRPr>
          </a:p>
        </p:txBody>
      </p:sp>
      <p:grpSp>
        <p:nvGrpSpPr>
          <p:cNvPr id="15" name="组合 14"/>
          <p:cNvGrpSpPr/>
          <p:nvPr/>
        </p:nvGrpSpPr>
        <p:grpSpPr>
          <a:xfrm rot="5400000" flipH="1">
            <a:off x="5934976" y="5440268"/>
            <a:ext cx="342900" cy="342900"/>
            <a:chOff x="3375025" y="3854450"/>
            <a:chExt cx="342900" cy="342900"/>
          </a:xfrm>
          <a:solidFill>
            <a:srgbClr val="557392"/>
          </a:solidFill>
        </p:grpSpPr>
        <p:sp>
          <p:nvSpPr>
            <p:cNvPr id="16" name="矩形 15"/>
            <p:cNvSpPr/>
            <p:nvPr/>
          </p:nvSpPr>
          <p:spPr>
            <a:xfrm>
              <a:off x="3375025" y="3854450"/>
              <a:ext cx="342900" cy="342900"/>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Light" panose="020B0502040204020203" charset="-122"/>
                <a:ea typeface="微软雅黑 Light" panose="020B0502040204020203" charset="-122"/>
                <a:cs typeface="+mn-cs"/>
              </a:endParaRPr>
            </a:p>
          </p:txBody>
        </p:sp>
        <p:grpSp>
          <p:nvGrpSpPr>
            <p:cNvPr id="17" name="组合 16"/>
            <p:cNvGrpSpPr/>
            <p:nvPr/>
          </p:nvGrpSpPr>
          <p:grpSpPr>
            <a:xfrm>
              <a:off x="3513138" y="3970710"/>
              <a:ext cx="66675" cy="110381"/>
              <a:chOff x="4130675" y="3959530"/>
              <a:chExt cx="66675" cy="133045"/>
            </a:xfrm>
            <a:grpFill/>
          </p:grpSpPr>
          <p:cxnSp>
            <p:nvCxnSpPr>
              <p:cNvPr id="18" name="直接连接符 17"/>
              <p:cNvCxnSpPr/>
              <p:nvPr/>
            </p:nvCxnSpPr>
            <p:spPr>
              <a:xfrm flipH="1">
                <a:off x="4130675" y="3959530"/>
                <a:ext cx="66675" cy="66675"/>
              </a:xfrm>
              <a:prstGeom prst="line">
                <a:avLst/>
              </a:prstGeom>
              <a:grpFill/>
              <a:ln w="15875" cap="rnd" cmpd="sng" algn="ctr">
                <a:solidFill>
                  <a:sysClr val="window" lastClr="FFFFFF"/>
                </a:solidFill>
                <a:prstDash val="solid"/>
                <a:miter lim="800000"/>
              </a:ln>
              <a:effectLst/>
            </p:spPr>
          </p:cxnSp>
          <p:cxnSp>
            <p:nvCxnSpPr>
              <p:cNvPr id="19" name="直接连接符 18"/>
              <p:cNvCxnSpPr/>
              <p:nvPr/>
            </p:nvCxnSpPr>
            <p:spPr>
              <a:xfrm flipH="1" flipV="1">
                <a:off x="4130675" y="4025900"/>
                <a:ext cx="66675" cy="66675"/>
              </a:xfrm>
              <a:prstGeom prst="line">
                <a:avLst/>
              </a:prstGeom>
              <a:grpFill/>
              <a:ln w="15875" cap="rnd" cmpd="sng" algn="ctr">
                <a:solidFill>
                  <a:sysClr val="window" lastClr="FFFFFF"/>
                </a:solidFill>
                <a:prstDash val="solid"/>
                <a:miter lim="800000"/>
              </a:ln>
              <a:effectLst/>
            </p:spPr>
          </p:cxnSp>
        </p:grpSp>
      </p:grpSp>
      <p:sp>
        <p:nvSpPr>
          <p:cNvPr id="20" name="文本框 19"/>
          <p:cNvSpPr txBox="1"/>
          <p:nvPr/>
        </p:nvSpPr>
        <p:spPr>
          <a:xfrm>
            <a:off x="3095254" y="1149053"/>
            <a:ext cx="6022345" cy="1200329"/>
          </a:xfrm>
          <a:prstGeom prst="rect">
            <a:avLst/>
          </a:prstGeom>
          <a:noFill/>
        </p:spPr>
        <p:txBody>
          <a:bodyPr wrap="square" rtlCol="0">
            <a:spAutoFit/>
          </a:bodyPr>
          <a:lstStyle/>
          <a:p>
            <a:pPr algn="ctr"/>
            <a:r>
              <a:rPr lang="en-US" altLang="zh-CN" sz="7200" dirty="0">
                <a:solidFill>
                  <a:srgbClr val="3E5879"/>
                </a:solidFill>
                <a:latin typeface="方正清刻本悦宋简体" panose="02000000000000000000" pitchFamily="2" charset="-122"/>
                <a:ea typeface="方正清刻本悦宋简体" panose="02000000000000000000" pitchFamily="2" charset="-122"/>
              </a:rPr>
              <a:t>THANKS</a:t>
            </a:r>
            <a:endParaRPr lang="zh-CN" altLang="en-US" sz="7200" dirty="0">
              <a:solidFill>
                <a:srgbClr val="3E5879"/>
              </a:solidFill>
              <a:latin typeface="方正清刻本悦宋简体" panose="02000000000000000000" pitchFamily="2" charset="-122"/>
              <a:ea typeface="方正清刻本悦宋简体" panose="02000000000000000000"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par>
                                <p:cTn id="13" presetID="12" presetClass="entr" presetSubtype="8"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p:tgtEl>
                                          <p:spTgt spid="15"/>
                                        </p:tgtEl>
                                        <p:attrNameLst>
                                          <p:attrName>ppt_x</p:attrName>
                                        </p:attrNameLst>
                                      </p:cBhvr>
                                      <p:tavLst>
                                        <p:tav tm="0">
                                          <p:val>
                                            <p:strVal val="#ppt_x-#ppt_w*1.125000"/>
                                          </p:val>
                                        </p:tav>
                                        <p:tav tm="100000">
                                          <p:val>
                                            <p:strVal val="#ppt_x"/>
                                          </p:val>
                                        </p:tav>
                                      </p:tavLst>
                                    </p:anim>
                                    <p:animEffect transition="in" filter="wipe(right)">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bldLvl="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4972</Words>
  <PresentationFormat>宽屏</PresentationFormat>
  <Paragraphs>200</Paragraphs>
  <Slides>15</Slides>
  <Notes>15</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15</vt:i4>
      </vt:variant>
    </vt:vector>
  </HeadingPairs>
  <TitlesOfParts>
    <vt:vector size="35" baseType="lpstr">
      <vt:lpstr>Arial</vt:lpstr>
      <vt:lpstr>宋体</vt:lpstr>
      <vt:lpstr>Wingdings</vt:lpstr>
      <vt:lpstr>方正清刻本悦宋简体</vt:lpstr>
      <vt:lpstr>Gen Jyuu Gothic P Normal</vt:lpstr>
      <vt:lpstr>微软雅黑 Light</vt:lpstr>
      <vt:lpstr>Lato Black</vt:lpstr>
      <vt:lpstr>Segoe Print</vt:lpstr>
      <vt:lpstr>Lato Regular</vt:lpstr>
      <vt:lpstr>Gill Sans</vt:lpstr>
      <vt:lpstr>Geometr212 BkCn BT</vt:lpstr>
      <vt:lpstr>Helvetica Neue Medium</vt:lpstr>
      <vt:lpstr>Arial</vt:lpstr>
      <vt:lpstr>Arial Black</vt:lpstr>
      <vt:lpstr>微软雅黑</vt:lpstr>
      <vt:lpstr>Arial Unicode MS</vt:lpstr>
      <vt:lpstr>等线 Light</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2020-06-17T13:17:00Z</dcterms:created>
  <dcterms:modified xsi:type="dcterms:W3CDTF">2021-07-20T06:48:54Z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8D983A17C94E4B9FACCB6C4A73DDFF53</vt:lpwstr>
  </property>
  <property fmtid="{D5CDD505-2E9C-101B-9397-08002B2CF9AE}" pid="3" name="KSOProductBuildVer">
    <vt:lpwstr>2052-11.1.0.10578</vt:lpwstr>
  </property>
</Properties>
</file>